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2"/>
  </p:sldMasterIdLst>
  <p:notesMasterIdLst>
    <p:notesMasterId r:id="rId11"/>
  </p:notesMasterIdLst>
  <p:handoutMasterIdLst>
    <p:handoutMasterId r:id="rId12"/>
  </p:handoutMasterIdLst>
  <p:sldIdLst>
    <p:sldId id="278" r:id="rId3"/>
    <p:sldId id="279" r:id="rId4"/>
    <p:sldId id="280" r:id="rId5"/>
    <p:sldId id="288" r:id="rId6"/>
    <p:sldId id="282" r:id="rId7"/>
    <p:sldId id="287" r:id="rId8"/>
    <p:sldId id="286" r:id="rId9"/>
    <p:sldId id="275" r:id="rId10"/>
  </p:sldIdLst>
  <p:sldSz cx="18288000" cy="10287000"/>
  <p:notesSz cx="6858000" cy="9144000"/>
  <p:embeddedFontLst>
    <p:embeddedFont>
      <p:font typeface="Volte" panose="00000500000000000000" pitchFamily="50" charset="0"/>
      <p:regular r:id="rId13"/>
    </p:embeddedFont>
    <p:embeddedFont>
      <p:font typeface="Volte Rounded Semibold" panose="00000700000000000000" pitchFamily="50" charset="0"/>
      <p:bold r:id="rId14"/>
    </p:embeddedFont>
    <p:embeddedFont>
      <p:font typeface="Volte Semibold" panose="00000700000000000000" pitchFamily="50" charset="0"/>
      <p:bold r:id="rId15"/>
    </p:embeddedFont>
  </p:embeddedFontLst>
  <p:custDataLst>
    <p:tags r:id="rId16"/>
  </p:custDataLst>
  <p:defaultTextStyle>
    <a:defPPr>
      <a:defRPr lang="uk-UA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57" autoAdjust="0"/>
    <p:restoredTop sz="94660"/>
  </p:normalViewPr>
  <p:slideViewPr>
    <p:cSldViewPr>
      <p:cViewPr varScale="1">
        <p:scale>
          <a:sx n="104" d="100"/>
          <a:sy n="104" d="100"/>
        </p:scale>
        <p:origin x="1500" y="13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18" d="100"/>
          <a:sy n="118" d="100"/>
        </p:scale>
        <p:origin x="50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A6B1C-92E0-4211-8135-26A978014262}" type="datetimeFigureOut">
              <a:rPr lang="de-CH" smtClean="0"/>
              <a:t>30.05.2026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A6E6D-3BD9-4BF7-B50C-5620B68396E8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05846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488B3-664D-4E14-8402-158A338E8BC5}" type="datetimeFigureOut">
              <a:rPr lang="de-CH" smtClean="0"/>
              <a:t>30.05.2026</a:t>
            </a:fld>
            <a:endParaRPr lang="de-CH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B9E3E-1448-46CE-8615-EF942221CA62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9280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935089" y="3628387"/>
            <a:ext cx="16417823" cy="687600"/>
          </a:xfrm>
          <a:prstGeom prst="rect">
            <a:avLst/>
          </a:prstGeom>
        </p:spPr>
        <p:txBody>
          <a:bodyPr anchor="b" anchorCtr="1"/>
          <a:lstStyle>
            <a:lvl1pPr marL="0" indent="0" algn="ctr">
              <a:buNone/>
              <a:defRPr sz="2997" baseline="0">
                <a:latin typeface="+mn-lt"/>
              </a:defRPr>
            </a:lvl1pPr>
            <a:lvl2pPr marL="684428" indent="0" algn="ctr">
              <a:buNone/>
              <a:defRPr sz="7193">
                <a:latin typeface="+mj-lt"/>
              </a:defRPr>
            </a:lvl2pPr>
          </a:lstStyle>
          <a:p>
            <a:pPr lvl="0"/>
            <a:r>
              <a:rPr lang="de-DE" dirty="0"/>
              <a:t>Übertitel, 1-zeilig</a:t>
            </a:r>
          </a:p>
        </p:txBody>
      </p:sp>
      <p:sp>
        <p:nvSpPr>
          <p:cNvPr id="16" name="Titel 15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35090" y="4282280"/>
            <a:ext cx="16417822" cy="1989137"/>
          </a:xfrm>
          <a:prstGeom prst="rect">
            <a:avLst/>
          </a:prstGeom>
        </p:spPr>
        <p:txBody>
          <a:bodyPr anchor="t" anchorCtr="1"/>
          <a:lstStyle>
            <a:lvl1pPr algn="ctr">
              <a:defRPr sz="7200">
                <a:solidFill>
                  <a:schemeClr val="bg2"/>
                </a:solidFill>
                <a:latin typeface="Volte Semibold" panose="00000700000000000000" pitchFamily="50" charset="0"/>
              </a:defRPr>
            </a:lvl1pPr>
          </a:lstStyle>
          <a:p>
            <a:r>
              <a:rPr lang="de-DE" dirty="0"/>
              <a:t>Haupttitel 1- oder 2-zeilig</a:t>
            </a:r>
            <a:endParaRPr lang="de-CH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7615651" y="9013374"/>
            <a:ext cx="3035682" cy="998087"/>
            <a:chOff x="-9735014" y="1857618"/>
            <a:chExt cx="20188076" cy="6637541"/>
          </a:xfrm>
        </p:grpSpPr>
        <p:sp>
          <p:nvSpPr>
            <p:cNvPr id="7" name="Textfeld 6"/>
            <p:cNvSpPr txBox="1"/>
            <p:nvPr/>
          </p:nvSpPr>
          <p:spPr>
            <a:xfrm>
              <a:off x="-9735014" y="6243686"/>
              <a:ext cx="20188076" cy="2251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CH" sz="1598" dirty="0">
                  <a:latin typeface="Volte Rounded Semibold" panose="00000700000000000000" pitchFamily="50" charset="0"/>
                </a:rPr>
                <a:t>Galledia</a:t>
              </a:r>
            </a:p>
          </p:txBody>
        </p:sp>
        <p:sp>
          <p:nvSpPr>
            <p:cNvPr id="8" name="Freeform 66"/>
            <p:cNvSpPr>
              <a:spLocks/>
            </p:cNvSpPr>
            <p:nvPr/>
          </p:nvSpPr>
          <p:spPr bwMode="auto">
            <a:xfrm>
              <a:off x="-1677442" y="1857618"/>
              <a:ext cx="3816350" cy="4030663"/>
            </a:xfrm>
            <a:custGeom>
              <a:avLst/>
              <a:gdLst>
                <a:gd name="T0" fmla="*/ 617 w 1176"/>
                <a:gd name="T1" fmla="*/ 1241 h 1241"/>
                <a:gd name="T2" fmla="*/ 0 w 1176"/>
                <a:gd name="T3" fmla="*/ 623 h 1241"/>
                <a:gd name="T4" fmla="*/ 161 w 1176"/>
                <a:gd name="T5" fmla="*/ 207 h 1241"/>
                <a:gd name="T6" fmla="*/ 558 w 1176"/>
                <a:gd name="T7" fmla="*/ 9 h 1241"/>
                <a:gd name="T8" fmla="*/ 734 w 1176"/>
                <a:gd name="T9" fmla="*/ 154 h 1241"/>
                <a:gd name="T10" fmla="*/ 589 w 1176"/>
                <a:gd name="T11" fmla="*/ 331 h 1241"/>
                <a:gd name="T12" fmla="*/ 323 w 1176"/>
                <a:gd name="T13" fmla="*/ 623 h 1241"/>
                <a:gd name="T14" fmla="*/ 617 w 1176"/>
                <a:gd name="T15" fmla="*/ 917 h 1241"/>
                <a:gd name="T16" fmla="*/ 852 w 1176"/>
                <a:gd name="T17" fmla="*/ 917 h 1241"/>
                <a:gd name="T18" fmla="*/ 852 w 1176"/>
                <a:gd name="T19" fmla="*/ 697 h 1241"/>
                <a:gd name="T20" fmla="*/ 1014 w 1176"/>
                <a:gd name="T21" fmla="*/ 535 h 1241"/>
                <a:gd name="T22" fmla="*/ 1014 w 1176"/>
                <a:gd name="T23" fmla="*/ 535 h 1241"/>
                <a:gd name="T24" fmla="*/ 1176 w 1176"/>
                <a:gd name="T25" fmla="*/ 697 h 1241"/>
                <a:gd name="T26" fmla="*/ 1176 w 1176"/>
                <a:gd name="T27" fmla="*/ 1079 h 1241"/>
                <a:gd name="T28" fmla="*/ 1129 w 1176"/>
                <a:gd name="T29" fmla="*/ 1194 h 1241"/>
                <a:gd name="T30" fmla="*/ 1014 w 1176"/>
                <a:gd name="T31" fmla="*/ 1241 h 1241"/>
                <a:gd name="T32" fmla="*/ 617 w 1176"/>
                <a:gd name="T33" fmla="*/ 1241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6" h="1241">
                  <a:moveTo>
                    <a:pt x="617" y="1241"/>
                  </a:moveTo>
                  <a:cubicBezTo>
                    <a:pt x="277" y="1241"/>
                    <a:pt x="0" y="964"/>
                    <a:pt x="0" y="623"/>
                  </a:cubicBezTo>
                  <a:cubicBezTo>
                    <a:pt x="0" y="469"/>
                    <a:pt x="57" y="321"/>
                    <a:pt x="161" y="207"/>
                  </a:cubicBezTo>
                  <a:cubicBezTo>
                    <a:pt x="265" y="94"/>
                    <a:pt x="405" y="23"/>
                    <a:pt x="558" y="9"/>
                  </a:cubicBezTo>
                  <a:cubicBezTo>
                    <a:pt x="647" y="0"/>
                    <a:pt x="726" y="65"/>
                    <a:pt x="734" y="154"/>
                  </a:cubicBezTo>
                  <a:cubicBezTo>
                    <a:pt x="743" y="243"/>
                    <a:pt x="677" y="322"/>
                    <a:pt x="589" y="331"/>
                  </a:cubicBezTo>
                  <a:cubicBezTo>
                    <a:pt x="437" y="345"/>
                    <a:pt x="323" y="471"/>
                    <a:pt x="323" y="623"/>
                  </a:cubicBezTo>
                  <a:cubicBezTo>
                    <a:pt x="323" y="786"/>
                    <a:pt x="455" y="917"/>
                    <a:pt x="617" y="917"/>
                  </a:cubicBezTo>
                  <a:cubicBezTo>
                    <a:pt x="852" y="917"/>
                    <a:pt x="852" y="917"/>
                    <a:pt x="852" y="917"/>
                  </a:cubicBezTo>
                  <a:cubicBezTo>
                    <a:pt x="852" y="697"/>
                    <a:pt x="852" y="697"/>
                    <a:pt x="852" y="697"/>
                  </a:cubicBezTo>
                  <a:cubicBezTo>
                    <a:pt x="852" y="608"/>
                    <a:pt x="925" y="535"/>
                    <a:pt x="1014" y="535"/>
                  </a:cubicBezTo>
                  <a:cubicBezTo>
                    <a:pt x="1014" y="535"/>
                    <a:pt x="1014" y="535"/>
                    <a:pt x="1014" y="535"/>
                  </a:cubicBezTo>
                  <a:cubicBezTo>
                    <a:pt x="1104" y="535"/>
                    <a:pt x="1176" y="607"/>
                    <a:pt x="1176" y="697"/>
                  </a:cubicBezTo>
                  <a:cubicBezTo>
                    <a:pt x="1176" y="1079"/>
                    <a:pt x="1176" y="1079"/>
                    <a:pt x="1176" y="1079"/>
                  </a:cubicBezTo>
                  <a:cubicBezTo>
                    <a:pt x="1176" y="1122"/>
                    <a:pt x="1159" y="1163"/>
                    <a:pt x="1129" y="1194"/>
                  </a:cubicBezTo>
                  <a:cubicBezTo>
                    <a:pt x="1098" y="1224"/>
                    <a:pt x="1057" y="1241"/>
                    <a:pt x="1014" y="1241"/>
                  </a:cubicBezTo>
                  <a:lnTo>
                    <a:pt x="617" y="124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2398"/>
            </a:p>
          </p:txBody>
        </p:sp>
      </p:grpSp>
    </p:spTree>
    <p:extLst>
      <p:ext uri="{BB962C8B-B14F-4D97-AF65-F5344CB8AC3E}">
        <p14:creationId xmlns:p14="http://schemas.microsoft.com/office/powerpoint/2010/main" val="183697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Agenda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14" name="Inhaltsplatzhalter 13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Agenda 72pt, 1 Zeile</a:t>
            </a:r>
            <a:endParaRPr lang="de-CH" dirty="0"/>
          </a:p>
        </p:txBody>
      </p:sp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3"/>
            </p:custDataLst>
          </p:nvPr>
        </p:nvSpPr>
        <p:spPr>
          <a:xfrm>
            <a:off x="895350" y="2700000"/>
            <a:ext cx="16483125" cy="62614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AutoNum type="arabicPeriod"/>
              <a:defRPr sz="7200"/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  <a:endParaRPr lang="de-CH" dirty="0"/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EE8748D5-76CA-6984-4A0B-B17E177F5FCF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4"/>
            </p:custDataLst>
          </p:nvPr>
        </p:nvSpPr>
        <p:spPr>
          <a:xfrm>
            <a:off x="900000" y="9893301"/>
            <a:ext cx="16483125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4294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Agenda 2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1"/>
            </p:custDataLst>
          </p:nvPr>
        </p:nvSpPr>
        <p:spPr>
          <a:xfrm>
            <a:off x="900000" y="2697163"/>
            <a:ext cx="16483125" cy="6264275"/>
          </a:xfrm>
          <a:prstGeom prst="rect">
            <a:avLst/>
          </a:prstGeom>
        </p:spPr>
        <p:txBody>
          <a:bodyPr lIns="0" tIns="0" rIns="0" bIns="0" numCol="2" spcCol="648000"/>
          <a:lstStyle>
            <a:lvl1pPr marL="719279" indent="-719279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3596"/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  <a:endParaRPr lang="de-CH" dirty="0"/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B1AFCC3A-E95B-3902-7969-E48460CF3F8E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900000" y="9893301"/>
            <a:ext cx="16483125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  <p:sp>
        <p:nvSpPr>
          <p:cNvPr id="3" name="Titel 9">
            <a:extLst>
              <a:ext uri="{FF2B5EF4-FFF2-40B4-BE49-F238E27FC236}">
                <a16:creationId xmlns:a16="http://schemas.microsoft.com/office/drawing/2014/main" id="{1793A08E-233B-2BD1-08CB-698D7062A3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9D825086-B08E-ECE7-BB53-E6DB4A715563}"/>
              </a:ext>
            </a:extLst>
          </p:cNvPr>
          <p:cNvSpPr>
            <a:spLocks noGrp="1"/>
          </p:cNvSpPr>
          <p:nvPr>
            <p:ph sz="quarter" idx="11" hasCustomPrompt="1"/>
            <p:custDataLst>
              <p:tags r:id="rId4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Agenda 72pt, 1 Zeile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0828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viel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1"/>
            </p:custDataLst>
          </p:nvPr>
        </p:nvSpPr>
        <p:spPr>
          <a:xfrm>
            <a:off x="899999" y="2697163"/>
            <a:ext cx="16483125" cy="5724525"/>
          </a:xfrm>
          <a:prstGeom prst="rect">
            <a:avLst/>
          </a:prstGeom>
        </p:spPr>
        <p:txBody>
          <a:bodyPr lIns="0" tIns="0" rIns="0" bIns="0" numCol="1" spcCol="648000"/>
          <a:lstStyle>
            <a:lvl1pPr marL="0" marR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398">
                <a:solidFill>
                  <a:schemeClr val="tx1"/>
                </a:solidFill>
                <a:latin typeface="+mn-lt"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Inhaltsfolie 1-spaltig (bevorzugt)</a:t>
            </a:r>
          </a:p>
          <a:p>
            <a:pPr lvl="0"/>
            <a:r>
              <a:rPr lang="de-DE" dirty="0"/>
              <a:t>Textkörper normal 36pt oder 24pt, </a:t>
            </a:r>
          </a:p>
          <a:p>
            <a:pPr marL="0" marR="0" lvl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Zwischentitel Volte </a:t>
            </a:r>
            <a:r>
              <a:rPr lang="de-DE" dirty="0" err="1"/>
              <a:t>Semibold</a:t>
            </a:r>
            <a:r>
              <a:rPr lang="de-DE" dirty="0"/>
              <a:t>, 36pt oder 24pt</a:t>
            </a:r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6B1EBAF6-55A4-CA44-191A-CED80624964C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900000" y="9893301"/>
            <a:ext cx="16483124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  <p:sp>
        <p:nvSpPr>
          <p:cNvPr id="3" name="Inhaltsplatzhalter 17">
            <a:extLst>
              <a:ext uri="{FF2B5EF4-FFF2-40B4-BE49-F238E27FC236}">
                <a16:creationId xmlns:a16="http://schemas.microsoft.com/office/drawing/2014/main" id="{76F500EE-C7D4-BB71-40D0-E389B530BBD2}"/>
              </a:ext>
            </a:extLst>
          </p:cNvPr>
          <p:cNvSpPr>
            <a:spLocks noGrp="1"/>
          </p:cNvSpPr>
          <p:nvPr>
            <p:ph sz="quarter" idx="15" hasCustomPrompt="1"/>
            <p:custDataLst>
              <p:tags r:id="rId3"/>
            </p:custDataLst>
          </p:nvPr>
        </p:nvSpPr>
        <p:spPr>
          <a:xfrm>
            <a:off x="900001" y="9153525"/>
            <a:ext cx="16485562" cy="598486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Allfällige Bemerkungen, Fussnoten oder Quellenangaben</a:t>
            </a:r>
            <a:endParaRPr lang="de-CH" dirty="0"/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70BE67A9-BFA3-942A-243E-632EA963C9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C1B80FA3-295C-C0B6-18D0-B8022D741515}"/>
              </a:ext>
            </a:extLst>
          </p:cNvPr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Titel 72pt, 1 Zeile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1900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wenig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1"/>
            </p:custDataLst>
          </p:nvPr>
        </p:nvSpPr>
        <p:spPr>
          <a:xfrm>
            <a:off x="900000" y="2697163"/>
            <a:ext cx="16483125" cy="5726837"/>
          </a:xfrm>
          <a:prstGeom prst="rect">
            <a:avLst/>
          </a:prstGeom>
        </p:spPr>
        <p:txBody>
          <a:bodyPr lIns="0" tIns="0" rIns="0" bIns="0" numCol="2" spcCol="648000"/>
          <a:lstStyle>
            <a:lvl1pPr marL="0" marR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400">
                <a:solidFill>
                  <a:schemeClr val="tx1"/>
                </a:solidFill>
                <a:latin typeface="+mn-lt"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Inhaltsfolie 2-spaltig</a:t>
            </a:r>
          </a:p>
          <a:p>
            <a:pPr lvl="0"/>
            <a:r>
              <a:rPr lang="de-DE" dirty="0"/>
              <a:t>Textkörper normal 36pt oder 24pt, </a:t>
            </a:r>
          </a:p>
          <a:p>
            <a:pPr marL="0" marR="0" lvl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Zwischentitel Volte </a:t>
            </a:r>
            <a:r>
              <a:rPr lang="de-DE" dirty="0" err="1"/>
              <a:t>Semibold</a:t>
            </a:r>
            <a:r>
              <a:rPr lang="de-DE" dirty="0"/>
              <a:t>, 36pt oder 24pt</a:t>
            </a:r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36F8F94F-8852-8D70-B87C-3DA0887B1BF6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900000" y="9893301"/>
            <a:ext cx="16483125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  <p:sp>
        <p:nvSpPr>
          <p:cNvPr id="3" name="Inhaltsplatzhalter 17">
            <a:extLst>
              <a:ext uri="{FF2B5EF4-FFF2-40B4-BE49-F238E27FC236}">
                <a16:creationId xmlns:a16="http://schemas.microsoft.com/office/drawing/2014/main" id="{199FF99D-43E8-C823-8A35-40E7D453F82E}"/>
              </a:ext>
            </a:extLst>
          </p:cNvPr>
          <p:cNvSpPr>
            <a:spLocks noGrp="1"/>
          </p:cNvSpPr>
          <p:nvPr>
            <p:ph sz="quarter" idx="15" hasCustomPrompt="1"/>
            <p:custDataLst>
              <p:tags r:id="rId3"/>
            </p:custDataLst>
          </p:nvPr>
        </p:nvSpPr>
        <p:spPr>
          <a:xfrm>
            <a:off x="900001" y="9153525"/>
            <a:ext cx="16485562" cy="598486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Allfällige Bemerkungen, Fussnoten oder Quellenangaben</a:t>
            </a:r>
            <a:endParaRPr lang="de-CH" dirty="0"/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91DAEB2F-157E-A947-0CB3-DC8E9DD9AD0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A54670E0-C6E0-F170-067D-8607B76B571B}"/>
              </a:ext>
            </a:extLst>
          </p:cNvPr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Titel 72pt, 1 Zeile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8250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0D8709B8-0630-E321-81BB-263FFA981965}"/>
              </a:ext>
            </a:extLst>
          </p:cNvPr>
          <p:cNvSpPr txBox="1">
            <a:spLocks/>
          </p:cNvSpPr>
          <p:nvPr userDrawn="1"/>
        </p:nvSpPr>
        <p:spPr>
          <a:xfrm>
            <a:off x="900112" y="8383860"/>
            <a:ext cx="16923487" cy="972000"/>
          </a:xfrm>
          <a:prstGeom prst="rect">
            <a:avLst/>
          </a:prstGeom>
        </p:spPr>
        <p:txBody>
          <a:bodyPr lIns="0" tIns="0" rIns="0" bIns="0"/>
          <a:lstStyle>
            <a:lvl1pPr marL="342557" indent="-342557" algn="l" defTabSz="1370226" rtl="0" eaLnBrk="1" latinLnBrk="0" hangingPunct="1">
              <a:lnSpc>
                <a:spcPct val="90000"/>
              </a:lnSpc>
              <a:spcBef>
                <a:spcPts val="1499"/>
              </a:spcBef>
              <a:buFont typeface="Arial" panose="020B0604020202020204" pitchFamily="34" charset="0"/>
              <a:buChar char="•"/>
              <a:defRPr sz="41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670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3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278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9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789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3011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812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323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38353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3466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7200" dirty="0">
                <a:solidFill>
                  <a:schemeClr val="bg2"/>
                </a:solidFill>
                <a:latin typeface="+mj-lt"/>
              </a:rPr>
              <a:t>Diskussion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0840750-5EA9-10DB-6BB5-35C3C9BBB2A3}"/>
              </a:ext>
            </a:extLst>
          </p:cNvPr>
          <p:cNvGrpSpPr/>
          <p:nvPr userDrawn="1"/>
        </p:nvGrpSpPr>
        <p:grpSpPr>
          <a:xfrm>
            <a:off x="6941308" y="3145597"/>
            <a:ext cx="4408864" cy="3995806"/>
            <a:chOff x="219075" y="3613150"/>
            <a:chExt cx="1609725" cy="1458913"/>
          </a:xfrm>
          <a:solidFill>
            <a:schemeClr val="bg2"/>
          </a:solidFill>
        </p:grpSpPr>
        <p:sp>
          <p:nvSpPr>
            <p:cNvPr id="14" name="Freeform 167">
              <a:extLst>
                <a:ext uri="{FF2B5EF4-FFF2-40B4-BE49-F238E27FC236}">
                  <a16:creationId xmlns:a16="http://schemas.microsoft.com/office/drawing/2014/main" id="{30A46609-6EEE-162C-8C3F-D1EEFB1F4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" name="Freeform 168">
              <a:extLst>
                <a:ext uri="{FF2B5EF4-FFF2-40B4-BE49-F238E27FC236}">
                  <a16:creationId xmlns:a16="http://schemas.microsoft.com/office/drawing/2014/main" id="{0EA95FF4-5DB9-025E-AF0B-9843D7830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94824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luss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675043C-D7A2-6D3E-EE0E-9B14BB661CC3}"/>
              </a:ext>
            </a:extLst>
          </p:cNvPr>
          <p:cNvGrpSpPr/>
          <p:nvPr userDrawn="1"/>
        </p:nvGrpSpPr>
        <p:grpSpPr>
          <a:xfrm>
            <a:off x="7991872" y="3780656"/>
            <a:ext cx="2337128" cy="2614017"/>
            <a:chOff x="8351838" y="4257675"/>
            <a:chExt cx="1581151" cy="176847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7569CB4-FE38-0E3F-8906-3A6D238F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101" y="4257675"/>
              <a:ext cx="1104900" cy="1162050"/>
            </a:xfrm>
            <a:custGeom>
              <a:avLst/>
              <a:gdLst>
                <a:gd name="T0" fmla="*/ 178 w 339"/>
                <a:gd name="T1" fmla="*/ 357 h 357"/>
                <a:gd name="T2" fmla="*/ 0 w 339"/>
                <a:gd name="T3" fmla="*/ 179 h 357"/>
                <a:gd name="T4" fmla="*/ 47 w 339"/>
                <a:gd name="T5" fmla="*/ 59 h 357"/>
                <a:gd name="T6" fmla="*/ 161 w 339"/>
                <a:gd name="T7" fmla="*/ 2 h 357"/>
                <a:gd name="T8" fmla="*/ 212 w 339"/>
                <a:gd name="T9" fmla="*/ 44 h 357"/>
                <a:gd name="T10" fmla="*/ 170 w 339"/>
                <a:gd name="T11" fmla="*/ 95 h 357"/>
                <a:gd name="T12" fmla="*/ 93 w 339"/>
                <a:gd name="T13" fmla="*/ 179 h 357"/>
                <a:gd name="T14" fmla="*/ 178 w 339"/>
                <a:gd name="T15" fmla="*/ 264 h 357"/>
                <a:gd name="T16" fmla="*/ 246 w 339"/>
                <a:gd name="T17" fmla="*/ 264 h 357"/>
                <a:gd name="T18" fmla="*/ 246 w 339"/>
                <a:gd name="T19" fmla="*/ 201 h 357"/>
                <a:gd name="T20" fmla="*/ 292 w 339"/>
                <a:gd name="T21" fmla="*/ 154 h 357"/>
                <a:gd name="T22" fmla="*/ 292 w 339"/>
                <a:gd name="T23" fmla="*/ 154 h 357"/>
                <a:gd name="T24" fmla="*/ 339 w 339"/>
                <a:gd name="T25" fmla="*/ 201 h 357"/>
                <a:gd name="T26" fmla="*/ 339 w 339"/>
                <a:gd name="T27" fmla="*/ 311 h 357"/>
                <a:gd name="T28" fmla="*/ 325 w 339"/>
                <a:gd name="T29" fmla="*/ 344 h 357"/>
                <a:gd name="T30" fmla="*/ 292 w 339"/>
                <a:gd name="T31" fmla="*/ 357 h 357"/>
                <a:gd name="T32" fmla="*/ 178 w 339"/>
                <a:gd name="T3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57">
                  <a:moveTo>
                    <a:pt x="178" y="357"/>
                  </a:moveTo>
                  <a:cubicBezTo>
                    <a:pt x="80" y="357"/>
                    <a:pt x="0" y="278"/>
                    <a:pt x="0" y="179"/>
                  </a:cubicBezTo>
                  <a:cubicBezTo>
                    <a:pt x="0" y="135"/>
                    <a:pt x="16" y="92"/>
                    <a:pt x="47" y="59"/>
                  </a:cubicBezTo>
                  <a:cubicBezTo>
                    <a:pt x="76" y="27"/>
                    <a:pt x="117" y="6"/>
                    <a:pt x="161" y="2"/>
                  </a:cubicBezTo>
                  <a:cubicBezTo>
                    <a:pt x="186" y="0"/>
                    <a:pt x="209" y="18"/>
                    <a:pt x="212" y="44"/>
                  </a:cubicBezTo>
                  <a:cubicBezTo>
                    <a:pt x="214" y="70"/>
                    <a:pt x="195" y="93"/>
                    <a:pt x="170" y="95"/>
                  </a:cubicBezTo>
                  <a:cubicBezTo>
                    <a:pt x="126" y="99"/>
                    <a:pt x="93" y="135"/>
                    <a:pt x="93" y="179"/>
                  </a:cubicBezTo>
                  <a:cubicBezTo>
                    <a:pt x="93" y="226"/>
                    <a:pt x="131" y="264"/>
                    <a:pt x="178" y="264"/>
                  </a:cubicBezTo>
                  <a:cubicBezTo>
                    <a:pt x="246" y="264"/>
                    <a:pt x="246" y="264"/>
                    <a:pt x="246" y="264"/>
                  </a:cubicBezTo>
                  <a:cubicBezTo>
                    <a:pt x="246" y="201"/>
                    <a:pt x="246" y="201"/>
                    <a:pt x="246" y="201"/>
                  </a:cubicBezTo>
                  <a:cubicBezTo>
                    <a:pt x="246" y="175"/>
                    <a:pt x="267" y="154"/>
                    <a:pt x="292" y="154"/>
                  </a:cubicBezTo>
                  <a:cubicBezTo>
                    <a:pt x="292" y="154"/>
                    <a:pt x="292" y="154"/>
                    <a:pt x="292" y="154"/>
                  </a:cubicBezTo>
                  <a:cubicBezTo>
                    <a:pt x="318" y="154"/>
                    <a:pt x="339" y="175"/>
                    <a:pt x="339" y="20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23"/>
                    <a:pt x="334" y="335"/>
                    <a:pt x="325" y="344"/>
                  </a:cubicBezTo>
                  <a:cubicBezTo>
                    <a:pt x="317" y="352"/>
                    <a:pt x="305" y="357"/>
                    <a:pt x="292" y="357"/>
                  </a:cubicBezTo>
                  <a:lnTo>
                    <a:pt x="178" y="35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D2CA975D-0299-1CCC-65E1-3D9FF419D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1838" y="5741988"/>
              <a:ext cx="241300" cy="284163"/>
            </a:xfrm>
            <a:custGeom>
              <a:avLst/>
              <a:gdLst>
                <a:gd name="T0" fmla="*/ 44 w 74"/>
                <a:gd name="T1" fmla="*/ 71 h 87"/>
                <a:gd name="T2" fmla="*/ 58 w 74"/>
                <a:gd name="T3" fmla="*/ 68 h 87"/>
                <a:gd name="T4" fmla="*/ 58 w 74"/>
                <a:gd name="T5" fmla="*/ 50 h 87"/>
                <a:gd name="T6" fmla="*/ 66 w 74"/>
                <a:gd name="T7" fmla="*/ 42 h 87"/>
                <a:gd name="T8" fmla="*/ 74 w 74"/>
                <a:gd name="T9" fmla="*/ 50 h 87"/>
                <a:gd name="T10" fmla="*/ 74 w 74"/>
                <a:gd name="T11" fmla="*/ 68 h 87"/>
                <a:gd name="T12" fmla="*/ 43 w 74"/>
                <a:gd name="T13" fmla="*/ 87 h 87"/>
                <a:gd name="T14" fmla="*/ 0 w 74"/>
                <a:gd name="T15" fmla="*/ 43 h 87"/>
                <a:gd name="T16" fmla="*/ 44 w 74"/>
                <a:gd name="T17" fmla="*/ 0 h 87"/>
                <a:gd name="T18" fmla="*/ 73 w 74"/>
                <a:gd name="T19" fmla="*/ 15 h 87"/>
                <a:gd name="T20" fmla="*/ 66 w 74"/>
                <a:gd name="T21" fmla="*/ 22 h 87"/>
                <a:gd name="T22" fmla="*/ 43 w 74"/>
                <a:gd name="T23" fmla="*/ 16 h 87"/>
                <a:gd name="T24" fmla="*/ 17 w 74"/>
                <a:gd name="T25" fmla="*/ 43 h 87"/>
                <a:gd name="T26" fmla="*/ 44 w 74"/>
                <a:gd name="T27" fmla="*/ 7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87">
                  <a:moveTo>
                    <a:pt x="44" y="71"/>
                  </a:moveTo>
                  <a:cubicBezTo>
                    <a:pt x="49" y="71"/>
                    <a:pt x="54" y="70"/>
                    <a:pt x="58" y="68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8" y="45"/>
                    <a:pt x="61" y="42"/>
                    <a:pt x="66" y="42"/>
                  </a:cubicBezTo>
                  <a:cubicBezTo>
                    <a:pt x="70" y="42"/>
                    <a:pt x="74" y="45"/>
                    <a:pt x="74" y="50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79"/>
                    <a:pt x="62" y="87"/>
                    <a:pt x="43" y="87"/>
                  </a:cubicBezTo>
                  <a:cubicBezTo>
                    <a:pt x="18" y="87"/>
                    <a:pt x="0" y="67"/>
                    <a:pt x="0" y="43"/>
                  </a:cubicBezTo>
                  <a:cubicBezTo>
                    <a:pt x="0" y="19"/>
                    <a:pt x="17" y="0"/>
                    <a:pt x="44" y="0"/>
                  </a:cubicBezTo>
                  <a:cubicBezTo>
                    <a:pt x="60" y="0"/>
                    <a:pt x="73" y="7"/>
                    <a:pt x="73" y="15"/>
                  </a:cubicBezTo>
                  <a:cubicBezTo>
                    <a:pt x="73" y="20"/>
                    <a:pt x="70" y="22"/>
                    <a:pt x="66" y="22"/>
                  </a:cubicBezTo>
                  <a:cubicBezTo>
                    <a:pt x="60" y="22"/>
                    <a:pt x="55" y="16"/>
                    <a:pt x="43" y="16"/>
                  </a:cubicBezTo>
                  <a:cubicBezTo>
                    <a:pt x="27" y="16"/>
                    <a:pt x="17" y="28"/>
                    <a:pt x="17" y="43"/>
                  </a:cubicBezTo>
                  <a:cubicBezTo>
                    <a:pt x="17" y="58"/>
                    <a:pt x="28" y="71"/>
                    <a:pt x="44" y="7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2C60DC3-F232-D965-C129-D71EA48A88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32826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49" y="61"/>
                    <a:pt x="49" y="57"/>
                  </a:cubicBezTo>
                  <a:cubicBezTo>
                    <a:pt x="45" y="63"/>
                    <a:pt x="38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8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75CAE5B-F355-058A-C8D9-7787522D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5726113"/>
              <a:ext cx="52388" cy="293688"/>
            </a:xfrm>
            <a:custGeom>
              <a:avLst/>
              <a:gdLst>
                <a:gd name="T0" fmla="*/ 7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7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7" y="0"/>
                  </a:moveTo>
                  <a:cubicBezTo>
                    <a:pt x="12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2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4FB8380E-35D4-AEF5-CA59-32E661B8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01" y="5726113"/>
              <a:ext cx="52388" cy="293688"/>
            </a:xfrm>
            <a:custGeom>
              <a:avLst/>
              <a:gdLst>
                <a:gd name="T0" fmla="*/ 8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8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8" y="0"/>
                  </a:moveTo>
                  <a:cubicBezTo>
                    <a:pt x="13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3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A147E44D-F2D3-1838-CAC5-977110A8A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5426" y="5811838"/>
              <a:ext cx="204788" cy="214313"/>
            </a:xfrm>
            <a:custGeom>
              <a:avLst/>
              <a:gdLst>
                <a:gd name="T0" fmla="*/ 54 w 63"/>
                <a:gd name="T1" fmla="*/ 37 h 66"/>
                <a:gd name="T2" fmla="*/ 17 w 63"/>
                <a:gd name="T3" fmla="*/ 37 h 66"/>
                <a:gd name="T4" fmla="*/ 34 w 63"/>
                <a:gd name="T5" fmla="*/ 52 h 66"/>
                <a:gd name="T6" fmla="*/ 52 w 63"/>
                <a:gd name="T7" fmla="*/ 47 h 66"/>
                <a:gd name="T8" fmla="*/ 58 w 63"/>
                <a:gd name="T9" fmla="*/ 53 h 66"/>
                <a:gd name="T10" fmla="*/ 34 w 63"/>
                <a:gd name="T11" fmla="*/ 66 h 66"/>
                <a:gd name="T12" fmla="*/ 0 w 63"/>
                <a:gd name="T13" fmla="*/ 33 h 66"/>
                <a:gd name="T14" fmla="*/ 33 w 63"/>
                <a:gd name="T15" fmla="*/ 0 h 66"/>
                <a:gd name="T16" fmla="*/ 63 w 63"/>
                <a:gd name="T17" fmla="*/ 28 h 66"/>
                <a:gd name="T18" fmla="*/ 54 w 63"/>
                <a:gd name="T19" fmla="*/ 37 h 66"/>
                <a:gd name="T20" fmla="*/ 17 w 63"/>
                <a:gd name="T21" fmla="*/ 27 h 66"/>
                <a:gd name="T22" fmla="*/ 47 w 63"/>
                <a:gd name="T23" fmla="*/ 27 h 66"/>
                <a:gd name="T24" fmla="*/ 32 w 63"/>
                <a:gd name="T25" fmla="*/ 13 h 66"/>
                <a:gd name="T26" fmla="*/ 17 w 63"/>
                <a:gd name="T2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66">
                  <a:moveTo>
                    <a:pt x="54" y="37"/>
                  </a:moveTo>
                  <a:cubicBezTo>
                    <a:pt x="17" y="37"/>
                    <a:pt x="17" y="37"/>
                    <a:pt x="17" y="37"/>
                  </a:cubicBezTo>
                  <a:cubicBezTo>
                    <a:pt x="18" y="46"/>
                    <a:pt x="25" y="52"/>
                    <a:pt x="34" y="52"/>
                  </a:cubicBezTo>
                  <a:cubicBezTo>
                    <a:pt x="44" y="52"/>
                    <a:pt x="47" y="47"/>
                    <a:pt x="52" y="47"/>
                  </a:cubicBezTo>
                  <a:cubicBezTo>
                    <a:pt x="55" y="47"/>
                    <a:pt x="58" y="50"/>
                    <a:pt x="58" y="53"/>
                  </a:cubicBezTo>
                  <a:cubicBezTo>
                    <a:pt x="58" y="60"/>
                    <a:pt x="47" y="66"/>
                    <a:pt x="34" y="66"/>
                  </a:cubicBezTo>
                  <a:cubicBezTo>
                    <a:pt x="14" y="66"/>
                    <a:pt x="0" y="51"/>
                    <a:pt x="0" y="33"/>
                  </a:cubicBezTo>
                  <a:cubicBezTo>
                    <a:pt x="0" y="15"/>
                    <a:pt x="13" y="0"/>
                    <a:pt x="33" y="0"/>
                  </a:cubicBezTo>
                  <a:cubicBezTo>
                    <a:pt x="52" y="0"/>
                    <a:pt x="63" y="14"/>
                    <a:pt x="63" y="28"/>
                  </a:cubicBezTo>
                  <a:cubicBezTo>
                    <a:pt x="63" y="33"/>
                    <a:pt x="60" y="37"/>
                    <a:pt x="54" y="37"/>
                  </a:cubicBezTo>
                  <a:close/>
                  <a:moveTo>
                    <a:pt x="17" y="27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5" y="18"/>
                    <a:pt x="40" y="13"/>
                    <a:pt x="32" y="13"/>
                  </a:cubicBezTo>
                  <a:cubicBezTo>
                    <a:pt x="24" y="13"/>
                    <a:pt x="19" y="19"/>
                    <a:pt x="17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7EC79C0-862B-7F16-6268-D15C687EB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1963" y="5726113"/>
              <a:ext cx="212725" cy="300038"/>
            </a:xfrm>
            <a:custGeom>
              <a:avLst/>
              <a:gdLst>
                <a:gd name="T0" fmla="*/ 65 w 65"/>
                <a:gd name="T1" fmla="*/ 8 h 92"/>
                <a:gd name="T2" fmla="*/ 65 w 65"/>
                <a:gd name="T3" fmla="*/ 82 h 92"/>
                <a:gd name="T4" fmla="*/ 57 w 65"/>
                <a:gd name="T5" fmla="*/ 90 h 92"/>
                <a:gd name="T6" fmla="*/ 49 w 65"/>
                <a:gd name="T7" fmla="*/ 83 h 92"/>
                <a:gd name="T8" fmla="*/ 30 w 65"/>
                <a:gd name="T9" fmla="*/ 92 h 92"/>
                <a:gd name="T10" fmla="*/ 0 w 65"/>
                <a:gd name="T11" fmla="*/ 59 h 92"/>
                <a:gd name="T12" fmla="*/ 30 w 65"/>
                <a:gd name="T13" fmla="*/ 26 h 92"/>
                <a:gd name="T14" fmla="*/ 49 w 65"/>
                <a:gd name="T15" fmla="*/ 34 h 92"/>
                <a:gd name="T16" fmla="*/ 49 w 65"/>
                <a:gd name="T17" fmla="*/ 8 h 92"/>
                <a:gd name="T18" fmla="*/ 57 w 65"/>
                <a:gd name="T19" fmla="*/ 0 h 92"/>
                <a:gd name="T20" fmla="*/ 65 w 65"/>
                <a:gd name="T21" fmla="*/ 8 h 92"/>
                <a:gd name="T22" fmla="*/ 49 w 65"/>
                <a:gd name="T23" fmla="*/ 59 h 92"/>
                <a:gd name="T24" fmla="*/ 32 w 65"/>
                <a:gd name="T25" fmla="*/ 41 h 92"/>
                <a:gd name="T26" fmla="*/ 16 w 65"/>
                <a:gd name="T27" fmla="*/ 59 h 92"/>
                <a:gd name="T28" fmla="*/ 32 w 65"/>
                <a:gd name="T29" fmla="*/ 77 h 92"/>
                <a:gd name="T30" fmla="*/ 49 w 65"/>
                <a:gd name="T31" fmla="*/ 5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92">
                  <a:moveTo>
                    <a:pt x="65" y="8"/>
                  </a:moveTo>
                  <a:cubicBezTo>
                    <a:pt x="65" y="82"/>
                    <a:pt x="65" y="82"/>
                    <a:pt x="65" y="82"/>
                  </a:cubicBezTo>
                  <a:cubicBezTo>
                    <a:pt x="65" y="87"/>
                    <a:pt x="61" y="90"/>
                    <a:pt x="57" y="90"/>
                  </a:cubicBezTo>
                  <a:cubicBezTo>
                    <a:pt x="52" y="90"/>
                    <a:pt x="49" y="87"/>
                    <a:pt x="49" y="83"/>
                  </a:cubicBezTo>
                  <a:cubicBezTo>
                    <a:pt x="44" y="89"/>
                    <a:pt x="38" y="92"/>
                    <a:pt x="30" y="92"/>
                  </a:cubicBezTo>
                  <a:cubicBezTo>
                    <a:pt x="13" y="92"/>
                    <a:pt x="0" y="78"/>
                    <a:pt x="0" y="59"/>
                  </a:cubicBezTo>
                  <a:cubicBezTo>
                    <a:pt x="0" y="40"/>
                    <a:pt x="12" y="26"/>
                    <a:pt x="30" y="26"/>
                  </a:cubicBezTo>
                  <a:cubicBezTo>
                    <a:pt x="38" y="26"/>
                    <a:pt x="44" y="29"/>
                    <a:pt x="49" y="34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3"/>
                    <a:pt x="52" y="0"/>
                    <a:pt x="57" y="0"/>
                  </a:cubicBezTo>
                  <a:cubicBezTo>
                    <a:pt x="61" y="0"/>
                    <a:pt x="65" y="3"/>
                    <a:pt x="65" y="8"/>
                  </a:cubicBezTo>
                  <a:close/>
                  <a:moveTo>
                    <a:pt x="49" y="59"/>
                  </a:moveTo>
                  <a:cubicBezTo>
                    <a:pt x="49" y="49"/>
                    <a:pt x="42" y="41"/>
                    <a:pt x="32" y="41"/>
                  </a:cubicBezTo>
                  <a:cubicBezTo>
                    <a:pt x="23" y="41"/>
                    <a:pt x="16" y="49"/>
                    <a:pt x="16" y="59"/>
                  </a:cubicBezTo>
                  <a:cubicBezTo>
                    <a:pt x="16" y="69"/>
                    <a:pt x="23" y="77"/>
                    <a:pt x="32" y="77"/>
                  </a:cubicBezTo>
                  <a:cubicBezTo>
                    <a:pt x="42" y="77"/>
                    <a:pt x="49" y="69"/>
                    <a:pt x="49" y="5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C0E9BAA8-61C6-3105-59D5-BBF763ECA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0251" y="5729288"/>
              <a:ext cx="58738" cy="290513"/>
            </a:xfrm>
            <a:custGeom>
              <a:avLst/>
              <a:gdLst>
                <a:gd name="T0" fmla="*/ 18 w 18"/>
                <a:gd name="T1" fmla="*/ 9 h 89"/>
                <a:gd name="T2" fmla="*/ 9 w 18"/>
                <a:gd name="T3" fmla="*/ 18 h 89"/>
                <a:gd name="T4" fmla="*/ 0 w 18"/>
                <a:gd name="T5" fmla="*/ 9 h 89"/>
                <a:gd name="T6" fmla="*/ 9 w 18"/>
                <a:gd name="T7" fmla="*/ 0 h 89"/>
                <a:gd name="T8" fmla="*/ 18 w 18"/>
                <a:gd name="T9" fmla="*/ 9 h 89"/>
                <a:gd name="T10" fmla="*/ 9 w 18"/>
                <a:gd name="T11" fmla="*/ 89 h 89"/>
                <a:gd name="T12" fmla="*/ 1 w 18"/>
                <a:gd name="T13" fmla="*/ 82 h 89"/>
                <a:gd name="T14" fmla="*/ 1 w 18"/>
                <a:gd name="T15" fmla="*/ 34 h 89"/>
                <a:gd name="T16" fmla="*/ 9 w 18"/>
                <a:gd name="T17" fmla="*/ 26 h 89"/>
                <a:gd name="T18" fmla="*/ 17 w 18"/>
                <a:gd name="T19" fmla="*/ 34 h 89"/>
                <a:gd name="T20" fmla="*/ 17 w 18"/>
                <a:gd name="T21" fmla="*/ 82 h 89"/>
                <a:gd name="T22" fmla="*/ 9 w 18"/>
                <a:gd name="T2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89">
                  <a:moveTo>
                    <a:pt x="18" y="9"/>
                  </a:moveTo>
                  <a:cubicBezTo>
                    <a:pt x="18" y="14"/>
                    <a:pt x="14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  <a:moveTo>
                    <a:pt x="9" y="89"/>
                  </a:moveTo>
                  <a:cubicBezTo>
                    <a:pt x="4" y="89"/>
                    <a:pt x="1" y="86"/>
                    <a:pt x="1" y="82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0"/>
                    <a:pt x="4" y="26"/>
                    <a:pt x="9" y="26"/>
                  </a:cubicBezTo>
                  <a:cubicBezTo>
                    <a:pt x="14" y="26"/>
                    <a:pt x="17" y="30"/>
                    <a:pt x="17" y="34"/>
                  </a:cubicBezTo>
                  <a:cubicBezTo>
                    <a:pt x="17" y="82"/>
                    <a:pt x="17" y="82"/>
                    <a:pt x="17" y="82"/>
                  </a:cubicBezTo>
                  <a:cubicBezTo>
                    <a:pt x="17" y="86"/>
                    <a:pt x="14" y="89"/>
                    <a:pt x="9" y="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C407508-A0D6-DE80-06DD-1F4D3AA40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851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50" y="61"/>
                    <a:pt x="49" y="57"/>
                  </a:cubicBezTo>
                  <a:cubicBezTo>
                    <a:pt x="45" y="63"/>
                    <a:pt x="39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9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9802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Zwischenfolie ro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kto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6">
            <a:extLst>
              <a:ext uri="{FF2B5EF4-FFF2-40B4-BE49-F238E27FC236}">
                <a16:creationId xmlns:a16="http://schemas.microsoft.com/office/drawing/2014/main" id="{774E28A9-4E29-AA53-27F9-EDD74380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684000"/>
            <a:ext cx="16668000" cy="298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CH" dirty="0"/>
              <a:t>Verwendbare Piktogramme</a:t>
            </a:r>
          </a:p>
        </p:txBody>
      </p:sp>
      <p:sp>
        <p:nvSpPr>
          <p:cNvPr id="3" name="Freeform 193">
            <a:extLst>
              <a:ext uri="{FF2B5EF4-FFF2-40B4-BE49-F238E27FC236}">
                <a16:creationId xmlns:a16="http://schemas.microsoft.com/office/drawing/2014/main" id="{39084BB1-B7AD-017D-3CE7-8E093F0C2727}"/>
              </a:ext>
            </a:extLst>
          </p:cNvPr>
          <p:cNvSpPr>
            <a:spLocks/>
          </p:cNvSpPr>
          <p:nvPr userDrawn="1"/>
        </p:nvSpPr>
        <p:spPr bwMode="auto">
          <a:xfrm>
            <a:off x="5851801" y="2049752"/>
            <a:ext cx="1014416" cy="975156"/>
          </a:xfrm>
          <a:custGeom>
            <a:avLst/>
            <a:gdLst>
              <a:gd name="T0" fmla="*/ 3790 w 3933"/>
              <a:gd name="T1" fmla="*/ 3775 h 3775"/>
              <a:gd name="T2" fmla="*/ 3698 w 3933"/>
              <a:gd name="T3" fmla="*/ 3737 h 3775"/>
              <a:gd name="T4" fmla="*/ 2605 w 3933"/>
              <a:gd name="T5" fmla="*/ 2644 h 3775"/>
              <a:gd name="T6" fmla="*/ 584 w 3933"/>
              <a:gd name="T7" fmla="*/ 2556 h 3775"/>
              <a:gd name="T8" fmla="*/ 584 w 3933"/>
              <a:gd name="T9" fmla="*/ 439 h 3775"/>
              <a:gd name="T10" fmla="*/ 1642 w 3933"/>
              <a:gd name="T11" fmla="*/ 0 h 3775"/>
              <a:gd name="T12" fmla="*/ 2701 w 3933"/>
              <a:gd name="T13" fmla="*/ 439 h 3775"/>
              <a:gd name="T14" fmla="*/ 3140 w 3933"/>
              <a:gd name="T15" fmla="*/ 1497 h 3775"/>
              <a:gd name="T16" fmla="*/ 3009 w 3933"/>
              <a:gd name="T17" fmla="*/ 1628 h 3775"/>
              <a:gd name="T18" fmla="*/ 2879 w 3933"/>
              <a:gd name="T19" fmla="*/ 1497 h 3775"/>
              <a:gd name="T20" fmla="*/ 2517 w 3933"/>
              <a:gd name="T21" fmla="*/ 623 h 3775"/>
              <a:gd name="T22" fmla="*/ 1642 w 3933"/>
              <a:gd name="T23" fmla="*/ 261 h 3775"/>
              <a:gd name="T24" fmla="*/ 768 w 3933"/>
              <a:gd name="T25" fmla="*/ 623 h 3775"/>
              <a:gd name="T26" fmla="*/ 406 w 3933"/>
              <a:gd name="T27" fmla="*/ 1497 h 3775"/>
              <a:gd name="T28" fmla="*/ 768 w 3933"/>
              <a:gd name="T29" fmla="*/ 2372 h 3775"/>
              <a:gd name="T30" fmla="*/ 2517 w 3933"/>
              <a:gd name="T31" fmla="*/ 2372 h 3775"/>
              <a:gd name="T32" fmla="*/ 2701 w 3933"/>
              <a:gd name="T33" fmla="*/ 2372 h 3775"/>
              <a:gd name="T34" fmla="*/ 3882 w 3933"/>
              <a:gd name="T35" fmla="*/ 3553 h 3775"/>
              <a:gd name="T36" fmla="*/ 3882 w 3933"/>
              <a:gd name="T37" fmla="*/ 3737 h 3775"/>
              <a:gd name="T38" fmla="*/ 3790 w 3933"/>
              <a:gd name="T39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33" h="3775">
                <a:moveTo>
                  <a:pt x="3790" y="3775"/>
                </a:moveTo>
                <a:cubicBezTo>
                  <a:pt x="3757" y="3775"/>
                  <a:pt x="3724" y="3763"/>
                  <a:pt x="3698" y="3737"/>
                </a:cubicBezTo>
                <a:cubicBezTo>
                  <a:pt x="2605" y="2644"/>
                  <a:pt x="2605" y="2644"/>
                  <a:pt x="2605" y="2644"/>
                </a:cubicBezTo>
                <a:cubicBezTo>
                  <a:pt x="2017" y="3138"/>
                  <a:pt x="1137" y="3109"/>
                  <a:pt x="584" y="2556"/>
                </a:cubicBezTo>
                <a:cubicBezTo>
                  <a:pt x="0" y="1972"/>
                  <a:pt x="0" y="1022"/>
                  <a:pt x="584" y="439"/>
                </a:cubicBezTo>
                <a:cubicBezTo>
                  <a:pt x="867" y="156"/>
                  <a:pt x="1243" y="0"/>
                  <a:pt x="1642" y="0"/>
                </a:cubicBezTo>
                <a:cubicBezTo>
                  <a:pt x="2042" y="0"/>
                  <a:pt x="2418" y="156"/>
                  <a:pt x="2701" y="439"/>
                </a:cubicBezTo>
                <a:cubicBezTo>
                  <a:pt x="2984" y="722"/>
                  <a:pt x="3140" y="1097"/>
                  <a:pt x="3140" y="1497"/>
                </a:cubicBezTo>
                <a:cubicBezTo>
                  <a:pt x="3140" y="1569"/>
                  <a:pt x="3081" y="1628"/>
                  <a:pt x="3009" y="1628"/>
                </a:cubicBezTo>
                <a:cubicBezTo>
                  <a:pt x="2937" y="1628"/>
                  <a:pt x="2879" y="1569"/>
                  <a:pt x="2879" y="1497"/>
                </a:cubicBezTo>
                <a:cubicBezTo>
                  <a:pt x="2879" y="1167"/>
                  <a:pt x="2751" y="856"/>
                  <a:pt x="2517" y="623"/>
                </a:cubicBezTo>
                <a:cubicBezTo>
                  <a:pt x="2283" y="389"/>
                  <a:pt x="1973" y="261"/>
                  <a:pt x="1642" y="261"/>
                </a:cubicBezTo>
                <a:cubicBezTo>
                  <a:pt x="1312" y="261"/>
                  <a:pt x="1002" y="389"/>
                  <a:pt x="768" y="623"/>
                </a:cubicBezTo>
                <a:cubicBezTo>
                  <a:pt x="534" y="856"/>
                  <a:pt x="406" y="1167"/>
                  <a:pt x="406" y="1497"/>
                </a:cubicBezTo>
                <a:cubicBezTo>
                  <a:pt x="406" y="1828"/>
                  <a:pt x="534" y="2138"/>
                  <a:pt x="768" y="2372"/>
                </a:cubicBezTo>
                <a:cubicBezTo>
                  <a:pt x="1250" y="2854"/>
                  <a:pt x="2035" y="2854"/>
                  <a:pt x="2517" y="2372"/>
                </a:cubicBezTo>
                <a:cubicBezTo>
                  <a:pt x="2568" y="2321"/>
                  <a:pt x="2650" y="2321"/>
                  <a:pt x="2701" y="2372"/>
                </a:cubicBezTo>
                <a:cubicBezTo>
                  <a:pt x="3882" y="3553"/>
                  <a:pt x="3882" y="3553"/>
                  <a:pt x="3882" y="3553"/>
                </a:cubicBezTo>
                <a:cubicBezTo>
                  <a:pt x="3933" y="3604"/>
                  <a:pt x="3933" y="3687"/>
                  <a:pt x="3882" y="3737"/>
                </a:cubicBezTo>
                <a:cubicBezTo>
                  <a:pt x="3857" y="3763"/>
                  <a:pt x="3824" y="3775"/>
                  <a:pt x="379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D4E7FFC-6EC2-9938-EF7A-2B556D8D1BF6}"/>
              </a:ext>
            </a:extLst>
          </p:cNvPr>
          <p:cNvGrpSpPr/>
          <p:nvPr userDrawn="1"/>
        </p:nvGrpSpPr>
        <p:grpSpPr>
          <a:xfrm>
            <a:off x="2652484" y="2027519"/>
            <a:ext cx="766118" cy="975156"/>
            <a:chOff x="4241800" y="3613150"/>
            <a:chExt cx="1146175" cy="1458913"/>
          </a:xfrm>
          <a:solidFill>
            <a:schemeClr val="tx1"/>
          </a:solidFill>
        </p:grpSpPr>
        <p:sp>
          <p:nvSpPr>
            <p:cNvPr id="5" name="Freeform 183">
              <a:extLst>
                <a:ext uri="{FF2B5EF4-FFF2-40B4-BE49-F238E27FC236}">
                  <a16:creationId xmlns:a16="http://schemas.microsoft.com/office/drawing/2014/main" id="{727645B9-B826-740A-2BAC-3FDC07D04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800" y="3613150"/>
              <a:ext cx="1146175" cy="1458913"/>
            </a:xfrm>
            <a:custGeom>
              <a:avLst/>
              <a:gdLst>
                <a:gd name="T0" fmla="*/ 2734 w 2864"/>
                <a:gd name="T1" fmla="*/ 3645 h 3645"/>
                <a:gd name="T2" fmla="*/ 521 w 2864"/>
                <a:gd name="T3" fmla="*/ 3645 h 3645"/>
                <a:gd name="T4" fmla="*/ 0 w 2864"/>
                <a:gd name="T5" fmla="*/ 3125 h 3645"/>
                <a:gd name="T6" fmla="*/ 521 w 2864"/>
                <a:gd name="T7" fmla="*/ 2604 h 3645"/>
                <a:gd name="T8" fmla="*/ 2603 w 2864"/>
                <a:gd name="T9" fmla="*/ 2604 h 3645"/>
                <a:gd name="T10" fmla="*/ 2603 w 2864"/>
                <a:gd name="T11" fmla="*/ 261 h 3645"/>
                <a:gd name="T12" fmla="*/ 521 w 2864"/>
                <a:gd name="T13" fmla="*/ 261 h 3645"/>
                <a:gd name="T14" fmla="*/ 260 w 2864"/>
                <a:gd name="T15" fmla="*/ 521 h 3645"/>
                <a:gd name="T16" fmla="*/ 260 w 2864"/>
                <a:gd name="T17" fmla="*/ 781 h 3645"/>
                <a:gd name="T18" fmla="*/ 130 w 2864"/>
                <a:gd name="T19" fmla="*/ 912 h 3645"/>
                <a:gd name="T20" fmla="*/ 0 w 2864"/>
                <a:gd name="T21" fmla="*/ 781 h 3645"/>
                <a:gd name="T22" fmla="*/ 0 w 2864"/>
                <a:gd name="T23" fmla="*/ 521 h 3645"/>
                <a:gd name="T24" fmla="*/ 521 w 2864"/>
                <a:gd name="T25" fmla="*/ 0 h 3645"/>
                <a:gd name="T26" fmla="*/ 2734 w 2864"/>
                <a:gd name="T27" fmla="*/ 0 h 3645"/>
                <a:gd name="T28" fmla="*/ 2864 w 2864"/>
                <a:gd name="T29" fmla="*/ 130 h 3645"/>
                <a:gd name="T30" fmla="*/ 2864 w 2864"/>
                <a:gd name="T31" fmla="*/ 2734 h 3645"/>
                <a:gd name="T32" fmla="*/ 2734 w 2864"/>
                <a:gd name="T33" fmla="*/ 2864 h 3645"/>
                <a:gd name="T34" fmla="*/ 521 w 2864"/>
                <a:gd name="T35" fmla="*/ 2864 h 3645"/>
                <a:gd name="T36" fmla="*/ 260 w 2864"/>
                <a:gd name="T37" fmla="*/ 3125 h 3645"/>
                <a:gd name="T38" fmla="*/ 521 w 2864"/>
                <a:gd name="T39" fmla="*/ 3385 h 3645"/>
                <a:gd name="T40" fmla="*/ 2734 w 2864"/>
                <a:gd name="T41" fmla="*/ 3385 h 3645"/>
                <a:gd name="T42" fmla="*/ 2864 w 2864"/>
                <a:gd name="T43" fmla="*/ 3515 h 3645"/>
                <a:gd name="T44" fmla="*/ 2734 w 2864"/>
                <a:gd name="T45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4" h="3645">
                  <a:moveTo>
                    <a:pt x="2734" y="3645"/>
                  </a:moveTo>
                  <a:cubicBezTo>
                    <a:pt x="521" y="3645"/>
                    <a:pt x="521" y="3645"/>
                    <a:pt x="521" y="3645"/>
                  </a:cubicBezTo>
                  <a:cubicBezTo>
                    <a:pt x="233" y="3645"/>
                    <a:pt x="0" y="3412"/>
                    <a:pt x="0" y="3125"/>
                  </a:cubicBezTo>
                  <a:cubicBezTo>
                    <a:pt x="0" y="2837"/>
                    <a:pt x="233" y="2604"/>
                    <a:pt x="521" y="2604"/>
                  </a:cubicBezTo>
                  <a:cubicBezTo>
                    <a:pt x="2603" y="2604"/>
                    <a:pt x="2603" y="2604"/>
                    <a:pt x="2603" y="2604"/>
                  </a:cubicBezTo>
                  <a:cubicBezTo>
                    <a:pt x="2603" y="261"/>
                    <a:pt x="2603" y="261"/>
                    <a:pt x="2603" y="261"/>
                  </a:cubicBezTo>
                  <a:cubicBezTo>
                    <a:pt x="521" y="261"/>
                    <a:pt x="521" y="261"/>
                    <a:pt x="521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3"/>
                    <a:pt x="202" y="912"/>
                    <a:pt x="130" y="912"/>
                  </a:cubicBezTo>
                  <a:cubicBezTo>
                    <a:pt x="58" y="912"/>
                    <a:pt x="0" y="853"/>
                    <a:pt x="0" y="78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9"/>
                    <a:pt x="2864" y="130"/>
                  </a:cubicBezTo>
                  <a:cubicBezTo>
                    <a:pt x="2864" y="2734"/>
                    <a:pt x="2864" y="2734"/>
                    <a:pt x="2864" y="2734"/>
                  </a:cubicBezTo>
                  <a:cubicBezTo>
                    <a:pt x="2864" y="2806"/>
                    <a:pt x="2806" y="2864"/>
                    <a:pt x="2734" y="2864"/>
                  </a:cubicBezTo>
                  <a:cubicBezTo>
                    <a:pt x="521" y="2864"/>
                    <a:pt x="521" y="2864"/>
                    <a:pt x="521" y="2864"/>
                  </a:cubicBezTo>
                  <a:cubicBezTo>
                    <a:pt x="377" y="2864"/>
                    <a:pt x="260" y="2981"/>
                    <a:pt x="260" y="3125"/>
                  </a:cubicBezTo>
                  <a:cubicBezTo>
                    <a:pt x="260" y="3268"/>
                    <a:pt x="377" y="3385"/>
                    <a:pt x="521" y="3385"/>
                  </a:cubicBezTo>
                  <a:cubicBezTo>
                    <a:pt x="2734" y="3385"/>
                    <a:pt x="2734" y="3385"/>
                    <a:pt x="2734" y="3385"/>
                  </a:cubicBezTo>
                  <a:cubicBezTo>
                    <a:pt x="2806" y="3385"/>
                    <a:pt x="2864" y="3443"/>
                    <a:pt x="2864" y="3515"/>
                  </a:cubicBezTo>
                  <a:cubicBezTo>
                    <a:pt x="2864" y="3587"/>
                    <a:pt x="2806" y="3645"/>
                    <a:pt x="2734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" name="Freeform 184">
              <a:extLst>
                <a:ext uri="{FF2B5EF4-FFF2-40B4-BE49-F238E27FC236}">
                  <a16:creationId xmlns:a16="http://schemas.microsoft.com/office/drawing/2014/main" id="{212040B2-8135-6656-1A69-A8B52C6B5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403066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" name="Freeform 185">
              <a:extLst>
                <a:ext uri="{FF2B5EF4-FFF2-40B4-BE49-F238E27FC236}">
                  <a16:creationId xmlns:a16="http://schemas.microsoft.com/office/drawing/2014/main" id="{E2A2A4DA-8518-93F3-06A3-C3E2900D4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429101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D30B557-5EDA-D6D0-11A9-C8449270C398}"/>
              </a:ext>
            </a:extLst>
          </p:cNvPr>
          <p:cNvGrpSpPr/>
          <p:nvPr userDrawn="1"/>
        </p:nvGrpSpPr>
        <p:grpSpPr>
          <a:xfrm>
            <a:off x="11040239" y="2131819"/>
            <a:ext cx="950334" cy="876357"/>
            <a:chOff x="2239963" y="3605212"/>
            <a:chExt cx="1590675" cy="1466851"/>
          </a:xfrm>
          <a:solidFill>
            <a:schemeClr val="tx1"/>
          </a:solidFill>
        </p:grpSpPr>
        <p:sp>
          <p:nvSpPr>
            <p:cNvPr id="9" name="Freeform 172">
              <a:extLst>
                <a:ext uri="{FF2B5EF4-FFF2-40B4-BE49-F238E27FC236}">
                  <a16:creationId xmlns:a16="http://schemas.microsoft.com/office/drawing/2014/main" id="{A5F68D0F-CEDD-DDF1-E1C6-C146393DB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963" y="3605212"/>
              <a:ext cx="1590675" cy="1466851"/>
            </a:xfrm>
            <a:custGeom>
              <a:avLst/>
              <a:gdLst>
                <a:gd name="T0" fmla="*/ 1899 w 3413"/>
                <a:gd name="T1" fmla="*/ 1577 h 3139"/>
                <a:gd name="T2" fmla="*/ 3357 w 3413"/>
                <a:gd name="T3" fmla="*/ 241 h 3139"/>
                <a:gd name="T4" fmla="*/ 3365 w 3413"/>
                <a:gd name="T5" fmla="*/ 57 h 3139"/>
                <a:gd name="T6" fmla="*/ 3181 w 3413"/>
                <a:gd name="T7" fmla="*/ 49 h 3139"/>
                <a:gd name="T8" fmla="*/ 1707 w 3413"/>
                <a:gd name="T9" fmla="*/ 1400 h 3139"/>
                <a:gd name="T10" fmla="*/ 233 w 3413"/>
                <a:gd name="T11" fmla="*/ 49 h 3139"/>
                <a:gd name="T12" fmla="*/ 49 w 3413"/>
                <a:gd name="T13" fmla="*/ 57 h 3139"/>
                <a:gd name="T14" fmla="*/ 57 w 3413"/>
                <a:gd name="T15" fmla="*/ 241 h 3139"/>
                <a:gd name="T16" fmla="*/ 3181 w 3413"/>
                <a:gd name="T17" fmla="*/ 3105 h 3139"/>
                <a:gd name="T18" fmla="*/ 3269 w 3413"/>
                <a:gd name="T19" fmla="*/ 3139 h 3139"/>
                <a:gd name="T20" fmla="*/ 3365 w 3413"/>
                <a:gd name="T21" fmla="*/ 3097 h 3139"/>
                <a:gd name="T22" fmla="*/ 3357 w 3413"/>
                <a:gd name="T23" fmla="*/ 2913 h 3139"/>
                <a:gd name="T24" fmla="*/ 1899 w 3413"/>
                <a:gd name="T25" fmla="*/ 1577 h 3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13" h="3139">
                  <a:moveTo>
                    <a:pt x="1899" y="1577"/>
                  </a:moveTo>
                  <a:cubicBezTo>
                    <a:pt x="3357" y="241"/>
                    <a:pt x="3357" y="241"/>
                    <a:pt x="3357" y="241"/>
                  </a:cubicBezTo>
                  <a:cubicBezTo>
                    <a:pt x="3410" y="192"/>
                    <a:pt x="3413" y="110"/>
                    <a:pt x="3365" y="57"/>
                  </a:cubicBezTo>
                  <a:cubicBezTo>
                    <a:pt x="3316" y="4"/>
                    <a:pt x="3234" y="0"/>
                    <a:pt x="3181" y="49"/>
                  </a:cubicBezTo>
                  <a:cubicBezTo>
                    <a:pt x="1707" y="1400"/>
                    <a:pt x="1707" y="1400"/>
                    <a:pt x="1707" y="1400"/>
                  </a:cubicBezTo>
                  <a:cubicBezTo>
                    <a:pt x="233" y="49"/>
                    <a:pt x="233" y="49"/>
                    <a:pt x="233" y="49"/>
                  </a:cubicBezTo>
                  <a:cubicBezTo>
                    <a:pt x="180" y="0"/>
                    <a:pt x="97" y="4"/>
                    <a:pt x="49" y="57"/>
                  </a:cubicBezTo>
                  <a:cubicBezTo>
                    <a:pt x="0" y="110"/>
                    <a:pt x="4" y="192"/>
                    <a:pt x="57" y="241"/>
                  </a:cubicBezTo>
                  <a:cubicBezTo>
                    <a:pt x="3181" y="3105"/>
                    <a:pt x="3181" y="3105"/>
                    <a:pt x="3181" y="3105"/>
                  </a:cubicBezTo>
                  <a:cubicBezTo>
                    <a:pt x="3206" y="3128"/>
                    <a:pt x="3237" y="3139"/>
                    <a:pt x="3269" y="3139"/>
                  </a:cubicBezTo>
                  <a:cubicBezTo>
                    <a:pt x="3304" y="3139"/>
                    <a:pt x="3339" y="3125"/>
                    <a:pt x="3365" y="3097"/>
                  </a:cubicBezTo>
                  <a:cubicBezTo>
                    <a:pt x="3413" y="3044"/>
                    <a:pt x="3410" y="2962"/>
                    <a:pt x="3357" y="2913"/>
                  </a:cubicBezTo>
                  <a:lnTo>
                    <a:pt x="1899" y="1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0" name="Freeform 173">
              <a:extLst>
                <a:ext uri="{FF2B5EF4-FFF2-40B4-BE49-F238E27FC236}">
                  <a16:creationId xmlns:a16="http://schemas.microsoft.com/office/drawing/2014/main" id="{EA20D6F1-A5E5-5D87-E601-154638EB3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963" y="4651375"/>
              <a:ext cx="452438" cy="420688"/>
            </a:xfrm>
            <a:custGeom>
              <a:avLst/>
              <a:gdLst>
                <a:gd name="T0" fmla="*/ 740 w 973"/>
                <a:gd name="T1" fmla="*/ 48 h 901"/>
                <a:gd name="T2" fmla="*/ 57 w 973"/>
                <a:gd name="T3" fmla="*/ 675 h 901"/>
                <a:gd name="T4" fmla="*/ 49 w 973"/>
                <a:gd name="T5" fmla="*/ 859 h 901"/>
                <a:gd name="T6" fmla="*/ 145 w 973"/>
                <a:gd name="T7" fmla="*/ 901 h 901"/>
                <a:gd name="T8" fmla="*/ 233 w 973"/>
                <a:gd name="T9" fmla="*/ 867 h 901"/>
                <a:gd name="T10" fmla="*/ 916 w 973"/>
                <a:gd name="T11" fmla="*/ 240 h 901"/>
                <a:gd name="T12" fmla="*/ 924 w 973"/>
                <a:gd name="T13" fmla="*/ 56 h 901"/>
                <a:gd name="T14" fmla="*/ 740 w 973"/>
                <a:gd name="T15" fmla="*/ 48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3" h="901">
                  <a:moveTo>
                    <a:pt x="740" y="48"/>
                  </a:moveTo>
                  <a:cubicBezTo>
                    <a:pt x="57" y="675"/>
                    <a:pt x="57" y="675"/>
                    <a:pt x="57" y="675"/>
                  </a:cubicBezTo>
                  <a:cubicBezTo>
                    <a:pt x="4" y="724"/>
                    <a:pt x="0" y="806"/>
                    <a:pt x="49" y="859"/>
                  </a:cubicBezTo>
                  <a:cubicBezTo>
                    <a:pt x="74" y="887"/>
                    <a:pt x="109" y="901"/>
                    <a:pt x="145" y="901"/>
                  </a:cubicBezTo>
                  <a:cubicBezTo>
                    <a:pt x="176" y="901"/>
                    <a:pt x="208" y="890"/>
                    <a:pt x="233" y="867"/>
                  </a:cubicBezTo>
                  <a:cubicBezTo>
                    <a:pt x="916" y="240"/>
                    <a:pt x="916" y="240"/>
                    <a:pt x="916" y="240"/>
                  </a:cubicBezTo>
                  <a:cubicBezTo>
                    <a:pt x="969" y="192"/>
                    <a:pt x="973" y="109"/>
                    <a:pt x="924" y="56"/>
                  </a:cubicBezTo>
                  <a:cubicBezTo>
                    <a:pt x="876" y="3"/>
                    <a:pt x="793" y="0"/>
                    <a:pt x="74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2792CE6-BF71-5FF4-85DC-569435FB0465}"/>
              </a:ext>
            </a:extLst>
          </p:cNvPr>
          <p:cNvGrpSpPr/>
          <p:nvPr userDrawn="1"/>
        </p:nvGrpSpPr>
        <p:grpSpPr>
          <a:xfrm>
            <a:off x="9292614" y="2173699"/>
            <a:ext cx="1022425" cy="841190"/>
            <a:chOff x="219075" y="152400"/>
            <a:chExt cx="1773238" cy="1458913"/>
          </a:xfrm>
          <a:solidFill>
            <a:schemeClr val="tx1"/>
          </a:solidFill>
        </p:grpSpPr>
        <p:sp>
          <p:nvSpPr>
            <p:cNvPr id="12" name="Freeform 70">
              <a:extLst>
                <a:ext uri="{FF2B5EF4-FFF2-40B4-BE49-F238E27FC236}">
                  <a16:creationId xmlns:a16="http://schemas.microsoft.com/office/drawing/2014/main" id="{3B26573B-A323-25D2-D7FC-DB868CDF8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152400"/>
              <a:ext cx="1773238" cy="127000"/>
            </a:xfrm>
            <a:custGeom>
              <a:avLst/>
              <a:gdLst>
                <a:gd name="T0" fmla="*/ 3515 w 3645"/>
                <a:gd name="T1" fmla="*/ 260 h 260"/>
                <a:gd name="T2" fmla="*/ 130 w 3645"/>
                <a:gd name="T3" fmla="*/ 260 h 260"/>
                <a:gd name="T4" fmla="*/ 0 w 3645"/>
                <a:gd name="T5" fmla="*/ 130 h 260"/>
                <a:gd name="T6" fmla="*/ 130 w 3645"/>
                <a:gd name="T7" fmla="*/ 0 h 260"/>
                <a:gd name="T8" fmla="*/ 3515 w 3645"/>
                <a:gd name="T9" fmla="*/ 0 h 260"/>
                <a:gd name="T10" fmla="*/ 3645 w 3645"/>
                <a:gd name="T11" fmla="*/ 130 h 260"/>
                <a:gd name="T12" fmla="*/ 3515 w 3645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0">
                  <a:moveTo>
                    <a:pt x="3515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8"/>
                    <a:pt x="3645" y="130"/>
                  </a:cubicBezTo>
                  <a:cubicBezTo>
                    <a:pt x="3645" y="202"/>
                    <a:pt x="3587" y="260"/>
                    <a:pt x="3515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" name="Freeform 71">
              <a:extLst>
                <a:ext uri="{FF2B5EF4-FFF2-40B4-BE49-F238E27FC236}">
                  <a16:creationId xmlns:a16="http://schemas.microsoft.com/office/drawing/2014/main" id="{E450EE5E-B3D5-2BD6-FE0D-C5FAB0C4F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596900"/>
              <a:ext cx="1773238" cy="127000"/>
            </a:xfrm>
            <a:custGeom>
              <a:avLst/>
              <a:gdLst>
                <a:gd name="T0" fmla="*/ 3515 w 3645"/>
                <a:gd name="T1" fmla="*/ 261 h 261"/>
                <a:gd name="T2" fmla="*/ 130 w 3645"/>
                <a:gd name="T3" fmla="*/ 261 h 261"/>
                <a:gd name="T4" fmla="*/ 0 w 3645"/>
                <a:gd name="T5" fmla="*/ 130 h 261"/>
                <a:gd name="T6" fmla="*/ 130 w 3645"/>
                <a:gd name="T7" fmla="*/ 0 h 261"/>
                <a:gd name="T8" fmla="*/ 3515 w 3645"/>
                <a:gd name="T9" fmla="*/ 0 h 261"/>
                <a:gd name="T10" fmla="*/ 3645 w 3645"/>
                <a:gd name="T11" fmla="*/ 130 h 261"/>
                <a:gd name="T12" fmla="*/ 3515 w 3645"/>
                <a:gd name="T1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1">
                  <a:moveTo>
                    <a:pt x="3515" y="261"/>
                  </a:moveTo>
                  <a:cubicBezTo>
                    <a:pt x="130" y="261"/>
                    <a:pt x="130" y="261"/>
                    <a:pt x="130" y="261"/>
                  </a:cubicBezTo>
                  <a:cubicBezTo>
                    <a:pt x="58" y="261"/>
                    <a:pt x="0" y="202"/>
                    <a:pt x="0" y="130"/>
                  </a:cubicBezTo>
                  <a:cubicBezTo>
                    <a:pt x="0" y="59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9"/>
                    <a:pt x="3645" y="130"/>
                  </a:cubicBezTo>
                  <a:cubicBezTo>
                    <a:pt x="3645" y="202"/>
                    <a:pt x="3587" y="261"/>
                    <a:pt x="351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" name="Freeform 72">
              <a:extLst>
                <a:ext uri="{FF2B5EF4-FFF2-40B4-BE49-F238E27FC236}">
                  <a16:creationId xmlns:a16="http://schemas.microsoft.com/office/drawing/2014/main" id="{3A4334E4-05D6-B712-B200-A379E6959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1484313"/>
              <a:ext cx="633413" cy="127000"/>
            </a:xfrm>
            <a:custGeom>
              <a:avLst/>
              <a:gdLst>
                <a:gd name="T0" fmla="*/ 1172 w 1302"/>
                <a:gd name="T1" fmla="*/ 260 h 260"/>
                <a:gd name="T2" fmla="*/ 130 w 1302"/>
                <a:gd name="T3" fmla="*/ 260 h 260"/>
                <a:gd name="T4" fmla="*/ 0 w 1302"/>
                <a:gd name="T5" fmla="*/ 130 h 260"/>
                <a:gd name="T6" fmla="*/ 130 w 1302"/>
                <a:gd name="T7" fmla="*/ 0 h 260"/>
                <a:gd name="T8" fmla="*/ 1172 w 1302"/>
                <a:gd name="T9" fmla="*/ 0 h 260"/>
                <a:gd name="T10" fmla="*/ 1302 w 1302"/>
                <a:gd name="T11" fmla="*/ 130 h 260"/>
                <a:gd name="T12" fmla="*/ 1172 w 1302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2" h="260">
                  <a:moveTo>
                    <a:pt x="1172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1172" y="0"/>
                    <a:pt x="1172" y="0"/>
                    <a:pt x="1172" y="0"/>
                  </a:cubicBezTo>
                  <a:cubicBezTo>
                    <a:pt x="1243" y="0"/>
                    <a:pt x="1302" y="58"/>
                    <a:pt x="1302" y="130"/>
                  </a:cubicBezTo>
                  <a:cubicBezTo>
                    <a:pt x="1302" y="202"/>
                    <a:pt x="1243" y="260"/>
                    <a:pt x="1172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" name="Freeform 73">
              <a:extLst>
                <a:ext uri="{FF2B5EF4-FFF2-40B4-BE49-F238E27FC236}">
                  <a16:creationId xmlns:a16="http://schemas.microsoft.com/office/drawing/2014/main" id="{1A265E6B-886D-3CE4-B6B9-27788B312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1041400"/>
              <a:ext cx="1393825" cy="125413"/>
            </a:xfrm>
            <a:custGeom>
              <a:avLst/>
              <a:gdLst>
                <a:gd name="T0" fmla="*/ 2734 w 2864"/>
                <a:gd name="T1" fmla="*/ 260 h 260"/>
                <a:gd name="T2" fmla="*/ 130 w 2864"/>
                <a:gd name="T3" fmla="*/ 260 h 260"/>
                <a:gd name="T4" fmla="*/ 0 w 2864"/>
                <a:gd name="T5" fmla="*/ 130 h 260"/>
                <a:gd name="T6" fmla="*/ 130 w 2864"/>
                <a:gd name="T7" fmla="*/ 0 h 260"/>
                <a:gd name="T8" fmla="*/ 2734 w 2864"/>
                <a:gd name="T9" fmla="*/ 0 h 260"/>
                <a:gd name="T10" fmla="*/ 2864 w 2864"/>
                <a:gd name="T11" fmla="*/ 130 h 260"/>
                <a:gd name="T12" fmla="*/ 2734 w 2864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64" h="260">
                  <a:moveTo>
                    <a:pt x="2734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8"/>
                    <a:pt x="2864" y="130"/>
                  </a:cubicBezTo>
                  <a:cubicBezTo>
                    <a:pt x="2864" y="202"/>
                    <a:pt x="2806" y="260"/>
                    <a:pt x="2734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6" name="Freeform 300">
            <a:extLst>
              <a:ext uri="{FF2B5EF4-FFF2-40B4-BE49-F238E27FC236}">
                <a16:creationId xmlns:a16="http://schemas.microsoft.com/office/drawing/2014/main" id="{3B658D01-BC0E-11E4-65A8-E9CB65C0900F}"/>
              </a:ext>
            </a:extLst>
          </p:cNvPr>
          <p:cNvSpPr>
            <a:spLocks/>
          </p:cNvSpPr>
          <p:nvPr userDrawn="1"/>
        </p:nvSpPr>
        <p:spPr bwMode="auto">
          <a:xfrm>
            <a:off x="7493498" y="2183278"/>
            <a:ext cx="1041502" cy="762778"/>
          </a:xfrm>
          <a:custGeom>
            <a:avLst/>
            <a:gdLst>
              <a:gd name="T0" fmla="*/ 3751 w 3851"/>
              <a:gd name="T1" fmla="*/ 2815 h 2815"/>
              <a:gd name="T2" fmla="*/ 100 w 3851"/>
              <a:gd name="T3" fmla="*/ 2815 h 2815"/>
              <a:gd name="T4" fmla="*/ 0 w 3851"/>
              <a:gd name="T5" fmla="*/ 2715 h 2815"/>
              <a:gd name="T6" fmla="*/ 0 w 3851"/>
              <a:gd name="T7" fmla="*/ 107 h 2815"/>
              <a:gd name="T8" fmla="*/ 61 w 3851"/>
              <a:gd name="T9" fmla="*/ 15 h 2815"/>
              <a:gd name="T10" fmla="*/ 169 w 3851"/>
              <a:gd name="T11" fmla="*/ 35 h 2815"/>
              <a:gd name="T12" fmla="*/ 1926 w 3851"/>
              <a:gd name="T13" fmla="*/ 1695 h 2815"/>
              <a:gd name="T14" fmla="*/ 2579 w 3851"/>
              <a:gd name="T15" fmla="*/ 1078 h 2815"/>
              <a:gd name="T16" fmla="*/ 2721 w 3851"/>
              <a:gd name="T17" fmla="*/ 1082 h 2815"/>
              <a:gd name="T18" fmla="*/ 2717 w 3851"/>
              <a:gd name="T19" fmla="*/ 1223 h 2815"/>
              <a:gd name="T20" fmla="*/ 1995 w 3851"/>
              <a:gd name="T21" fmla="*/ 1906 h 2815"/>
              <a:gd name="T22" fmla="*/ 1857 w 3851"/>
              <a:gd name="T23" fmla="*/ 1906 h 2815"/>
              <a:gd name="T24" fmla="*/ 200 w 3851"/>
              <a:gd name="T25" fmla="*/ 339 h 2815"/>
              <a:gd name="T26" fmla="*/ 200 w 3851"/>
              <a:gd name="T27" fmla="*/ 2615 h 2815"/>
              <a:gd name="T28" fmla="*/ 3651 w 3851"/>
              <a:gd name="T29" fmla="*/ 2615 h 2815"/>
              <a:gd name="T30" fmla="*/ 3651 w 3851"/>
              <a:gd name="T31" fmla="*/ 207 h 2815"/>
              <a:gd name="T32" fmla="*/ 1926 w 3851"/>
              <a:gd name="T33" fmla="*/ 207 h 2815"/>
              <a:gd name="T34" fmla="*/ 1826 w 3851"/>
              <a:gd name="T35" fmla="*/ 107 h 2815"/>
              <a:gd name="T36" fmla="*/ 1926 w 3851"/>
              <a:gd name="T37" fmla="*/ 7 h 2815"/>
              <a:gd name="T38" fmla="*/ 3751 w 3851"/>
              <a:gd name="T39" fmla="*/ 7 h 2815"/>
              <a:gd name="T40" fmla="*/ 3851 w 3851"/>
              <a:gd name="T41" fmla="*/ 107 h 2815"/>
              <a:gd name="T42" fmla="*/ 3851 w 3851"/>
              <a:gd name="T43" fmla="*/ 2715 h 2815"/>
              <a:gd name="T44" fmla="*/ 3751 w 3851"/>
              <a:gd name="T45" fmla="*/ 2815 h 2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851" h="2815">
                <a:moveTo>
                  <a:pt x="3751" y="2815"/>
                </a:moveTo>
                <a:cubicBezTo>
                  <a:pt x="100" y="2815"/>
                  <a:pt x="100" y="2815"/>
                  <a:pt x="100" y="2815"/>
                </a:cubicBezTo>
                <a:cubicBezTo>
                  <a:pt x="45" y="2815"/>
                  <a:pt x="0" y="2770"/>
                  <a:pt x="0" y="2715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67"/>
                  <a:pt x="24" y="31"/>
                  <a:pt x="61" y="15"/>
                </a:cubicBezTo>
                <a:cubicBezTo>
                  <a:pt x="97" y="0"/>
                  <a:pt x="140" y="7"/>
                  <a:pt x="169" y="35"/>
                </a:cubicBezTo>
                <a:cubicBezTo>
                  <a:pt x="1926" y="1695"/>
                  <a:pt x="1926" y="1695"/>
                  <a:pt x="1926" y="1695"/>
                </a:cubicBezTo>
                <a:cubicBezTo>
                  <a:pt x="2579" y="1078"/>
                  <a:pt x="2579" y="1078"/>
                  <a:pt x="2579" y="1078"/>
                </a:cubicBezTo>
                <a:cubicBezTo>
                  <a:pt x="2619" y="1040"/>
                  <a:pt x="2683" y="1042"/>
                  <a:pt x="2721" y="1082"/>
                </a:cubicBezTo>
                <a:cubicBezTo>
                  <a:pt x="2758" y="1122"/>
                  <a:pt x="2757" y="1185"/>
                  <a:pt x="2717" y="1223"/>
                </a:cubicBezTo>
                <a:cubicBezTo>
                  <a:pt x="1995" y="1906"/>
                  <a:pt x="1995" y="1906"/>
                  <a:pt x="1995" y="1906"/>
                </a:cubicBezTo>
                <a:cubicBezTo>
                  <a:pt x="1956" y="1942"/>
                  <a:pt x="1896" y="1942"/>
                  <a:pt x="1857" y="1906"/>
                </a:cubicBezTo>
                <a:cubicBezTo>
                  <a:pt x="200" y="339"/>
                  <a:pt x="200" y="339"/>
                  <a:pt x="200" y="339"/>
                </a:cubicBezTo>
                <a:cubicBezTo>
                  <a:pt x="200" y="2615"/>
                  <a:pt x="200" y="2615"/>
                  <a:pt x="200" y="2615"/>
                </a:cubicBezTo>
                <a:cubicBezTo>
                  <a:pt x="3651" y="2615"/>
                  <a:pt x="3651" y="2615"/>
                  <a:pt x="3651" y="2615"/>
                </a:cubicBezTo>
                <a:cubicBezTo>
                  <a:pt x="3651" y="207"/>
                  <a:pt x="3651" y="207"/>
                  <a:pt x="3651" y="207"/>
                </a:cubicBezTo>
                <a:cubicBezTo>
                  <a:pt x="1926" y="207"/>
                  <a:pt x="1926" y="207"/>
                  <a:pt x="1926" y="207"/>
                </a:cubicBezTo>
                <a:cubicBezTo>
                  <a:pt x="1871" y="207"/>
                  <a:pt x="1826" y="162"/>
                  <a:pt x="1826" y="107"/>
                </a:cubicBezTo>
                <a:cubicBezTo>
                  <a:pt x="1826" y="52"/>
                  <a:pt x="1871" y="7"/>
                  <a:pt x="1926" y="7"/>
                </a:cubicBezTo>
                <a:cubicBezTo>
                  <a:pt x="3751" y="7"/>
                  <a:pt x="3751" y="7"/>
                  <a:pt x="3751" y="7"/>
                </a:cubicBezTo>
                <a:cubicBezTo>
                  <a:pt x="3807" y="7"/>
                  <a:pt x="3851" y="52"/>
                  <a:pt x="3851" y="107"/>
                </a:cubicBezTo>
                <a:cubicBezTo>
                  <a:pt x="3851" y="2715"/>
                  <a:pt x="3851" y="2715"/>
                  <a:pt x="3851" y="2715"/>
                </a:cubicBezTo>
                <a:cubicBezTo>
                  <a:pt x="3851" y="2770"/>
                  <a:pt x="3807" y="2815"/>
                  <a:pt x="3751" y="281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18209F1-0B32-9975-F16A-2FF669677D21}"/>
              </a:ext>
            </a:extLst>
          </p:cNvPr>
          <p:cNvGrpSpPr/>
          <p:nvPr userDrawn="1"/>
        </p:nvGrpSpPr>
        <p:grpSpPr>
          <a:xfrm>
            <a:off x="4227659" y="2027519"/>
            <a:ext cx="974094" cy="975155"/>
            <a:chOff x="223838" y="5319713"/>
            <a:chExt cx="1457325" cy="1458912"/>
          </a:xfrm>
          <a:solidFill>
            <a:schemeClr val="tx1"/>
          </a:solidFill>
        </p:grpSpPr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09D7B3F3-B6FC-FB91-6AF9-4A8244E583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838" y="5319713"/>
              <a:ext cx="1457325" cy="1458912"/>
            </a:xfrm>
            <a:custGeom>
              <a:avLst/>
              <a:gdLst>
                <a:gd name="T0" fmla="*/ 1740 w 3481"/>
                <a:gd name="T1" fmla="*/ 3482 h 3482"/>
                <a:gd name="T2" fmla="*/ 1063 w 3481"/>
                <a:gd name="T3" fmla="*/ 3345 h 3482"/>
                <a:gd name="T4" fmla="*/ 509 w 3481"/>
                <a:gd name="T5" fmla="*/ 2972 h 3482"/>
                <a:gd name="T6" fmla="*/ 136 w 3481"/>
                <a:gd name="T7" fmla="*/ 2419 h 3482"/>
                <a:gd name="T8" fmla="*/ 0 w 3481"/>
                <a:gd name="T9" fmla="*/ 1741 h 3482"/>
                <a:gd name="T10" fmla="*/ 136 w 3481"/>
                <a:gd name="T11" fmla="*/ 1063 h 3482"/>
                <a:gd name="T12" fmla="*/ 509 w 3481"/>
                <a:gd name="T13" fmla="*/ 510 h 3482"/>
                <a:gd name="T14" fmla="*/ 1063 w 3481"/>
                <a:gd name="T15" fmla="*/ 137 h 3482"/>
                <a:gd name="T16" fmla="*/ 1740 w 3481"/>
                <a:gd name="T17" fmla="*/ 0 h 3482"/>
                <a:gd name="T18" fmla="*/ 2418 w 3481"/>
                <a:gd name="T19" fmla="*/ 137 h 3482"/>
                <a:gd name="T20" fmla="*/ 2971 w 3481"/>
                <a:gd name="T21" fmla="*/ 510 h 3482"/>
                <a:gd name="T22" fmla="*/ 3344 w 3481"/>
                <a:gd name="T23" fmla="*/ 1063 h 3482"/>
                <a:gd name="T24" fmla="*/ 3481 w 3481"/>
                <a:gd name="T25" fmla="*/ 1741 h 3482"/>
                <a:gd name="T26" fmla="*/ 3344 w 3481"/>
                <a:gd name="T27" fmla="*/ 2419 h 3482"/>
                <a:gd name="T28" fmla="*/ 2971 w 3481"/>
                <a:gd name="T29" fmla="*/ 2972 h 3482"/>
                <a:gd name="T30" fmla="*/ 2418 w 3481"/>
                <a:gd name="T31" fmla="*/ 3345 h 3482"/>
                <a:gd name="T32" fmla="*/ 1740 w 3481"/>
                <a:gd name="T33" fmla="*/ 3482 h 3482"/>
                <a:gd name="T34" fmla="*/ 1740 w 3481"/>
                <a:gd name="T35" fmla="*/ 228 h 3482"/>
                <a:gd name="T36" fmla="*/ 228 w 3481"/>
                <a:gd name="T37" fmla="*/ 1741 h 3482"/>
                <a:gd name="T38" fmla="*/ 1740 w 3481"/>
                <a:gd name="T39" fmla="*/ 3254 h 3482"/>
                <a:gd name="T40" fmla="*/ 3253 w 3481"/>
                <a:gd name="T41" fmla="*/ 1741 h 3482"/>
                <a:gd name="T42" fmla="*/ 1740 w 3481"/>
                <a:gd name="T43" fmla="*/ 228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81" h="3482">
                  <a:moveTo>
                    <a:pt x="1740" y="3482"/>
                  </a:moveTo>
                  <a:cubicBezTo>
                    <a:pt x="1505" y="3482"/>
                    <a:pt x="1277" y="3436"/>
                    <a:pt x="1063" y="3345"/>
                  </a:cubicBezTo>
                  <a:cubicBezTo>
                    <a:pt x="855" y="3257"/>
                    <a:pt x="669" y="3132"/>
                    <a:pt x="509" y="2972"/>
                  </a:cubicBezTo>
                  <a:cubicBezTo>
                    <a:pt x="350" y="2812"/>
                    <a:pt x="224" y="2626"/>
                    <a:pt x="136" y="2419"/>
                  </a:cubicBezTo>
                  <a:cubicBezTo>
                    <a:pt x="46" y="2204"/>
                    <a:pt x="0" y="1976"/>
                    <a:pt x="0" y="1741"/>
                  </a:cubicBezTo>
                  <a:cubicBezTo>
                    <a:pt x="0" y="1506"/>
                    <a:pt x="46" y="1278"/>
                    <a:pt x="136" y="1063"/>
                  </a:cubicBezTo>
                  <a:cubicBezTo>
                    <a:pt x="224" y="856"/>
                    <a:pt x="350" y="670"/>
                    <a:pt x="509" y="510"/>
                  </a:cubicBezTo>
                  <a:cubicBezTo>
                    <a:pt x="669" y="350"/>
                    <a:pt x="855" y="225"/>
                    <a:pt x="1063" y="137"/>
                  </a:cubicBezTo>
                  <a:cubicBezTo>
                    <a:pt x="1277" y="46"/>
                    <a:pt x="1505" y="0"/>
                    <a:pt x="1740" y="0"/>
                  </a:cubicBezTo>
                  <a:cubicBezTo>
                    <a:pt x="1975" y="0"/>
                    <a:pt x="2203" y="46"/>
                    <a:pt x="2418" y="137"/>
                  </a:cubicBezTo>
                  <a:cubicBezTo>
                    <a:pt x="2625" y="225"/>
                    <a:pt x="2811" y="350"/>
                    <a:pt x="2971" y="510"/>
                  </a:cubicBezTo>
                  <a:cubicBezTo>
                    <a:pt x="3131" y="670"/>
                    <a:pt x="3256" y="856"/>
                    <a:pt x="3344" y="1063"/>
                  </a:cubicBezTo>
                  <a:cubicBezTo>
                    <a:pt x="3435" y="1278"/>
                    <a:pt x="3481" y="1506"/>
                    <a:pt x="3481" y="1741"/>
                  </a:cubicBezTo>
                  <a:cubicBezTo>
                    <a:pt x="3481" y="1976"/>
                    <a:pt x="3435" y="2204"/>
                    <a:pt x="3344" y="2419"/>
                  </a:cubicBezTo>
                  <a:cubicBezTo>
                    <a:pt x="3256" y="2626"/>
                    <a:pt x="3131" y="2812"/>
                    <a:pt x="2971" y="2972"/>
                  </a:cubicBezTo>
                  <a:cubicBezTo>
                    <a:pt x="2811" y="3132"/>
                    <a:pt x="2625" y="3257"/>
                    <a:pt x="2418" y="3345"/>
                  </a:cubicBezTo>
                  <a:cubicBezTo>
                    <a:pt x="2203" y="3436"/>
                    <a:pt x="1975" y="3482"/>
                    <a:pt x="1740" y="3482"/>
                  </a:cubicBezTo>
                  <a:close/>
                  <a:moveTo>
                    <a:pt x="1740" y="228"/>
                  </a:moveTo>
                  <a:cubicBezTo>
                    <a:pt x="906" y="228"/>
                    <a:pt x="228" y="907"/>
                    <a:pt x="228" y="1741"/>
                  </a:cubicBezTo>
                  <a:cubicBezTo>
                    <a:pt x="228" y="2575"/>
                    <a:pt x="906" y="3254"/>
                    <a:pt x="1740" y="3254"/>
                  </a:cubicBezTo>
                  <a:cubicBezTo>
                    <a:pt x="2574" y="3254"/>
                    <a:pt x="3253" y="2575"/>
                    <a:pt x="3253" y="1741"/>
                  </a:cubicBezTo>
                  <a:cubicBezTo>
                    <a:pt x="3253" y="907"/>
                    <a:pt x="2574" y="228"/>
                    <a:pt x="174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A039EFF4-30DD-7172-E696-24C7E3ED0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38" y="6002338"/>
              <a:ext cx="1457325" cy="461962"/>
            </a:xfrm>
            <a:custGeom>
              <a:avLst/>
              <a:gdLst>
                <a:gd name="T0" fmla="*/ 1740 w 3481"/>
                <a:gd name="T1" fmla="*/ 1104 h 1104"/>
                <a:gd name="T2" fmla="*/ 536 w 3481"/>
                <a:gd name="T3" fmla="*/ 834 h 1104"/>
                <a:gd name="T4" fmla="*/ 152 w 3481"/>
                <a:gd name="T5" fmla="*/ 525 h 1104"/>
                <a:gd name="T6" fmla="*/ 0 w 3481"/>
                <a:gd name="T7" fmla="*/ 114 h 1104"/>
                <a:gd name="T8" fmla="*/ 114 w 3481"/>
                <a:gd name="T9" fmla="*/ 0 h 1104"/>
                <a:gd name="T10" fmla="*/ 228 w 3481"/>
                <a:gd name="T11" fmla="*/ 114 h 1104"/>
                <a:gd name="T12" fmla="*/ 1740 w 3481"/>
                <a:gd name="T13" fmla="*/ 876 h 1104"/>
                <a:gd name="T14" fmla="*/ 3253 w 3481"/>
                <a:gd name="T15" fmla="*/ 114 h 1104"/>
                <a:gd name="T16" fmla="*/ 3367 w 3481"/>
                <a:gd name="T17" fmla="*/ 0 h 1104"/>
                <a:gd name="T18" fmla="*/ 3481 w 3481"/>
                <a:gd name="T19" fmla="*/ 114 h 1104"/>
                <a:gd name="T20" fmla="*/ 3329 w 3481"/>
                <a:gd name="T21" fmla="*/ 525 h 1104"/>
                <a:gd name="T22" fmla="*/ 2945 w 3481"/>
                <a:gd name="T23" fmla="*/ 834 h 1104"/>
                <a:gd name="T24" fmla="*/ 1740 w 3481"/>
                <a:gd name="T25" fmla="*/ 110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81" h="1104">
                  <a:moveTo>
                    <a:pt x="1740" y="1104"/>
                  </a:moveTo>
                  <a:cubicBezTo>
                    <a:pt x="1287" y="1104"/>
                    <a:pt x="860" y="1008"/>
                    <a:pt x="536" y="834"/>
                  </a:cubicBezTo>
                  <a:cubicBezTo>
                    <a:pt x="373" y="746"/>
                    <a:pt x="244" y="642"/>
                    <a:pt x="152" y="525"/>
                  </a:cubicBezTo>
                  <a:cubicBezTo>
                    <a:pt x="51" y="397"/>
                    <a:pt x="0" y="258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527"/>
                    <a:pt x="920" y="876"/>
                    <a:pt x="1740" y="876"/>
                  </a:cubicBezTo>
                  <a:cubicBezTo>
                    <a:pt x="2560" y="876"/>
                    <a:pt x="3253" y="527"/>
                    <a:pt x="3253" y="114"/>
                  </a:cubicBezTo>
                  <a:cubicBezTo>
                    <a:pt x="3253" y="51"/>
                    <a:pt x="3304" y="0"/>
                    <a:pt x="3367" y="0"/>
                  </a:cubicBezTo>
                  <a:cubicBezTo>
                    <a:pt x="3430" y="0"/>
                    <a:pt x="3481" y="51"/>
                    <a:pt x="3481" y="114"/>
                  </a:cubicBezTo>
                  <a:cubicBezTo>
                    <a:pt x="3481" y="258"/>
                    <a:pt x="3430" y="397"/>
                    <a:pt x="3329" y="525"/>
                  </a:cubicBezTo>
                  <a:cubicBezTo>
                    <a:pt x="3237" y="642"/>
                    <a:pt x="3108" y="746"/>
                    <a:pt x="2945" y="834"/>
                  </a:cubicBezTo>
                  <a:cubicBezTo>
                    <a:pt x="2621" y="1008"/>
                    <a:pt x="2193" y="1104"/>
                    <a:pt x="1740" y="1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D6529CEA-5668-F464-1262-C47E2B408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63" y="6002338"/>
              <a:ext cx="1435100" cy="95250"/>
            </a:xfrm>
            <a:custGeom>
              <a:avLst/>
              <a:gdLst>
                <a:gd name="T0" fmla="*/ 3312 w 3426"/>
                <a:gd name="T1" fmla="*/ 228 h 228"/>
                <a:gd name="T2" fmla="*/ 114 w 3426"/>
                <a:gd name="T3" fmla="*/ 228 h 228"/>
                <a:gd name="T4" fmla="*/ 0 w 3426"/>
                <a:gd name="T5" fmla="*/ 114 h 228"/>
                <a:gd name="T6" fmla="*/ 114 w 3426"/>
                <a:gd name="T7" fmla="*/ 0 h 228"/>
                <a:gd name="T8" fmla="*/ 3312 w 3426"/>
                <a:gd name="T9" fmla="*/ 0 h 228"/>
                <a:gd name="T10" fmla="*/ 3426 w 3426"/>
                <a:gd name="T11" fmla="*/ 114 h 228"/>
                <a:gd name="T12" fmla="*/ 3312 w 3426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6" h="228">
                  <a:moveTo>
                    <a:pt x="3312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3312" y="0"/>
                    <a:pt x="3312" y="0"/>
                    <a:pt x="3312" y="0"/>
                  </a:cubicBezTo>
                  <a:cubicBezTo>
                    <a:pt x="3375" y="0"/>
                    <a:pt x="3426" y="51"/>
                    <a:pt x="3426" y="114"/>
                  </a:cubicBezTo>
                  <a:cubicBezTo>
                    <a:pt x="3426" y="177"/>
                    <a:pt x="3375" y="228"/>
                    <a:pt x="3312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0FD43929-AEAC-955A-ED7D-F60B4374E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551" y="5319713"/>
              <a:ext cx="723900" cy="1458912"/>
            </a:xfrm>
            <a:custGeom>
              <a:avLst/>
              <a:gdLst>
                <a:gd name="T0" fmla="*/ 864 w 1729"/>
                <a:gd name="T1" fmla="*/ 3482 h 3482"/>
                <a:gd name="T2" fmla="*/ 230 w 1729"/>
                <a:gd name="T3" fmla="*/ 2939 h 3482"/>
                <a:gd name="T4" fmla="*/ 0 w 1729"/>
                <a:gd name="T5" fmla="*/ 1741 h 3482"/>
                <a:gd name="T6" fmla="*/ 123 w 1729"/>
                <a:gd name="T7" fmla="*/ 831 h 3482"/>
                <a:gd name="T8" fmla="*/ 265 w 1729"/>
                <a:gd name="T9" fmla="*/ 754 h 3482"/>
                <a:gd name="T10" fmla="*/ 341 w 1729"/>
                <a:gd name="T11" fmla="*/ 896 h 3482"/>
                <a:gd name="T12" fmla="*/ 228 w 1729"/>
                <a:gd name="T13" fmla="*/ 1741 h 3482"/>
                <a:gd name="T14" fmla="*/ 437 w 1729"/>
                <a:gd name="T15" fmla="*/ 2843 h 3482"/>
                <a:gd name="T16" fmla="*/ 864 w 1729"/>
                <a:gd name="T17" fmla="*/ 3254 h 3482"/>
                <a:gd name="T18" fmla="*/ 1292 w 1729"/>
                <a:gd name="T19" fmla="*/ 2843 h 3482"/>
                <a:gd name="T20" fmla="*/ 1501 w 1729"/>
                <a:gd name="T21" fmla="*/ 1741 h 3482"/>
                <a:gd name="T22" fmla="*/ 1292 w 1729"/>
                <a:gd name="T23" fmla="*/ 639 h 3482"/>
                <a:gd name="T24" fmla="*/ 864 w 1729"/>
                <a:gd name="T25" fmla="*/ 228 h 3482"/>
                <a:gd name="T26" fmla="*/ 750 w 1729"/>
                <a:gd name="T27" fmla="*/ 114 h 3482"/>
                <a:gd name="T28" fmla="*/ 864 w 1729"/>
                <a:gd name="T29" fmla="*/ 0 h 3482"/>
                <a:gd name="T30" fmla="*/ 1499 w 1729"/>
                <a:gd name="T31" fmla="*/ 543 h 3482"/>
                <a:gd name="T32" fmla="*/ 1729 w 1729"/>
                <a:gd name="T33" fmla="*/ 1741 h 3482"/>
                <a:gd name="T34" fmla="*/ 1499 w 1729"/>
                <a:gd name="T35" fmla="*/ 2939 h 3482"/>
                <a:gd name="T36" fmla="*/ 864 w 1729"/>
                <a:gd name="T37" fmla="*/ 3482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9" h="3482">
                  <a:moveTo>
                    <a:pt x="864" y="3482"/>
                  </a:moveTo>
                  <a:cubicBezTo>
                    <a:pt x="617" y="3482"/>
                    <a:pt x="391" y="3289"/>
                    <a:pt x="230" y="2939"/>
                  </a:cubicBezTo>
                  <a:cubicBezTo>
                    <a:pt x="81" y="2617"/>
                    <a:pt x="0" y="2192"/>
                    <a:pt x="0" y="1741"/>
                  </a:cubicBezTo>
                  <a:cubicBezTo>
                    <a:pt x="0" y="1418"/>
                    <a:pt x="42" y="1103"/>
                    <a:pt x="123" y="831"/>
                  </a:cubicBezTo>
                  <a:cubicBezTo>
                    <a:pt x="141" y="770"/>
                    <a:pt x="204" y="736"/>
                    <a:pt x="265" y="754"/>
                  </a:cubicBezTo>
                  <a:cubicBezTo>
                    <a:pt x="325" y="772"/>
                    <a:pt x="359" y="835"/>
                    <a:pt x="341" y="896"/>
                  </a:cubicBezTo>
                  <a:cubicBezTo>
                    <a:pt x="267" y="1147"/>
                    <a:pt x="228" y="1439"/>
                    <a:pt x="228" y="1741"/>
                  </a:cubicBezTo>
                  <a:cubicBezTo>
                    <a:pt x="228" y="2159"/>
                    <a:pt x="302" y="2551"/>
                    <a:pt x="437" y="2843"/>
                  </a:cubicBezTo>
                  <a:cubicBezTo>
                    <a:pt x="557" y="3104"/>
                    <a:pt x="713" y="3254"/>
                    <a:pt x="864" y="3254"/>
                  </a:cubicBezTo>
                  <a:cubicBezTo>
                    <a:pt x="1016" y="3254"/>
                    <a:pt x="1171" y="3104"/>
                    <a:pt x="1292" y="2843"/>
                  </a:cubicBezTo>
                  <a:cubicBezTo>
                    <a:pt x="1427" y="2551"/>
                    <a:pt x="1501" y="2159"/>
                    <a:pt x="1501" y="1741"/>
                  </a:cubicBezTo>
                  <a:cubicBezTo>
                    <a:pt x="1501" y="1323"/>
                    <a:pt x="1427" y="931"/>
                    <a:pt x="1292" y="639"/>
                  </a:cubicBezTo>
                  <a:cubicBezTo>
                    <a:pt x="1171" y="378"/>
                    <a:pt x="1016" y="228"/>
                    <a:pt x="864" y="228"/>
                  </a:cubicBezTo>
                  <a:cubicBezTo>
                    <a:pt x="801" y="228"/>
                    <a:pt x="750" y="177"/>
                    <a:pt x="750" y="114"/>
                  </a:cubicBezTo>
                  <a:cubicBezTo>
                    <a:pt x="750" y="51"/>
                    <a:pt x="801" y="0"/>
                    <a:pt x="864" y="0"/>
                  </a:cubicBezTo>
                  <a:cubicBezTo>
                    <a:pt x="1112" y="0"/>
                    <a:pt x="1337" y="193"/>
                    <a:pt x="1499" y="543"/>
                  </a:cubicBezTo>
                  <a:cubicBezTo>
                    <a:pt x="1647" y="865"/>
                    <a:pt x="1729" y="1290"/>
                    <a:pt x="1729" y="1741"/>
                  </a:cubicBezTo>
                  <a:cubicBezTo>
                    <a:pt x="1729" y="2192"/>
                    <a:pt x="1647" y="2617"/>
                    <a:pt x="1499" y="2939"/>
                  </a:cubicBezTo>
                  <a:cubicBezTo>
                    <a:pt x="1337" y="3289"/>
                    <a:pt x="1112" y="3482"/>
                    <a:pt x="864" y="34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E87E579B-6C63-E47D-E133-15D2589C967F}"/>
              </a:ext>
            </a:extLst>
          </p:cNvPr>
          <p:cNvGrpSpPr/>
          <p:nvPr userDrawn="1"/>
        </p:nvGrpSpPr>
        <p:grpSpPr>
          <a:xfrm>
            <a:off x="892356" y="2030702"/>
            <a:ext cx="971972" cy="971973"/>
            <a:chOff x="8461375" y="169863"/>
            <a:chExt cx="1454150" cy="1454151"/>
          </a:xfrm>
          <a:solidFill>
            <a:schemeClr val="tx1"/>
          </a:solidFill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D0F33688-272C-6319-F9C0-A5BD387BE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8538" y="169863"/>
              <a:ext cx="1192213" cy="512763"/>
            </a:xfrm>
            <a:custGeom>
              <a:avLst/>
              <a:gdLst>
                <a:gd name="T0" fmla="*/ 2754 w 2868"/>
                <a:gd name="T1" fmla="*/ 1234 h 1234"/>
                <a:gd name="T2" fmla="*/ 2640 w 2868"/>
                <a:gd name="T3" fmla="*/ 1120 h 1234"/>
                <a:gd name="T4" fmla="*/ 2640 w 2868"/>
                <a:gd name="T5" fmla="*/ 616 h 1234"/>
                <a:gd name="T6" fmla="*/ 2252 w 2868"/>
                <a:gd name="T7" fmla="*/ 228 h 1234"/>
                <a:gd name="T8" fmla="*/ 114 w 2868"/>
                <a:gd name="T9" fmla="*/ 228 h 1234"/>
                <a:gd name="T10" fmla="*/ 0 w 2868"/>
                <a:gd name="T11" fmla="*/ 114 h 1234"/>
                <a:gd name="T12" fmla="*/ 114 w 2868"/>
                <a:gd name="T13" fmla="*/ 0 h 1234"/>
                <a:gd name="T14" fmla="*/ 2252 w 2868"/>
                <a:gd name="T15" fmla="*/ 0 h 1234"/>
                <a:gd name="T16" fmla="*/ 2868 w 2868"/>
                <a:gd name="T17" fmla="*/ 616 h 1234"/>
                <a:gd name="T18" fmla="*/ 2868 w 2868"/>
                <a:gd name="T19" fmla="*/ 1120 h 1234"/>
                <a:gd name="T20" fmla="*/ 2754 w 2868"/>
                <a:gd name="T21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68" h="1234">
                  <a:moveTo>
                    <a:pt x="2754" y="1234"/>
                  </a:moveTo>
                  <a:cubicBezTo>
                    <a:pt x="2691" y="1234"/>
                    <a:pt x="2640" y="1183"/>
                    <a:pt x="2640" y="1120"/>
                  </a:cubicBezTo>
                  <a:cubicBezTo>
                    <a:pt x="2640" y="616"/>
                    <a:pt x="2640" y="616"/>
                    <a:pt x="2640" y="616"/>
                  </a:cubicBezTo>
                  <a:cubicBezTo>
                    <a:pt x="2640" y="402"/>
                    <a:pt x="2466" y="228"/>
                    <a:pt x="2252" y="228"/>
                  </a:cubicBez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2252" y="0"/>
                    <a:pt x="2252" y="0"/>
                    <a:pt x="2252" y="0"/>
                  </a:cubicBezTo>
                  <a:cubicBezTo>
                    <a:pt x="2592" y="0"/>
                    <a:pt x="2868" y="277"/>
                    <a:pt x="2868" y="616"/>
                  </a:cubicBezTo>
                  <a:cubicBezTo>
                    <a:pt x="2868" y="1120"/>
                    <a:pt x="2868" y="1120"/>
                    <a:pt x="2868" y="1120"/>
                  </a:cubicBezTo>
                  <a:cubicBezTo>
                    <a:pt x="2868" y="1183"/>
                    <a:pt x="2817" y="1234"/>
                    <a:pt x="2754" y="1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4" name="Freeform 39">
              <a:extLst>
                <a:ext uri="{FF2B5EF4-FFF2-40B4-BE49-F238E27FC236}">
                  <a16:creationId xmlns:a16="http://schemas.microsoft.com/office/drawing/2014/main" id="{8AB9D67A-4390-20BE-84A7-A26A8EB50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1375" y="169863"/>
              <a:ext cx="407988" cy="407988"/>
            </a:xfrm>
            <a:custGeom>
              <a:avLst/>
              <a:gdLst>
                <a:gd name="T0" fmla="*/ 491 w 982"/>
                <a:gd name="T1" fmla="*/ 982 h 982"/>
                <a:gd name="T2" fmla="*/ 0 w 982"/>
                <a:gd name="T3" fmla="*/ 491 h 982"/>
                <a:gd name="T4" fmla="*/ 491 w 982"/>
                <a:gd name="T5" fmla="*/ 0 h 982"/>
                <a:gd name="T6" fmla="*/ 982 w 982"/>
                <a:gd name="T7" fmla="*/ 491 h 982"/>
                <a:gd name="T8" fmla="*/ 491 w 982"/>
                <a:gd name="T9" fmla="*/ 982 h 982"/>
                <a:gd name="T10" fmla="*/ 491 w 982"/>
                <a:gd name="T11" fmla="*/ 228 h 982"/>
                <a:gd name="T12" fmla="*/ 228 w 982"/>
                <a:gd name="T13" fmla="*/ 491 h 982"/>
                <a:gd name="T14" fmla="*/ 491 w 982"/>
                <a:gd name="T15" fmla="*/ 754 h 982"/>
                <a:gd name="T16" fmla="*/ 754 w 982"/>
                <a:gd name="T17" fmla="*/ 491 h 982"/>
                <a:gd name="T18" fmla="*/ 491 w 982"/>
                <a:gd name="T19" fmla="*/ 2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2" h="982">
                  <a:moveTo>
                    <a:pt x="491" y="982"/>
                  </a:moveTo>
                  <a:cubicBezTo>
                    <a:pt x="220" y="982"/>
                    <a:pt x="0" y="762"/>
                    <a:pt x="0" y="491"/>
                  </a:cubicBezTo>
                  <a:cubicBezTo>
                    <a:pt x="0" y="220"/>
                    <a:pt x="220" y="0"/>
                    <a:pt x="491" y="0"/>
                  </a:cubicBezTo>
                  <a:cubicBezTo>
                    <a:pt x="762" y="0"/>
                    <a:pt x="982" y="220"/>
                    <a:pt x="982" y="491"/>
                  </a:cubicBezTo>
                  <a:cubicBezTo>
                    <a:pt x="982" y="762"/>
                    <a:pt x="762" y="982"/>
                    <a:pt x="491" y="982"/>
                  </a:cubicBezTo>
                  <a:close/>
                  <a:moveTo>
                    <a:pt x="491" y="228"/>
                  </a:moveTo>
                  <a:cubicBezTo>
                    <a:pt x="346" y="228"/>
                    <a:pt x="228" y="346"/>
                    <a:pt x="228" y="491"/>
                  </a:cubicBezTo>
                  <a:cubicBezTo>
                    <a:pt x="228" y="636"/>
                    <a:pt x="346" y="754"/>
                    <a:pt x="491" y="754"/>
                  </a:cubicBezTo>
                  <a:cubicBezTo>
                    <a:pt x="636" y="754"/>
                    <a:pt x="754" y="636"/>
                    <a:pt x="754" y="491"/>
                  </a:cubicBezTo>
                  <a:cubicBezTo>
                    <a:pt x="754" y="346"/>
                    <a:pt x="636" y="228"/>
                    <a:pt x="491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231707E2-B92C-E8A0-8E4D-E1E0C7F85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587376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595B0EB8-3414-121F-9DDE-1E202E3C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849313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1E8EF1D1-8874-7C67-F428-04A021F73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0" y="349251"/>
              <a:ext cx="1139825" cy="1274763"/>
            </a:xfrm>
            <a:custGeom>
              <a:avLst/>
              <a:gdLst>
                <a:gd name="T0" fmla="*/ 2125 w 2741"/>
                <a:gd name="T1" fmla="*/ 3066 h 3066"/>
                <a:gd name="T2" fmla="*/ 2011 w 2741"/>
                <a:gd name="T3" fmla="*/ 2952 h 3066"/>
                <a:gd name="T4" fmla="*/ 2125 w 2741"/>
                <a:gd name="T5" fmla="*/ 2838 h 3066"/>
                <a:gd name="T6" fmla="*/ 2497 w 2741"/>
                <a:gd name="T7" fmla="*/ 2561 h 3066"/>
                <a:gd name="T8" fmla="*/ 1222 w 2741"/>
                <a:gd name="T9" fmla="*/ 2561 h 3066"/>
                <a:gd name="T10" fmla="*/ 616 w 2741"/>
                <a:gd name="T11" fmla="*/ 3064 h 3066"/>
                <a:gd name="T12" fmla="*/ 0 w 2741"/>
                <a:gd name="T13" fmla="*/ 2448 h 3066"/>
                <a:gd name="T14" fmla="*/ 0 w 2741"/>
                <a:gd name="T15" fmla="*/ 114 h 3066"/>
                <a:gd name="T16" fmla="*/ 114 w 2741"/>
                <a:gd name="T17" fmla="*/ 0 h 3066"/>
                <a:gd name="T18" fmla="*/ 228 w 2741"/>
                <a:gd name="T19" fmla="*/ 114 h 3066"/>
                <a:gd name="T20" fmla="*/ 228 w 2741"/>
                <a:gd name="T21" fmla="*/ 2448 h 3066"/>
                <a:gd name="T22" fmla="*/ 616 w 2741"/>
                <a:gd name="T23" fmla="*/ 2836 h 3066"/>
                <a:gd name="T24" fmla="*/ 1005 w 2741"/>
                <a:gd name="T25" fmla="*/ 2447 h 3066"/>
                <a:gd name="T26" fmla="*/ 1119 w 2741"/>
                <a:gd name="T27" fmla="*/ 2333 h 3066"/>
                <a:gd name="T28" fmla="*/ 2627 w 2741"/>
                <a:gd name="T29" fmla="*/ 2333 h 3066"/>
                <a:gd name="T30" fmla="*/ 2741 w 2741"/>
                <a:gd name="T31" fmla="*/ 2447 h 3066"/>
                <a:gd name="T32" fmla="*/ 2741 w 2741"/>
                <a:gd name="T33" fmla="*/ 2449 h 3066"/>
                <a:gd name="T34" fmla="*/ 2125 w 2741"/>
                <a:gd name="T35" fmla="*/ 3066 h 3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41" h="3066">
                  <a:moveTo>
                    <a:pt x="2125" y="3066"/>
                  </a:moveTo>
                  <a:cubicBezTo>
                    <a:pt x="2062" y="3066"/>
                    <a:pt x="2011" y="3015"/>
                    <a:pt x="2011" y="2952"/>
                  </a:cubicBezTo>
                  <a:cubicBezTo>
                    <a:pt x="2011" y="2889"/>
                    <a:pt x="2062" y="2838"/>
                    <a:pt x="2125" y="2838"/>
                  </a:cubicBezTo>
                  <a:cubicBezTo>
                    <a:pt x="2300" y="2838"/>
                    <a:pt x="2449" y="2721"/>
                    <a:pt x="2497" y="2561"/>
                  </a:cubicBezTo>
                  <a:cubicBezTo>
                    <a:pt x="1222" y="2561"/>
                    <a:pt x="1222" y="2561"/>
                    <a:pt x="1222" y="2561"/>
                  </a:cubicBezTo>
                  <a:cubicBezTo>
                    <a:pt x="1169" y="2847"/>
                    <a:pt x="917" y="3064"/>
                    <a:pt x="616" y="3064"/>
                  </a:cubicBezTo>
                  <a:cubicBezTo>
                    <a:pt x="276" y="3064"/>
                    <a:pt x="0" y="2787"/>
                    <a:pt x="0" y="244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2448"/>
                    <a:pt x="228" y="2448"/>
                    <a:pt x="228" y="2448"/>
                  </a:cubicBezTo>
                  <a:cubicBezTo>
                    <a:pt x="228" y="2662"/>
                    <a:pt x="402" y="2836"/>
                    <a:pt x="616" y="2836"/>
                  </a:cubicBezTo>
                  <a:cubicBezTo>
                    <a:pt x="831" y="2836"/>
                    <a:pt x="1005" y="2662"/>
                    <a:pt x="1005" y="2447"/>
                  </a:cubicBezTo>
                  <a:cubicBezTo>
                    <a:pt x="1005" y="2384"/>
                    <a:pt x="1056" y="2333"/>
                    <a:pt x="1119" y="2333"/>
                  </a:cubicBezTo>
                  <a:cubicBezTo>
                    <a:pt x="2627" y="2333"/>
                    <a:pt x="2627" y="2333"/>
                    <a:pt x="2627" y="2333"/>
                  </a:cubicBezTo>
                  <a:cubicBezTo>
                    <a:pt x="2690" y="2333"/>
                    <a:pt x="2741" y="2384"/>
                    <a:pt x="2741" y="2447"/>
                  </a:cubicBezTo>
                  <a:cubicBezTo>
                    <a:pt x="2741" y="2449"/>
                    <a:pt x="2741" y="2449"/>
                    <a:pt x="2741" y="2449"/>
                  </a:cubicBezTo>
                  <a:cubicBezTo>
                    <a:pt x="2741" y="2789"/>
                    <a:pt x="2465" y="3066"/>
                    <a:pt x="2125" y="30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9DE19BD-E0E1-C37C-A759-7517FB391B95}"/>
              </a:ext>
            </a:extLst>
          </p:cNvPr>
          <p:cNvGrpSpPr/>
          <p:nvPr userDrawn="1"/>
        </p:nvGrpSpPr>
        <p:grpSpPr>
          <a:xfrm>
            <a:off x="2610106" y="4121918"/>
            <a:ext cx="850875" cy="1035700"/>
            <a:chOff x="6622731" y="152400"/>
            <a:chExt cx="1198563" cy="1458913"/>
          </a:xfrm>
          <a:solidFill>
            <a:schemeClr val="tx1"/>
          </a:solidFill>
        </p:grpSpPr>
        <p:sp>
          <p:nvSpPr>
            <p:cNvPr id="29" name="Freeform 90">
              <a:extLst>
                <a:ext uri="{FF2B5EF4-FFF2-40B4-BE49-F238E27FC236}">
                  <a16:creationId xmlns:a16="http://schemas.microsoft.com/office/drawing/2014/main" id="{78669B9A-4D44-DF9E-8644-1F0588158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2731" y="152400"/>
              <a:ext cx="1198563" cy="520700"/>
            </a:xfrm>
            <a:custGeom>
              <a:avLst/>
              <a:gdLst>
                <a:gd name="T0" fmla="*/ 2864 w 2995"/>
                <a:gd name="T1" fmla="*/ 1302 h 1302"/>
                <a:gd name="T2" fmla="*/ 2734 w 2995"/>
                <a:gd name="T3" fmla="*/ 1172 h 1302"/>
                <a:gd name="T4" fmla="*/ 2734 w 2995"/>
                <a:gd name="T5" fmla="*/ 650 h 1302"/>
                <a:gd name="T6" fmla="*/ 2344 w 2995"/>
                <a:gd name="T7" fmla="*/ 260 h 1302"/>
                <a:gd name="T8" fmla="*/ 131 w 2995"/>
                <a:gd name="T9" fmla="*/ 260 h 1302"/>
                <a:gd name="T10" fmla="*/ 0 w 2995"/>
                <a:gd name="T11" fmla="*/ 130 h 1302"/>
                <a:gd name="T12" fmla="*/ 131 w 2995"/>
                <a:gd name="T13" fmla="*/ 0 h 1302"/>
                <a:gd name="T14" fmla="*/ 2344 w 2995"/>
                <a:gd name="T15" fmla="*/ 0 h 1302"/>
                <a:gd name="T16" fmla="*/ 2995 w 2995"/>
                <a:gd name="T17" fmla="*/ 650 h 1302"/>
                <a:gd name="T18" fmla="*/ 2995 w 2995"/>
                <a:gd name="T19" fmla="*/ 1172 h 1302"/>
                <a:gd name="T20" fmla="*/ 2864 w 2995"/>
                <a:gd name="T21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5" h="1302">
                  <a:moveTo>
                    <a:pt x="2864" y="1302"/>
                  </a:moveTo>
                  <a:cubicBezTo>
                    <a:pt x="2793" y="1302"/>
                    <a:pt x="2734" y="1244"/>
                    <a:pt x="2734" y="1172"/>
                  </a:cubicBezTo>
                  <a:cubicBezTo>
                    <a:pt x="2734" y="650"/>
                    <a:pt x="2734" y="650"/>
                    <a:pt x="2734" y="650"/>
                  </a:cubicBezTo>
                  <a:cubicBezTo>
                    <a:pt x="2734" y="435"/>
                    <a:pt x="2559" y="260"/>
                    <a:pt x="2344" y="260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59" y="260"/>
                    <a:pt x="0" y="202"/>
                    <a:pt x="0" y="130"/>
                  </a:cubicBezTo>
                  <a:cubicBezTo>
                    <a:pt x="0" y="58"/>
                    <a:pt x="59" y="0"/>
                    <a:pt x="131" y="0"/>
                  </a:cubicBezTo>
                  <a:cubicBezTo>
                    <a:pt x="2344" y="0"/>
                    <a:pt x="2344" y="0"/>
                    <a:pt x="2344" y="0"/>
                  </a:cubicBezTo>
                  <a:cubicBezTo>
                    <a:pt x="2703" y="0"/>
                    <a:pt x="2995" y="292"/>
                    <a:pt x="2995" y="650"/>
                  </a:cubicBezTo>
                  <a:cubicBezTo>
                    <a:pt x="2995" y="1172"/>
                    <a:pt x="2995" y="1172"/>
                    <a:pt x="2995" y="1172"/>
                  </a:cubicBezTo>
                  <a:cubicBezTo>
                    <a:pt x="2995" y="1244"/>
                    <a:pt x="2936" y="1302"/>
                    <a:pt x="2864" y="13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0" name="Freeform 91">
              <a:extLst>
                <a:ext uri="{FF2B5EF4-FFF2-40B4-BE49-F238E27FC236}">
                  <a16:creationId xmlns:a16="http://schemas.microsoft.com/office/drawing/2014/main" id="{7965E46C-1B79-F0C5-85E9-0D6F8ADAE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244" y="630238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1" name="Freeform 92">
              <a:extLst>
                <a:ext uri="{FF2B5EF4-FFF2-40B4-BE49-F238E27FC236}">
                  <a16:creationId xmlns:a16="http://schemas.microsoft.com/office/drawing/2014/main" id="{98E3A3DD-5B6A-5FD6-B2ED-0D3CD96DE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244" y="835025"/>
              <a:ext cx="520700" cy="103188"/>
            </a:xfrm>
            <a:custGeom>
              <a:avLst/>
              <a:gdLst>
                <a:gd name="T0" fmla="*/ 1171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1 w 1300"/>
                <a:gd name="T9" fmla="*/ 0 h 259"/>
                <a:gd name="T10" fmla="*/ 1300 w 1300"/>
                <a:gd name="T11" fmla="*/ 129 h 259"/>
                <a:gd name="T12" fmla="*/ 1171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1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1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2" name="Freeform 93">
              <a:extLst>
                <a:ext uri="{FF2B5EF4-FFF2-40B4-BE49-F238E27FC236}">
                  <a16:creationId xmlns:a16="http://schemas.microsoft.com/office/drawing/2014/main" id="{92E089D2-1D92-7F50-5D1A-FCF60F5C8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244" y="1047750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3" name="Freeform 94">
              <a:extLst>
                <a:ext uri="{FF2B5EF4-FFF2-40B4-BE49-F238E27FC236}">
                  <a16:creationId xmlns:a16="http://schemas.microsoft.com/office/drawing/2014/main" id="{017DFFC4-A6F2-3E67-7F00-ACEABC44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894" y="330200"/>
              <a:ext cx="936625" cy="1281113"/>
            </a:xfrm>
            <a:custGeom>
              <a:avLst/>
              <a:gdLst>
                <a:gd name="T0" fmla="*/ 2213 w 2343"/>
                <a:gd name="T1" fmla="*/ 3197 h 3197"/>
                <a:gd name="T2" fmla="*/ 651 w 2343"/>
                <a:gd name="T3" fmla="*/ 3197 h 3197"/>
                <a:gd name="T4" fmla="*/ 0 w 2343"/>
                <a:gd name="T5" fmla="*/ 2547 h 3197"/>
                <a:gd name="T6" fmla="*/ 0 w 2343"/>
                <a:gd name="T7" fmla="*/ 130 h 3197"/>
                <a:gd name="T8" fmla="*/ 130 w 2343"/>
                <a:gd name="T9" fmla="*/ 0 h 3197"/>
                <a:gd name="T10" fmla="*/ 261 w 2343"/>
                <a:gd name="T11" fmla="*/ 130 h 3197"/>
                <a:gd name="T12" fmla="*/ 261 w 2343"/>
                <a:gd name="T13" fmla="*/ 2547 h 3197"/>
                <a:gd name="T14" fmla="*/ 651 w 2343"/>
                <a:gd name="T15" fmla="*/ 2937 h 3197"/>
                <a:gd name="T16" fmla="*/ 2213 w 2343"/>
                <a:gd name="T17" fmla="*/ 2937 h 3197"/>
                <a:gd name="T18" fmla="*/ 2343 w 2343"/>
                <a:gd name="T19" fmla="*/ 3067 h 3197"/>
                <a:gd name="T20" fmla="*/ 2213 w 2343"/>
                <a:gd name="T21" fmla="*/ 3197 h 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43" h="3197">
                  <a:moveTo>
                    <a:pt x="2213" y="3197"/>
                  </a:moveTo>
                  <a:cubicBezTo>
                    <a:pt x="651" y="3197"/>
                    <a:pt x="651" y="3197"/>
                    <a:pt x="651" y="3197"/>
                  </a:cubicBezTo>
                  <a:cubicBezTo>
                    <a:pt x="292" y="3197"/>
                    <a:pt x="0" y="2906"/>
                    <a:pt x="0" y="2547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9" y="0"/>
                    <a:pt x="130" y="0"/>
                  </a:cubicBezTo>
                  <a:cubicBezTo>
                    <a:pt x="202" y="0"/>
                    <a:pt x="261" y="58"/>
                    <a:pt x="261" y="130"/>
                  </a:cubicBezTo>
                  <a:cubicBezTo>
                    <a:pt x="261" y="2547"/>
                    <a:pt x="261" y="2547"/>
                    <a:pt x="261" y="2547"/>
                  </a:cubicBezTo>
                  <a:cubicBezTo>
                    <a:pt x="261" y="2762"/>
                    <a:pt x="436" y="2937"/>
                    <a:pt x="651" y="2937"/>
                  </a:cubicBezTo>
                  <a:cubicBezTo>
                    <a:pt x="2213" y="2937"/>
                    <a:pt x="2213" y="2937"/>
                    <a:pt x="2213" y="2937"/>
                  </a:cubicBezTo>
                  <a:cubicBezTo>
                    <a:pt x="2285" y="2937"/>
                    <a:pt x="2343" y="2995"/>
                    <a:pt x="2343" y="3067"/>
                  </a:cubicBezTo>
                  <a:cubicBezTo>
                    <a:pt x="2343" y="3139"/>
                    <a:pt x="2285" y="3197"/>
                    <a:pt x="2213" y="3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AE9F28DB-2239-8188-F0EC-D7C520B93D2D}"/>
              </a:ext>
            </a:extLst>
          </p:cNvPr>
          <p:cNvGrpSpPr/>
          <p:nvPr userDrawn="1"/>
        </p:nvGrpSpPr>
        <p:grpSpPr>
          <a:xfrm>
            <a:off x="12934520" y="1901826"/>
            <a:ext cx="710828" cy="1108939"/>
            <a:chOff x="6945313" y="5319713"/>
            <a:chExt cx="938212" cy="1463674"/>
          </a:xfrm>
          <a:solidFill>
            <a:schemeClr val="tx1"/>
          </a:solidFill>
        </p:grpSpPr>
        <p:sp>
          <p:nvSpPr>
            <p:cNvPr id="35" name="Freeform 223">
              <a:extLst>
                <a:ext uri="{FF2B5EF4-FFF2-40B4-BE49-F238E27FC236}">
                  <a16:creationId xmlns:a16="http://schemas.microsoft.com/office/drawing/2014/main" id="{C424C61D-C7D5-928B-B3E5-7227BA2DC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5319713"/>
              <a:ext cx="938212" cy="1463674"/>
            </a:xfrm>
            <a:custGeom>
              <a:avLst/>
              <a:gdLst>
                <a:gd name="T0" fmla="*/ 2473 w 2604"/>
                <a:gd name="T1" fmla="*/ 4042 h 4052"/>
                <a:gd name="T2" fmla="*/ 2386 w 2604"/>
                <a:gd name="T3" fmla="*/ 4009 h 4052"/>
                <a:gd name="T4" fmla="*/ 1302 w 2604"/>
                <a:gd name="T5" fmla="*/ 3033 h 4052"/>
                <a:gd name="T6" fmla="*/ 217 w 2604"/>
                <a:gd name="T7" fmla="*/ 4009 h 4052"/>
                <a:gd name="T8" fmla="*/ 77 w 2604"/>
                <a:gd name="T9" fmla="*/ 4031 h 4052"/>
                <a:gd name="T10" fmla="*/ 0 w 2604"/>
                <a:gd name="T11" fmla="*/ 3912 h 4052"/>
                <a:gd name="T12" fmla="*/ 0 w 2604"/>
                <a:gd name="T13" fmla="*/ 130 h 4052"/>
                <a:gd name="T14" fmla="*/ 130 w 2604"/>
                <a:gd name="T15" fmla="*/ 0 h 4052"/>
                <a:gd name="T16" fmla="*/ 2473 w 2604"/>
                <a:gd name="T17" fmla="*/ 0 h 4052"/>
                <a:gd name="T18" fmla="*/ 2604 w 2604"/>
                <a:gd name="T19" fmla="*/ 130 h 4052"/>
                <a:gd name="T20" fmla="*/ 2473 w 2604"/>
                <a:gd name="T21" fmla="*/ 261 h 4052"/>
                <a:gd name="T22" fmla="*/ 260 w 2604"/>
                <a:gd name="T23" fmla="*/ 261 h 4052"/>
                <a:gd name="T24" fmla="*/ 260 w 2604"/>
                <a:gd name="T25" fmla="*/ 3620 h 4052"/>
                <a:gd name="T26" fmla="*/ 1215 w 2604"/>
                <a:gd name="T27" fmla="*/ 2761 h 4052"/>
                <a:gd name="T28" fmla="*/ 1389 w 2604"/>
                <a:gd name="T29" fmla="*/ 2761 h 4052"/>
                <a:gd name="T30" fmla="*/ 2343 w 2604"/>
                <a:gd name="T31" fmla="*/ 3620 h 4052"/>
                <a:gd name="T32" fmla="*/ 2343 w 2604"/>
                <a:gd name="T33" fmla="*/ 2213 h 4052"/>
                <a:gd name="T34" fmla="*/ 2473 w 2604"/>
                <a:gd name="T35" fmla="*/ 2083 h 4052"/>
                <a:gd name="T36" fmla="*/ 2604 w 2604"/>
                <a:gd name="T37" fmla="*/ 2213 h 4052"/>
                <a:gd name="T38" fmla="*/ 2604 w 2604"/>
                <a:gd name="T39" fmla="*/ 3912 h 4052"/>
                <a:gd name="T40" fmla="*/ 2526 w 2604"/>
                <a:gd name="T41" fmla="*/ 4031 h 4052"/>
                <a:gd name="T42" fmla="*/ 2473 w 2604"/>
                <a:gd name="T43" fmla="*/ 4042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04" h="4052">
                  <a:moveTo>
                    <a:pt x="2473" y="4042"/>
                  </a:moveTo>
                  <a:cubicBezTo>
                    <a:pt x="2442" y="4042"/>
                    <a:pt x="2411" y="4030"/>
                    <a:pt x="2386" y="4009"/>
                  </a:cubicBezTo>
                  <a:cubicBezTo>
                    <a:pt x="1302" y="3033"/>
                    <a:pt x="1302" y="3033"/>
                    <a:pt x="1302" y="3033"/>
                  </a:cubicBezTo>
                  <a:cubicBezTo>
                    <a:pt x="217" y="4009"/>
                    <a:pt x="217" y="4009"/>
                    <a:pt x="217" y="4009"/>
                  </a:cubicBezTo>
                  <a:cubicBezTo>
                    <a:pt x="179" y="4043"/>
                    <a:pt x="124" y="4052"/>
                    <a:pt x="77" y="4031"/>
                  </a:cubicBezTo>
                  <a:cubicBezTo>
                    <a:pt x="30" y="4010"/>
                    <a:pt x="0" y="3963"/>
                    <a:pt x="0" y="391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473" y="0"/>
                    <a:pt x="2473" y="0"/>
                    <a:pt x="2473" y="0"/>
                  </a:cubicBezTo>
                  <a:cubicBezTo>
                    <a:pt x="2545" y="0"/>
                    <a:pt x="2604" y="58"/>
                    <a:pt x="2604" y="130"/>
                  </a:cubicBezTo>
                  <a:cubicBezTo>
                    <a:pt x="2604" y="202"/>
                    <a:pt x="2545" y="261"/>
                    <a:pt x="2473" y="261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260" y="3620"/>
                    <a:pt x="260" y="3620"/>
                    <a:pt x="260" y="3620"/>
                  </a:cubicBezTo>
                  <a:cubicBezTo>
                    <a:pt x="1215" y="2761"/>
                    <a:pt x="1215" y="2761"/>
                    <a:pt x="1215" y="2761"/>
                  </a:cubicBezTo>
                  <a:cubicBezTo>
                    <a:pt x="1264" y="2717"/>
                    <a:pt x="1339" y="2717"/>
                    <a:pt x="1389" y="2761"/>
                  </a:cubicBezTo>
                  <a:cubicBezTo>
                    <a:pt x="2343" y="3620"/>
                    <a:pt x="2343" y="3620"/>
                    <a:pt x="2343" y="3620"/>
                  </a:cubicBezTo>
                  <a:cubicBezTo>
                    <a:pt x="2343" y="2213"/>
                    <a:pt x="2343" y="2213"/>
                    <a:pt x="2343" y="2213"/>
                  </a:cubicBezTo>
                  <a:cubicBezTo>
                    <a:pt x="2343" y="2141"/>
                    <a:pt x="2402" y="2083"/>
                    <a:pt x="2473" y="2083"/>
                  </a:cubicBezTo>
                  <a:cubicBezTo>
                    <a:pt x="2545" y="2083"/>
                    <a:pt x="2604" y="2141"/>
                    <a:pt x="2604" y="2213"/>
                  </a:cubicBezTo>
                  <a:cubicBezTo>
                    <a:pt x="2604" y="3912"/>
                    <a:pt x="2604" y="3912"/>
                    <a:pt x="2604" y="3912"/>
                  </a:cubicBezTo>
                  <a:cubicBezTo>
                    <a:pt x="2604" y="3963"/>
                    <a:pt x="2573" y="4010"/>
                    <a:pt x="2526" y="4031"/>
                  </a:cubicBezTo>
                  <a:cubicBezTo>
                    <a:pt x="2509" y="4038"/>
                    <a:pt x="2491" y="4042"/>
                    <a:pt x="2473" y="40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AE157971-FFEC-5BD0-B5F9-FBB29FC5C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5500" y="5641975"/>
              <a:ext cx="492125" cy="430212"/>
            </a:xfrm>
            <a:custGeom>
              <a:avLst/>
              <a:gdLst>
                <a:gd name="T0" fmla="*/ 533 w 1364"/>
                <a:gd name="T1" fmla="*/ 1189 h 1189"/>
                <a:gd name="T2" fmla="*/ 441 w 1364"/>
                <a:gd name="T3" fmla="*/ 1151 h 1189"/>
                <a:gd name="T4" fmla="*/ 51 w 1364"/>
                <a:gd name="T5" fmla="*/ 760 h 1189"/>
                <a:gd name="T6" fmla="*/ 51 w 1364"/>
                <a:gd name="T7" fmla="*/ 576 h 1189"/>
                <a:gd name="T8" fmla="*/ 235 w 1364"/>
                <a:gd name="T9" fmla="*/ 576 h 1189"/>
                <a:gd name="T10" fmla="*/ 519 w 1364"/>
                <a:gd name="T11" fmla="*/ 861 h 1189"/>
                <a:gd name="T12" fmla="*/ 1113 w 1364"/>
                <a:gd name="T13" fmla="*/ 69 h 1189"/>
                <a:gd name="T14" fmla="*/ 1295 w 1364"/>
                <a:gd name="T15" fmla="*/ 43 h 1189"/>
                <a:gd name="T16" fmla="*/ 1321 w 1364"/>
                <a:gd name="T17" fmla="*/ 226 h 1189"/>
                <a:gd name="T18" fmla="*/ 637 w 1364"/>
                <a:gd name="T19" fmla="*/ 1137 h 1189"/>
                <a:gd name="T20" fmla="*/ 543 w 1364"/>
                <a:gd name="T21" fmla="*/ 1189 h 1189"/>
                <a:gd name="T22" fmla="*/ 533 w 1364"/>
                <a:gd name="T23" fmla="*/ 1189 h 1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4" h="1189">
                  <a:moveTo>
                    <a:pt x="533" y="1189"/>
                  </a:moveTo>
                  <a:cubicBezTo>
                    <a:pt x="499" y="1189"/>
                    <a:pt x="466" y="1175"/>
                    <a:pt x="441" y="1151"/>
                  </a:cubicBezTo>
                  <a:cubicBezTo>
                    <a:pt x="51" y="760"/>
                    <a:pt x="51" y="760"/>
                    <a:pt x="51" y="760"/>
                  </a:cubicBezTo>
                  <a:cubicBezTo>
                    <a:pt x="0" y="710"/>
                    <a:pt x="0" y="627"/>
                    <a:pt x="51" y="576"/>
                  </a:cubicBezTo>
                  <a:cubicBezTo>
                    <a:pt x="102" y="525"/>
                    <a:pt x="184" y="525"/>
                    <a:pt x="235" y="576"/>
                  </a:cubicBezTo>
                  <a:cubicBezTo>
                    <a:pt x="519" y="861"/>
                    <a:pt x="519" y="861"/>
                    <a:pt x="519" y="861"/>
                  </a:cubicBezTo>
                  <a:cubicBezTo>
                    <a:pt x="1113" y="69"/>
                    <a:pt x="1113" y="69"/>
                    <a:pt x="1113" y="69"/>
                  </a:cubicBezTo>
                  <a:cubicBezTo>
                    <a:pt x="1156" y="12"/>
                    <a:pt x="1237" y="0"/>
                    <a:pt x="1295" y="43"/>
                  </a:cubicBezTo>
                  <a:cubicBezTo>
                    <a:pt x="1352" y="87"/>
                    <a:pt x="1364" y="168"/>
                    <a:pt x="1321" y="226"/>
                  </a:cubicBezTo>
                  <a:cubicBezTo>
                    <a:pt x="637" y="1137"/>
                    <a:pt x="637" y="1137"/>
                    <a:pt x="637" y="1137"/>
                  </a:cubicBezTo>
                  <a:cubicBezTo>
                    <a:pt x="615" y="1167"/>
                    <a:pt x="580" y="1186"/>
                    <a:pt x="543" y="1189"/>
                  </a:cubicBezTo>
                  <a:cubicBezTo>
                    <a:pt x="539" y="1189"/>
                    <a:pt x="536" y="1189"/>
                    <a:pt x="533" y="1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9492F2C-B81C-E670-70B5-27D6F01177E2}"/>
              </a:ext>
            </a:extLst>
          </p:cNvPr>
          <p:cNvGrpSpPr/>
          <p:nvPr userDrawn="1"/>
        </p:nvGrpSpPr>
        <p:grpSpPr>
          <a:xfrm>
            <a:off x="4216452" y="4111897"/>
            <a:ext cx="996509" cy="1032460"/>
            <a:chOff x="4626292" y="152400"/>
            <a:chExt cx="1408112" cy="1458913"/>
          </a:xfrm>
          <a:solidFill>
            <a:schemeClr val="tx1"/>
          </a:solidFill>
        </p:grpSpPr>
        <p:sp>
          <p:nvSpPr>
            <p:cNvPr id="38" name="Freeform 83">
              <a:extLst>
                <a:ext uri="{FF2B5EF4-FFF2-40B4-BE49-F238E27FC236}">
                  <a16:creationId xmlns:a16="http://schemas.microsoft.com/office/drawing/2014/main" id="{F8CE1728-9C18-DE50-9E91-F4B3CDA74A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6292" y="152400"/>
              <a:ext cx="1408112" cy="1458913"/>
            </a:xfrm>
            <a:custGeom>
              <a:avLst/>
              <a:gdLst>
                <a:gd name="T0" fmla="*/ 3515 w 3645"/>
                <a:gd name="T1" fmla="*/ 1563 h 3776"/>
                <a:gd name="T2" fmla="*/ 3645 w 3645"/>
                <a:gd name="T3" fmla="*/ 1432 h 3776"/>
                <a:gd name="T4" fmla="*/ 3645 w 3645"/>
                <a:gd name="T5" fmla="*/ 131 h 3776"/>
                <a:gd name="T6" fmla="*/ 3515 w 3645"/>
                <a:gd name="T7" fmla="*/ 0 h 3776"/>
                <a:gd name="T8" fmla="*/ 2213 w 3645"/>
                <a:gd name="T9" fmla="*/ 0 h 3776"/>
                <a:gd name="T10" fmla="*/ 2083 w 3645"/>
                <a:gd name="T11" fmla="*/ 131 h 3776"/>
                <a:gd name="T12" fmla="*/ 2083 w 3645"/>
                <a:gd name="T13" fmla="*/ 1116 h 3776"/>
                <a:gd name="T14" fmla="*/ 1259 w 3645"/>
                <a:gd name="T15" fmla="*/ 285 h 3776"/>
                <a:gd name="T16" fmla="*/ 1167 w 3645"/>
                <a:gd name="T17" fmla="*/ 246 h 3776"/>
                <a:gd name="T18" fmla="*/ 1167 w 3645"/>
                <a:gd name="T19" fmla="*/ 246 h 3776"/>
                <a:gd name="T20" fmla="*/ 1075 w 3645"/>
                <a:gd name="T21" fmla="*/ 285 h 3776"/>
                <a:gd name="T22" fmla="*/ 154 w 3645"/>
                <a:gd name="T23" fmla="*/ 1205 h 3776"/>
                <a:gd name="T24" fmla="*/ 116 w 3645"/>
                <a:gd name="T25" fmla="*/ 1297 h 3776"/>
                <a:gd name="T26" fmla="*/ 155 w 3645"/>
                <a:gd name="T27" fmla="*/ 1390 h 3776"/>
                <a:gd name="T28" fmla="*/ 986 w 3645"/>
                <a:gd name="T29" fmla="*/ 2214 h 3776"/>
                <a:gd name="T30" fmla="*/ 130 w 3645"/>
                <a:gd name="T31" fmla="*/ 2214 h 3776"/>
                <a:gd name="T32" fmla="*/ 0 w 3645"/>
                <a:gd name="T33" fmla="*/ 2344 h 3776"/>
                <a:gd name="T34" fmla="*/ 0 w 3645"/>
                <a:gd name="T35" fmla="*/ 3645 h 3776"/>
                <a:gd name="T36" fmla="*/ 130 w 3645"/>
                <a:gd name="T37" fmla="*/ 3776 h 3776"/>
                <a:gd name="T38" fmla="*/ 1042 w 3645"/>
                <a:gd name="T39" fmla="*/ 3776 h 3776"/>
                <a:gd name="T40" fmla="*/ 1172 w 3645"/>
                <a:gd name="T41" fmla="*/ 3645 h 3776"/>
                <a:gd name="T42" fmla="*/ 1042 w 3645"/>
                <a:gd name="T43" fmla="*/ 3515 h 3776"/>
                <a:gd name="T44" fmla="*/ 261 w 3645"/>
                <a:gd name="T45" fmla="*/ 3515 h 3776"/>
                <a:gd name="T46" fmla="*/ 261 w 3645"/>
                <a:gd name="T47" fmla="*/ 2474 h 3776"/>
                <a:gd name="T48" fmla="*/ 1302 w 3645"/>
                <a:gd name="T49" fmla="*/ 2474 h 3776"/>
                <a:gd name="T50" fmla="*/ 2083 w 3645"/>
                <a:gd name="T51" fmla="*/ 2474 h 3776"/>
                <a:gd name="T52" fmla="*/ 2083 w 3645"/>
                <a:gd name="T53" fmla="*/ 3645 h 3776"/>
                <a:gd name="T54" fmla="*/ 2213 w 3645"/>
                <a:gd name="T55" fmla="*/ 3776 h 3776"/>
                <a:gd name="T56" fmla="*/ 3515 w 3645"/>
                <a:gd name="T57" fmla="*/ 3776 h 3776"/>
                <a:gd name="T58" fmla="*/ 3645 w 3645"/>
                <a:gd name="T59" fmla="*/ 3645 h 3776"/>
                <a:gd name="T60" fmla="*/ 3515 w 3645"/>
                <a:gd name="T61" fmla="*/ 3515 h 3776"/>
                <a:gd name="T62" fmla="*/ 2343 w 3645"/>
                <a:gd name="T63" fmla="*/ 3515 h 3776"/>
                <a:gd name="T64" fmla="*/ 2343 w 3645"/>
                <a:gd name="T65" fmla="*/ 2344 h 3776"/>
                <a:gd name="T66" fmla="*/ 2343 w 3645"/>
                <a:gd name="T67" fmla="*/ 1432 h 3776"/>
                <a:gd name="T68" fmla="*/ 2343 w 3645"/>
                <a:gd name="T69" fmla="*/ 261 h 3776"/>
                <a:gd name="T70" fmla="*/ 3385 w 3645"/>
                <a:gd name="T71" fmla="*/ 261 h 3776"/>
                <a:gd name="T72" fmla="*/ 3385 w 3645"/>
                <a:gd name="T73" fmla="*/ 1432 h 3776"/>
                <a:gd name="T74" fmla="*/ 3515 w 3645"/>
                <a:gd name="T75" fmla="*/ 1563 h 3776"/>
                <a:gd name="T76" fmla="*/ 1356 w 3645"/>
                <a:gd name="T77" fmla="*/ 2214 h 3776"/>
                <a:gd name="T78" fmla="*/ 431 w 3645"/>
                <a:gd name="T79" fmla="*/ 1297 h 3776"/>
                <a:gd name="T80" fmla="*/ 1166 w 3645"/>
                <a:gd name="T81" fmla="*/ 561 h 3776"/>
                <a:gd name="T82" fmla="*/ 2083 w 3645"/>
                <a:gd name="T83" fmla="*/ 1486 h 3776"/>
                <a:gd name="T84" fmla="*/ 2083 w 3645"/>
                <a:gd name="T85" fmla="*/ 2214 h 3776"/>
                <a:gd name="T86" fmla="*/ 1356 w 3645"/>
                <a:gd name="T87" fmla="*/ 2214 h 3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45" h="3776">
                  <a:moveTo>
                    <a:pt x="3515" y="1563"/>
                  </a:moveTo>
                  <a:cubicBezTo>
                    <a:pt x="3587" y="1563"/>
                    <a:pt x="3645" y="1504"/>
                    <a:pt x="3645" y="1432"/>
                  </a:cubicBezTo>
                  <a:cubicBezTo>
                    <a:pt x="3645" y="131"/>
                    <a:pt x="3645" y="131"/>
                    <a:pt x="3645" y="131"/>
                  </a:cubicBezTo>
                  <a:cubicBezTo>
                    <a:pt x="3645" y="59"/>
                    <a:pt x="3587" y="0"/>
                    <a:pt x="3515" y="0"/>
                  </a:cubicBezTo>
                  <a:cubicBezTo>
                    <a:pt x="2213" y="0"/>
                    <a:pt x="2213" y="0"/>
                    <a:pt x="2213" y="0"/>
                  </a:cubicBezTo>
                  <a:cubicBezTo>
                    <a:pt x="2141" y="0"/>
                    <a:pt x="2083" y="59"/>
                    <a:pt x="2083" y="131"/>
                  </a:cubicBezTo>
                  <a:cubicBezTo>
                    <a:pt x="2083" y="1116"/>
                    <a:pt x="2083" y="1116"/>
                    <a:pt x="2083" y="1116"/>
                  </a:cubicBezTo>
                  <a:cubicBezTo>
                    <a:pt x="1259" y="285"/>
                    <a:pt x="1259" y="285"/>
                    <a:pt x="1259" y="285"/>
                  </a:cubicBezTo>
                  <a:cubicBezTo>
                    <a:pt x="1235" y="260"/>
                    <a:pt x="1202" y="247"/>
                    <a:pt x="1167" y="246"/>
                  </a:cubicBezTo>
                  <a:cubicBezTo>
                    <a:pt x="1167" y="246"/>
                    <a:pt x="1167" y="246"/>
                    <a:pt x="1167" y="246"/>
                  </a:cubicBezTo>
                  <a:cubicBezTo>
                    <a:pt x="1132" y="246"/>
                    <a:pt x="1099" y="260"/>
                    <a:pt x="1075" y="285"/>
                  </a:cubicBezTo>
                  <a:cubicBezTo>
                    <a:pt x="154" y="1205"/>
                    <a:pt x="154" y="1205"/>
                    <a:pt x="154" y="1205"/>
                  </a:cubicBezTo>
                  <a:cubicBezTo>
                    <a:pt x="130" y="1230"/>
                    <a:pt x="116" y="1263"/>
                    <a:pt x="116" y="1297"/>
                  </a:cubicBezTo>
                  <a:cubicBezTo>
                    <a:pt x="116" y="1332"/>
                    <a:pt x="130" y="1365"/>
                    <a:pt x="155" y="1390"/>
                  </a:cubicBezTo>
                  <a:cubicBezTo>
                    <a:pt x="986" y="2214"/>
                    <a:pt x="986" y="2214"/>
                    <a:pt x="986" y="2214"/>
                  </a:cubicBezTo>
                  <a:cubicBezTo>
                    <a:pt x="130" y="2214"/>
                    <a:pt x="130" y="2214"/>
                    <a:pt x="130" y="2214"/>
                  </a:cubicBezTo>
                  <a:cubicBezTo>
                    <a:pt x="58" y="2214"/>
                    <a:pt x="0" y="2272"/>
                    <a:pt x="0" y="2344"/>
                  </a:cubicBezTo>
                  <a:cubicBezTo>
                    <a:pt x="0" y="3645"/>
                    <a:pt x="0" y="3645"/>
                    <a:pt x="0" y="3645"/>
                  </a:cubicBezTo>
                  <a:cubicBezTo>
                    <a:pt x="0" y="3717"/>
                    <a:pt x="58" y="3776"/>
                    <a:pt x="130" y="3776"/>
                  </a:cubicBezTo>
                  <a:cubicBezTo>
                    <a:pt x="1042" y="3776"/>
                    <a:pt x="1042" y="3776"/>
                    <a:pt x="1042" y="3776"/>
                  </a:cubicBezTo>
                  <a:cubicBezTo>
                    <a:pt x="1113" y="3776"/>
                    <a:pt x="1172" y="3717"/>
                    <a:pt x="1172" y="3645"/>
                  </a:cubicBezTo>
                  <a:cubicBezTo>
                    <a:pt x="1172" y="3574"/>
                    <a:pt x="1113" y="3515"/>
                    <a:pt x="1042" y="3515"/>
                  </a:cubicBezTo>
                  <a:cubicBezTo>
                    <a:pt x="261" y="3515"/>
                    <a:pt x="261" y="3515"/>
                    <a:pt x="261" y="3515"/>
                  </a:cubicBezTo>
                  <a:cubicBezTo>
                    <a:pt x="261" y="2474"/>
                    <a:pt x="261" y="2474"/>
                    <a:pt x="261" y="2474"/>
                  </a:cubicBezTo>
                  <a:cubicBezTo>
                    <a:pt x="1302" y="2474"/>
                    <a:pt x="1302" y="2474"/>
                    <a:pt x="1302" y="2474"/>
                  </a:cubicBezTo>
                  <a:cubicBezTo>
                    <a:pt x="2083" y="2474"/>
                    <a:pt x="2083" y="2474"/>
                    <a:pt x="2083" y="2474"/>
                  </a:cubicBezTo>
                  <a:cubicBezTo>
                    <a:pt x="2083" y="3645"/>
                    <a:pt x="2083" y="3645"/>
                    <a:pt x="2083" y="3645"/>
                  </a:cubicBezTo>
                  <a:cubicBezTo>
                    <a:pt x="2083" y="3717"/>
                    <a:pt x="2141" y="3776"/>
                    <a:pt x="2213" y="3776"/>
                  </a:cubicBezTo>
                  <a:cubicBezTo>
                    <a:pt x="3515" y="3776"/>
                    <a:pt x="3515" y="3776"/>
                    <a:pt x="3515" y="3776"/>
                  </a:cubicBezTo>
                  <a:cubicBezTo>
                    <a:pt x="3587" y="3776"/>
                    <a:pt x="3645" y="3717"/>
                    <a:pt x="3645" y="3645"/>
                  </a:cubicBezTo>
                  <a:cubicBezTo>
                    <a:pt x="3645" y="3574"/>
                    <a:pt x="3587" y="3515"/>
                    <a:pt x="3515" y="3515"/>
                  </a:cubicBezTo>
                  <a:cubicBezTo>
                    <a:pt x="2343" y="3515"/>
                    <a:pt x="2343" y="3515"/>
                    <a:pt x="2343" y="3515"/>
                  </a:cubicBezTo>
                  <a:cubicBezTo>
                    <a:pt x="2343" y="2344"/>
                    <a:pt x="2343" y="2344"/>
                    <a:pt x="2343" y="2344"/>
                  </a:cubicBezTo>
                  <a:cubicBezTo>
                    <a:pt x="2343" y="1432"/>
                    <a:pt x="2343" y="1432"/>
                    <a:pt x="2343" y="1432"/>
                  </a:cubicBezTo>
                  <a:cubicBezTo>
                    <a:pt x="2343" y="261"/>
                    <a:pt x="2343" y="261"/>
                    <a:pt x="2343" y="261"/>
                  </a:cubicBezTo>
                  <a:cubicBezTo>
                    <a:pt x="3385" y="261"/>
                    <a:pt x="3385" y="261"/>
                    <a:pt x="3385" y="261"/>
                  </a:cubicBezTo>
                  <a:cubicBezTo>
                    <a:pt x="3385" y="1432"/>
                    <a:pt x="3385" y="1432"/>
                    <a:pt x="3385" y="1432"/>
                  </a:cubicBezTo>
                  <a:cubicBezTo>
                    <a:pt x="3385" y="1504"/>
                    <a:pt x="3443" y="1563"/>
                    <a:pt x="3515" y="1563"/>
                  </a:cubicBezTo>
                  <a:close/>
                  <a:moveTo>
                    <a:pt x="1356" y="2214"/>
                  </a:moveTo>
                  <a:cubicBezTo>
                    <a:pt x="431" y="1297"/>
                    <a:pt x="431" y="1297"/>
                    <a:pt x="431" y="1297"/>
                  </a:cubicBezTo>
                  <a:cubicBezTo>
                    <a:pt x="1166" y="561"/>
                    <a:pt x="1166" y="561"/>
                    <a:pt x="1166" y="561"/>
                  </a:cubicBezTo>
                  <a:cubicBezTo>
                    <a:pt x="2083" y="1486"/>
                    <a:pt x="2083" y="1486"/>
                    <a:pt x="2083" y="1486"/>
                  </a:cubicBezTo>
                  <a:cubicBezTo>
                    <a:pt x="2083" y="2214"/>
                    <a:pt x="2083" y="2214"/>
                    <a:pt x="2083" y="2214"/>
                  </a:cubicBezTo>
                  <a:lnTo>
                    <a:pt x="1356" y="2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9" name="Oval 84">
              <a:extLst>
                <a:ext uri="{FF2B5EF4-FFF2-40B4-BE49-F238E27FC236}">
                  <a16:creationId xmlns:a16="http://schemas.microsoft.com/office/drawing/2014/main" id="{392E237B-DE8D-4BA7-2D92-73ADC6217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217" y="1203325"/>
              <a:ext cx="111125" cy="1111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40" name="Freeform 131">
            <a:extLst>
              <a:ext uri="{FF2B5EF4-FFF2-40B4-BE49-F238E27FC236}">
                <a16:creationId xmlns:a16="http://schemas.microsoft.com/office/drawing/2014/main" id="{41C5E92F-359F-F079-4438-6356870BDD6A}"/>
              </a:ext>
            </a:extLst>
          </p:cNvPr>
          <p:cNvSpPr>
            <a:spLocks/>
          </p:cNvSpPr>
          <p:nvPr userDrawn="1"/>
        </p:nvSpPr>
        <p:spPr bwMode="auto">
          <a:xfrm>
            <a:off x="6058481" y="4080579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5BD7A8AC-6B47-38A8-7967-3BA5B0489C04}"/>
              </a:ext>
            </a:extLst>
          </p:cNvPr>
          <p:cNvGrpSpPr/>
          <p:nvPr userDrawn="1"/>
        </p:nvGrpSpPr>
        <p:grpSpPr>
          <a:xfrm>
            <a:off x="16068244" y="1966506"/>
            <a:ext cx="976216" cy="975156"/>
            <a:chOff x="10455275" y="152400"/>
            <a:chExt cx="1460500" cy="1458913"/>
          </a:xfrm>
          <a:solidFill>
            <a:schemeClr val="tx1"/>
          </a:solidFill>
        </p:grpSpPr>
        <p:sp>
          <p:nvSpPr>
            <p:cNvPr id="42" name="Freeform 104">
              <a:extLst>
                <a:ext uri="{FF2B5EF4-FFF2-40B4-BE49-F238E27FC236}">
                  <a16:creationId xmlns:a16="http://schemas.microsoft.com/office/drawing/2014/main" id="{E6FF4392-3090-E05F-F0EF-EFFF96096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5275" y="152400"/>
              <a:ext cx="1460500" cy="1458913"/>
            </a:xfrm>
            <a:custGeom>
              <a:avLst/>
              <a:gdLst>
                <a:gd name="T0" fmla="*/ 3515 w 3654"/>
                <a:gd name="T1" fmla="*/ 3645 h 3645"/>
                <a:gd name="T2" fmla="*/ 1823 w 3654"/>
                <a:gd name="T3" fmla="*/ 3645 h 3645"/>
                <a:gd name="T4" fmla="*/ 0 w 3654"/>
                <a:gd name="T5" fmla="*/ 1822 h 3645"/>
                <a:gd name="T6" fmla="*/ 1823 w 3654"/>
                <a:gd name="T7" fmla="*/ 0 h 3645"/>
                <a:gd name="T8" fmla="*/ 2762 w 3654"/>
                <a:gd name="T9" fmla="*/ 260 h 3645"/>
                <a:gd name="T10" fmla="*/ 2807 w 3654"/>
                <a:gd name="T11" fmla="*/ 439 h 3645"/>
                <a:gd name="T12" fmla="*/ 2628 w 3654"/>
                <a:gd name="T13" fmla="*/ 483 h 3645"/>
                <a:gd name="T14" fmla="*/ 1823 w 3654"/>
                <a:gd name="T15" fmla="*/ 260 h 3645"/>
                <a:gd name="T16" fmla="*/ 260 w 3654"/>
                <a:gd name="T17" fmla="*/ 1822 h 3645"/>
                <a:gd name="T18" fmla="*/ 1823 w 3654"/>
                <a:gd name="T19" fmla="*/ 3384 h 3645"/>
                <a:gd name="T20" fmla="*/ 3229 w 3654"/>
                <a:gd name="T21" fmla="*/ 3384 h 3645"/>
                <a:gd name="T22" fmla="*/ 2955 w 3654"/>
                <a:gd name="T23" fmla="*/ 3069 h 3645"/>
                <a:gd name="T24" fmla="*/ 2959 w 3654"/>
                <a:gd name="T25" fmla="*/ 2894 h 3645"/>
                <a:gd name="T26" fmla="*/ 3385 w 3654"/>
                <a:gd name="T27" fmla="*/ 1822 h 3645"/>
                <a:gd name="T28" fmla="*/ 3515 w 3654"/>
                <a:gd name="T29" fmla="*/ 1692 h 3645"/>
                <a:gd name="T30" fmla="*/ 3645 w 3654"/>
                <a:gd name="T31" fmla="*/ 1822 h 3645"/>
                <a:gd name="T32" fmla="*/ 3226 w 3654"/>
                <a:gd name="T33" fmla="*/ 2984 h 3645"/>
                <a:gd name="T34" fmla="*/ 3613 w 3654"/>
                <a:gd name="T35" fmla="*/ 3429 h 3645"/>
                <a:gd name="T36" fmla="*/ 3633 w 3654"/>
                <a:gd name="T37" fmla="*/ 3568 h 3645"/>
                <a:gd name="T38" fmla="*/ 3515 w 3654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4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4" y="0"/>
                    <a:pt x="2479" y="90"/>
                    <a:pt x="2762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69" y="501"/>
                    <a:pt x="2689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0" y="961"/>
                    <a:pt x="260" y="1822"/>
                  </a:cubicBezTo>
                  <a:cubicBezTo>
                    <a:pt x="260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3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6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4" y="3522"/>
                    <a:pt x="3633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3" name="Freeform 105">
              <a:extLst>
                <a:ext uri="{FF2B5EF4-FFF2-40B4-BE49-F238E27FC236}">
                  <a16:creationId xmlns:a16="http://schemas.microsoft.com/office/drawing/2014/main" id="{53B7B811-4B49-8C88-2A5E-AC0042F3E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0" y="882650"/>
              <a:ext cx="625475" cy="363538"/>
            </a:xfrm>
            <a:custGeom>
              <a:avLst/>
              <a:gdLst>
                <a:gd name="T0" fmla="*/ 1432 w 1563"/>
                <a:gd name="T1" fmla="*/ 911 h 911"/>
                <a:gd name="T2" fmla="*/ 1302 w 1563"/>
                <a:gd name="T3" fmla="*/ 781 h 911"/>
                <a:gd name="T4" fmla="*/ 782 w 1563"/>
                <a:gd name="T5" fmla="*/ 260 h 911"/>
                <a:gd name="T6" fmla="*/ 261 w 1563"/>
                <a:gd name="T7" fmla="*/ 781 h 911"/>
                <a:gd name="T8" fmla="*/ 131 w 1563"/>
                <a:gd name="T9" fmla="*/ 911 h 911"/>
                <a:gd name="T10" fmla="*/ 0 w 1563"/>
                <a:gd name="T11" fmla="*/ 781 h 911"/>
                <a:gd name="T12" fmla="*/ 782 w 1563"/>
                <a:gd name="T13" fmla="*/ 0 h 911"/>
                <a:gd name="T14" fmla="*/ 1563 w 1563"/>
                <a:gd name="T15" fmla="*/ 781 h 911"/>
                <a:gd name="T16" fmla="*/ 1432 w 1563"/>
                <a:gd name="T17" fmla="*/ 911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3" h="911">
                  <a:moveTo>
                    <a:pt x="1432" y="911"/>
                  </a:moveTo>
                  <a:cubicBezTo>
                    <a:pt x="1361" y="911"/>
                    <a:pt x="1302" y="853"/>
                    <a:pt x="1302" y="781"/>
                  </a:cubicBezTo>
                  <a:cubicBezTo>
                    <a:pt x="1302" y="494"/>
                    <a:pt x="1069" y="260"/>
                    <a:pt x="782" y="260"/>
                  </a:cubicBezTo>
                  <a:cubicBezTo>
                    <a:pt x="494" y="260"/>
                    <a:pt x="261" y="494"/>
                    <a:pt x="261" y="781"/>
                  </a:cubicBezTo>
                  <a:cubicBezTo>
                    <a:pt x="261" y="853"/>
                    <a:pt x="203" y="911"/>
                    <a:pt x="131" y="911"/>
                  </a:cubicBezTo>
                  <a:cubicBezTo>
                    <a:pt x="59" y="911"/>
                    <a:pt x="0" y="853"/>
                    <a:pt x="0" y="781"/>
                  </a:cubicBezTo>
                  <a:cubicBezTo>
                    <a:pt x="0" y="350"/>
                    <a:pt x="351" y="0"/>
                    <a:pt x="782" y="0"/>
                  </a:cubicBezTo>
                  <a:cubicBezTo>
                    <a:pt x="1212" y="0"/>
                    <a:pt x="1563" y="350"/>
                    <a:pt x="1563" y="781"/>
                  </a:cubicBezTo>
                  <a:cubicBezTo>
                    <a:pt x="1563" y="853"/>
                    <a:pt x="1504" y="911"/>
                    <a:pt x="1432" y="9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4" name="Freeform 106">
              <a:extLst>
                <a:ext uri="{FF2B5EF4-FFF2-40B4-BE49-F238E27FC236}">
                  <a16:creationId xmlns:a16="http://schemas.microsoft.com/office/drawing/2014/main" id="{0DC6E55C-F4CB-C20D-A1A6-0B8EC73EA3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5975" y="412750"/>
              <a:ext cx="415925" cy="417513"/>
            </a:xfrm>
            <a:custGeom>
              <a:avLst/>
              <a:gdLst>
                <a:gd name="T0" fmla="*/ 521 w 1041"/>
                <a:gd name="T1" fmla="*/ 1042 h 1042"/>
                <a:gd name="T2" fmla="*/ 0 w 1041"/>
                <a:gd name="T3" fmla="*/ 521 h 1042"/>
                <a:gd name="T4" fmla="*/ 521 w 1041"/>
                <a:gd name="T5" fmla="*/ 0 h 1042"/>
                <a:gd name="T6" fmla="*/ 1041 w 1041"/>
                <a:gd name="T7" fmla="*/ 521 h 1042"/>
                <a:gd name="T8" fmla="*/ 521 w 1041"/>
                <a:gd name="T9" fmla="*/ 1042 h 1042"/>
                <a:gd name="T10" fmla="*/ 521 w 1041"/>
                <a:gd name="T11" fmla="*/ 261 h 1042"/>
                <a:gd name="T12" fmla="*/ 260 w 1041"/>
                <a:gd name="T13" fmla="*/ 521 h 1042"/>
                <a:gd name="T14" fmla="*/ 521 w 1041"/>
                <a:gd name="T15" fmla="*/ 782 h 1042"/>
                <a:gd name="T16" fmla="*/ 781 w 1041"/>
                <a:gd name="T17" fmla="*/ 521 h 1042"/>
                <a:gd name="T18" fmla="*/ 521 w 1041"/>
                <a:gd name="T19" fmla="*/ 261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1" h="1042">
                  <a:moveTo>
                    <a:pt x="521" y="1042"/>
                  </a:moveTo>
                  <a:cubicBezTo>
                    <a:pt x="233" y="1042"/>
                    <a:pt x="0" y="808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808" y="0"/>
                    <a:pt x="1041" y="234"/>
                    <a:pt x="1041" y="521"/>
                  </a:cubicBezTo>
                  <a:cubicBezTo>
                    <a:pt x="1041" y="808"/>
                    <a:pt x="808" y="1042"/>
                    <a:pt x="521" y="1042"/>
                  </a:cubicBezTo>
                  <a:close/>
                  <a:moveTo>
                    <a:pt x="521" y="261"/>
                  </a:moveTo>
                  <a:cubicBezTo>
                    <a:pt x="377" y="261"/>
                    <a:pt x="260" y="378"/>
                    <a:pt x="260" y="521"/>
                  </a:cubicBezTo>
                  <a:cubicBezTo>
                    <a:pt x="260" y="665"/>
                    <a:pt x="377" y="782"/>
                    <a:pt x="521" y="782"/>
                  </a:cubicBezTo>
                  <a:cubicBezTo>
                    <a:pt x="664" y="782"/>
                    <a:pt x="781" y="665"/>
                    <a:pt x="781" y="521"/>
                  </a:cubicBezTo>
                  <a:cubicBezTo>
                    <a:pt x="781" y="378"/>
                    <a:pt x="664" y="261"/>
                    <a:pt x="521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15A81C91-89E3-B47B-20C3-7F49F2AE55C4}"/>
              </a:ext>
            </a:extLst>
          </p:cNvPr>
          <p:cNvGrpSpPr/>
          <p:nvPr userDrawn="1"/>
        </p:nvGrpSpPr>
        <p:grpSpPr>
          <a:xfrm>
            <a:off x="985437" y="4087604"/>
            <a:ext cx="785811" cy="1109308"/>
            <a:chOff x="2282825" y="5319713"/>
            <a:chExt cx="1033463" cy="1458912"/>
          </a:xfrm>
          <a:solidFill>
            <a:schemeClr val="tx1"/>
          </a:solidFill>
        </p:grpSpPr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97D1C440-1B3F-D692-A317-5F2A661BD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6072188"/>
              <a:ext cx="1033463" cy="706437"/>
            </a:xfrm>
            <a:custGeom>
              <a:avLst/>
              <a:gdLst>
                <a:gd name="T0" fmla="*/ 2733 w 2864"/>
                <a:gd name="T1" fmla="*/ 1953 h 1953"/>
                <a:gd name="T2" fmla="*/ 2603 w 2864"/>
                <a:gd name="T3" fmla="*/ 1823 h 1953"/>
                <a:gd name="T4" fmla="*/ 2603 w 2864"/>
                <a:gd name="T5" fmla="*/ 1432 h 1953"/>
                <a:gd name="T6" fmla="*/ 1432 w 2864"/>
                <a:gd name="T7" fmla="*/ 261 h 1953"/>
                <a:gd name="T8" fmla="*/ 260 w 2864"/>
                <a:gd name="T9" fmla="*/ 1432 h 1953"/>
                <a:gd name="T10" fmla="*/ 260 w 2864"/>
                <a:gd name="T11" fmla="*/ 1823 h 1953"/>
                <a:gd name="T12" fmla="*/ 130 w 2864"/>
                <a:gd name="T13" fmla="*/ 1953 h 1953"/>
                <a:gd name="T14" fmla="*/ 0 w 2864"/>
                <a:gd name="T15" fmla="*/ 1823 h 1953"/>
                <a:gd name="T16" fmla="*/ 0 w 2864"/>
                <a:gd name="T17" fmla="*/ 1432 h 1953"/>
                <a:gd name="T18" fmla="*/ 1432 w 2864"/>
                <a:gd name="T19" fmla="*/ 0 h 1953"/>
                <a:gd name="T20" fmla="*/ 2864 w 2864"/>
                <a:gd name="T21" fmla="*/ 1432 h 1953"/>
                <a:gd name="T22" fmla="*/ 2864 w 2864"/>
                <a:gd name="T23" fmla="*/ 1823 h 1953"/>
                <a:gd name="T24" fmla="*/ 2733 w 2864"/>
                <a:gd name="T25" fmla="*/ 1953 h 1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64" h="1953">
                  <a:moveTo>
                    <a:pt x="2733" y="1953"/>
                  </a:moveTo>
                  <a:cubicBezTo>
                    <a:pt x="2661" y="1953"/>
                    <a:pt x="2603" y="1895"/>
                    <a:pt x="2603" y="1823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786"/>
                    <a:pt x="2078" y="261"/>
                    <a:pt x="1432" y="261"/>
                  </a:cubicBezTo>
                  <a:cubicBezTo>
                    <a:pt x="786" y="261"/>
                    <a:pt x="260" y="786"/>
                    <a:pt x="260" y="1432"/>
                  </a:cubicBezTo>
                  <a:cubicBezTo>
                    <a:pt x="260" y="1823"/>
                    <a:pt x="260" y="1823"/>
                    <a:pt x="260" y="1823"/>
                  </a:cubicBezTo>
                  <a:cubicBezTo>
                    <a:pt x="260" y="1895"/>
                    <a:pt x="202" y="1953"/>
                    <a:pt x="130" y="1953"/>
                  </a:cubicBezTo>
                  <a:cubicBezTo>
                    <a:pt x="58" y="1953"/>
                    <a:pt x="0" y="1895"/>
                    <a:pt x="0" y="1823"/>
                  </a:cubicBezTo>
                  <a:cubicBezTo>
                    <a:pt x="0" y="1432"/>
                    <a:pt x="0" y="1432"/>
                    <a:pt x="0" y="1432"/>
                  </a:cubicBezTo>
                  <a:cubicBezTo>
                    <a:pt x="0" y="643"/>
                    <a:pt x="642" y="0"/>
                    <a:pt x="1432" y="0"/>
                  </a:cubicBezTo>
                  <a:cubicBezTo>
                    <a:pt x="2221" y="0"/>
                    <a:pt x="2864" y="643"/>
                    <a:pt x="2864" y="1432"/>
                  </a:cubicBezTo>
                  <a:cubicBezTo>
                    <a:pt x="2864" y="1823"/>
                    <a:pt x="2864" y="1823"/>
                    <a:pt x="2864" y="1823"/>
                  </a:cubicBezTo>
                  <a:cubicBezTo>
                    <a:pt x="2864" y="1895"/>
                    <a:pt x="2805" y="1953"/>
                    <a:pt x="2733" y="19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B302A055-F1EA-300E-91F4-2D151983E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150" y="5319713"/>
              <a:ext cx="657225" cy="658812"/>
            </a:xfrm>
            <a:custGeom>
              <a:avLst/>
              <a:gdLst>
                <a:gd name="T0" fmla="*/ 912 w 1823"/>
                <a:gd name="T1" fmla="*/ 1823 h 1823"/>
                <a:gd name="T2" fmla="*/ 781 w 1823"/>
                <a:gd name="T3" fmla="*/ 1693 h 1823"/>
                <a:gd name="T4" fmla="*/ 912 w 1823"/>
                <a:gd name="T5" fmla="*/ 1562 h 1823"/>
                <a:gd name="T6" fmla="*/ 1562 w 1823"/>
                <a:gd name="T7" fmla="*/ 912 h 1823"/>
                <a:gd name="T8" fmla="*/ 912 w 1823"/>
                <a:gd name="T9" fmla="*/ 261 h 1823"/>
                <a:gd name="T10" fmla="*/ 261 w 1823"/>
                <a:gd name="T11" fmla="*/ 912 h 1823"/>
                <a:gd name="T12" fmla="*/ 130 w 1823"/>
                <a:gd name="T13" fmla="*/ 1042 h 1823"/>
                <a:gd name="T14" fmla="*/ 0 w 1823"/>
                <a:gd name="T15" fmla="*/ 912 h 1823"/>
                <a:gd name="T16" fmla="*/ 912 w 1823"/>
                <a:gd name="T17" fmla="*/ 0 h 1823"/>
                <a:gd name="T18" fmla="*/ 1823 w 1823"/>
                <a:gd name="T19" fmla="*/ 912 h 1823"/>
                <a:gd name="T20" fmla="*/ 912 w 1823"/>
                <a:gd name="T21" fmla="*/ 182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23" h="1823">
                  <a:moveTo>
                    <a:pt x="912" y="1823"/>
                  </a:moveTo>
                  <a:cubicBezTo>
                    <a:pt x="840" y="1823"/>
                    <a:pt x="781" y="1765"/>
                    <a:pt x="781" y="1693"/>
                  </a:cubicBezTo>
                  <a:cubicBezTo>
                    <a:pt x="781" y="1621"/>
                    <a:pt x="840" y="1562"/>
                    <a:pt x="912" y="1562"/>
                  </a:cubicBezTo>
                  <a:cubicBezTo>
                    <a:pt x="1270" y="1562"/>
                    <a:pt x="1562" y="1270"/>
                    <a:pt x="1562" y="912"/>
                  </a:cubicBezTo>
                  <a:cubicBezTo>
                    <a:pt x="1562" y="553"/>
                    <a:pt x="1270" y="261"/>
                    <a:pt x="912" y="261"/>
                  </a:cubicBezTo>
                  <a:cubicBezTo>
                    <a:pt x="553" y="261"/>
                    <a:pt x="261" y="553"/>
                    <a:pt x="261" y="912"/>
                  </a:cubicBezTo>
                  <a:cubicBezTo>
                    <a:pt x="261" y="983"/>
                    <a:pt x="202" y="1042"/>
                    <a:pt x="130" y="1042"/>
                  </a:cubicBezTo>
                  <a:cubicBezTo>
                    <a:pt x="59" y="1042"/>
                    <a:pt x="0" y="983"/>
                    <a:pt x="0" y="912"/>
                  </a:cubicBezTo>
                  <a:cubicBezTo>
                    <a:pt x="0" y="409"/>
                    <a:pt x="409" y="0"/>
                    <a:pt x="912" y="0"/>
                  </a:cubicBezTo>
                  <a:cubicBezTo>
                    <a:pt x="1414" y="0"/>
                    <a:pt x="1823" y="409"/>
                    <a:pt x="1823" y="912"/>
                  </a:cubicBezTo>
                  <a:cubicBezTo>
                    <a:pt x="1823" y="1414"/>
                    <a:pt x="1414" y="1823"/>
                    <a:pt x="912" y="18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1DA5EC4-78AC-85F1-E7F0-D72C825C10E2}"/>
              </a:ext>
            </a:extLst>
          </p:cNvPr>
          <p:cNvGrpSpPr/>
          <p:nvPr userDrawn="1"/>
        </p:nvGrpSpPr>
        <p:grpSpPr>
          <a:xfrm>
            <a:off x="11076699" y="4097130"/>
            <a:ext cx="877415" cy="1056337"/>
            <a:chOff x="8489950" y="5316538"/>
            <a:chExt cx="1214438" cy="1462087"/>
          </a:xfrm>
          <a:solidFill>
            <a:schemeClr val="tx1"/>
          </a:solidFill>
        </p:grpSpPr>
        <p:sp>
          <p:nvSpPr>
            <p:cNvPr id="49" name="Freeform 218">
              <a:extLst>
                <a:ext uri="{FF2B5EF4-FFF2-40B4-BE49-F238E27FC236}">
                  <a16:creationId xmlns:a16="http://schemas.microsoft.com/office/drawing/2014/main" id="{5F3245C2-52ED-7FA6-2924-7B5E5D6AB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50" y="5316538"/>
              <a:ext cx="1214438" cy="684212"/>
            </a:xfrm>
            <a:custGeom>
              <a:avLst/>
              <a:gdLst>
                <a:gd name="T0" fmla="*/ 1202 w 3255"/>
                <a:gd name="T1" fmla="*/ 1830 h 1830"/>
                <a:gd name="T2" fmla="*/ 1130 w 3255"/>
                <a:gd name="T3" fmla="*/ 1808 h 1830"/>
                <a:gd name="T4" fmla="*/ 58 w 3255"/>
                <a:gd name="T5" fmla="*/ 1092 h 1830"/>
                <a:gd name="T6" fmla="*/ 0 w 3255"/>
                <a:gd name="T7" fmla="*/ 983 h 1830"/>
                <a:gd name="T8" fmla="*/ 59 w 3255"/>
                <a:gd name="T9" fmla="*/ 874 h 1830"/>
                <a:gd name="T10" fmla="*/ 1362 w 3255"/>
                <a:gd name="T11" fmla="*/ 28 h 1830"/>
                <a:gd name="T12" fmla="*/ 1495 w 3255"/>
                <a:gd name="T13" fmla="*/ 23 h 1830"/>
                <a:gd name="T14" fmla="*/ 1563 w 3255"/>
                <a:gd name="T15" fmla="*/ 137 h 1830"/>
                <a:gd name="T16" fmla="*/ 1563 w 3255"/>
                <a:gd name="T17" fmla="*/ 529 h 1830"/>
                <a:gd name="T18" fmla="*/ 3125 w 3255"/>
                <a:gd name="T19" fmla="*/ 529 h 1830"/>
                <a:gd name="T20" fmla="*/ 3255 w 3255"/>
                <a:gd name="T21" fmla="*/ 659 h 1830"/>
                <a:gd name="T22" fmla="*/ 3255 w 3255"/>
                <a:gd name="T23" fmla="*/ 1309 h 1830"/>
                <a:gd name="T24" fmla="*/ 3125 w 3255"/>
                <a:gd name="T25" fmla="*/ 1439 h 1830"/>
                <a:gd name="T26" fmla="*/ 2084 w 3255"/>
                <a:gd name="T27" fmla="*/ 1439 h 1830"/>
                <a:gd name="T28" fmla="*/ 1953 w 3255"/>
                <a:gd name="T29" fmla="*/ 1309 h 1830"/>
                <a:gd name="T30" fmla="*/ 2084 w 3255"/>
                <a:gd name="T31" fmla="*/ 1179 h 1830"/>
                <a:gd name="T32" fmla="*/ 2995 w 3255"/>
                <a:gd name="T33" fmla="*/ 1179 h 1830"/>
                <a:gd name="T34" fmla="*/ 2995 w 3255"/>
                <a:gd name="T35" fmla="*/ 789 h 1830"/>
                <a:gd name="T36" fmla="*/ 1433 w 3255"/>
                <a:gd name="T37" fmla="*/ 789 h 1830"/>
                <a:gd name="T38" fmla="*/ 1303 w 3255"/>
                <a:gd name="T39" fmla="*/ 659 h 1830"/>
                <a:gd name="T40" fmla="*/ 1303 w 3255"/>
                <a:gd name="T41" fmla="*/ 377 h 1830"/>
                <a:gd name="T42" fmla="*/ 367 w 3255"/>
                <a:gd name="T43" fmla="*/ 985 h 1830"/>
                <a:gd name="T44" fmla="*/ 1275 w 3255"/>
                <a:gd name="T45" fmla="*/ 1591 h 1830"/>
                <a:gd name="T46" fmla="*/ 1311 w 3255"/>
                <a:gd name="T47" fmla="*/ 1772 h 1830"/>
                <a:gd name="T48" fmla="*/ 1202 w 3255"/>
                <a:gd name="T49" fmla="*/ 1830 h 1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30">
                  <a:moveTo>
                    <a:pt x="1202" y="1830"/>
                  </a:moveTo>
                  <a:cubicBezTo>
                    <a:pt x="1178" y="1830"/>
                    <a:pt x="1153" y="1823"/>
                    <a:pt x="1130" y="1808"/>
                  </a:cubicBezTo>
                  <a:cubicBezTo>
                    <a:pt x="58" y="1092"/>
                    <a:pt x="58" y="1092"/>
                    <a:pt x="58" y="1092"/>
                  </a:cubicBezTo>
                  <a:cubicBezTo>
                    <a:pt x="22" y="1068"/>
                    <a:pt x="0" y="1027"/>
                    <a:pt x="0" y="983"/>
                  </a:cubicBezTo>
                  <a:cubicBezTo>
                    <a:pt x="1" y="939"/>
                    <a:pt x="23" y="898"/>
                    <a:pt x="59" y="874"/>
                  </a:cubicBezTo>
                  <a:cubicBezTo>
                    <a:pt x="1362" y="28"/>
                    <a:pt x="1362" y="28"/>
                    <a:pt x="1362" y="28"/>
                  </a:cubicBezTo>
                  <a:cubicBezTo>
                    <a:pt x="1402" y="2"/>
                    <a:pt x="1453" y="0"/>
                    <a:pt x="1495" y="23"/>
                  </a:cubicBezTo>
                  <a:cubicBezTo>
                    <a:pt x="1537" y="46"/>
                    <a:pt x="1563" y="90"/>
                    <a:pt x="1563" y="137"/>
                  </a:cubicBezTo>
                  <a:cubicBezTo>
                    <a:pt x="1563" y="529"/>
                    <a:pt x="1563" y="529"/>
                    <a:pt x="1563" y="529"/>
                  </a:cubicBezTo>
                  <a:cubicBezTo>
                    <a:pt x="3125" y="529"/>
                    <a:pt x="3125" y="529"/>
                    <a:pt x="3125" y="529"/>
                  </a:cubicBezTo>
                  <a:cubicBezTo>
                    <a:pt x="3197" y="529"/>
                    <a:pt x="3255" y="587"/>
                    <a:pt x="3255" y="659"/>
                  </a:cubicBezTo>
                  <a:cubicBezTo>
                    <a:pt x="3255" y="1309"/>
                    <a:pt x="3255" y="1309"/>
                    <a:pt x="3255" y="1309"/>
                  </a:cubicBezTo>
                  <a:cubicBezTo>
                    <a:pt x="3255" y="1381"/>
                    <a:pt x="3197" y="1439"/>
                    <a:pt x="3125" y="1439"/>
                  </a:cubicBezTo>
                  <a:cubicBezTo>
                    <a:pt x="2084" y="1439"/>
                    <a:pt x="2084" y="1439"/>
                    <a:pt x="2084" y="1439"/>
                  </a:cubicBezTo>
                  <a:cubicBezTo>
                    <a:pt x="2012" y="1439"/>
                    <a:pt x="1953" y="1381"/>
                    <a:pt x="1953" y="1309"/>
                  </a:cubicBezTo>
                  <a:cubicBezTo>
                    <a:pt x="1953" y="1237"/>
                    <a:pt x="2012" y="1179"/>
                    <a:pt x="2084" y="1179"/>
                  </a:cubicBezTo>
                  <a:cubicBezTo>
                    <a:pt x="2995" y="1179"/>
                    <a:pt x="2995" y="1179"/>
                    <a:pt x="2995" y="1179"/>
                  </a:cubicBezTo>
                  <a:cubicBezTo>
                    <a:pt x="2995" y="789"/>
                    <a:pt x="2995" y="789"/>
                    <a:pt x="2995" y="789"/>
                  </a:cubicBezTo>
                  <a:cubicBezTo>
                    <a:pt x="1433" y="789"/>
                    <a:pt x="1433" y="789"/>
                    <a:pt x="1433" y="789"/>
                  </a:cubicBezTo>
                  <a:cubicBezTo>
                    <a:pt x="1361" y="789"/>
                    <a:pt x="1303" y="731"/>
                    <a:pt x="1303" y="659"/>
                  </a:cubicBezTo>
                  <a:cubicBezTo>
                    <a:pt x="1303" y="377"/>
                    <a:pt x="1303" y="377"/>
                    <a:pt x="1303" y="377"/>
                  </a:cubicBezTo>
                  <a:cubicBezTo>
                    <a:pt x="367" y="985"/>
                    <a:pt x="367" y="985"/>
                    <a:pt x="367" y="985"/>
                  </a:cubicBezTo>
                  <a:cubicBezTo>
                    <a:pt x="1275" y="1591"/>
                    <a:pt x="1275" y="1591"/>
                    <a:pt x="1275" y="1591"/>
                  </a:cubicBezTo>
                  <a:cubicBezTo>
                    <a:pt x="1335" y="1631"/>
                    <a:pt x="1351" y="1712"/>
                    <a:pt x="1311" y="1772"/>
                  </a:cubicBezTo>
                  <a:cubicBezTo>
                    <a:pt x="1286" y="1809"/>
                    <a:pt x="1245" y="1830"/>
                    <a:pt x="1202" y="18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0" name="Freeform 219">
              <a:extLst>
                <a:ext uri="{FF2B5EF4-FFF2-40B4-BE49-F238E27FC236}">
                  <a16:creationId xmlns:a16="http://schemas.microsoft.com/office/drawing/2014/main" id="{E38BD47B-DFE4-E7CA-DF5B-04ED45FF7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50" y="6091238"/>
              <a:ext cx="1214438" cy="687387"/>
            </a:xfrm>
            <a:custGeom>
              <a:avLst/>
              <a:gdLst>
                <a:gd name="T0" fmla="*/ 1822 w 3255"/>
                <a:gd name="T1" fmla="*/ 1841 h 1841"/>
                <a:gd name="T2" fmla="*/ 1760 w 3255"/>
                <a:gd name="T3" fmla="*/ 1825 h 1841"/>
                <a:gd name="T4" fmla="*/ 1692 w 3255"/>
                <a:gd name="T5" fmla="*/ 1710 h 1841"/>
                <a:gd name="T6" fmla="*/ 1692 w 3255"/>
                <a:gd name="T7" fmla="*/ 1319 h 1841"/>
                <a:gd name="T8" fmla="*/ 130 w 3255"/>
                <a:gd name="T9" fmla="*/ 1319 h 1841"/>
                <a:gd name="T10" fmla="*/ 0 w 3255"/>
                <a:gd name="T11" fmla="*/ 1189 h 1841"/>
                <a:gd name="T12" fmla="*/ 0 w 3255"/>
                <a:gd name="T13" fmla="*/ 539 h 1841"/>
                <a:gd name="T14" fmla="*/ 130 w 3255"/>
                <a:gd name="T15" fmla="*/ 409 h 1841"/>
                <a:gd name="T16" fmla="*/ 1172 w 3255"/>
                <a:gd name="T17" fmla="*/ 409 h 1841"/>
                <a:gd name="T18" fmla="*/ 1302 w 3255"/>
                <a:gd name="T19" fmla="*/ 539 h 1841"/>
                <a:gd name="T20" fmla="*/ 1172 w 3255"/>
                <a:gd name="T21" fmla="*/ 669 h 1841"/>
                <a:gd name="T22" fmla="*/ 261 w 3255"/>
                <a:gd name="T23" fmla="*/ 669 h 1841"/>
                <a:gd name="T24" fmla="*/ 261 w 3255"/>
                <a:gd name="T25" fmla="*/ 1059 h 1841"/>
                <a:gd name="T26" fmla="*/ 1822 w 3255"/>
                <a:gd name="T27" fmla="*/ 1059 h 1841"/>
                <a:gd name="T28" fmla="*/ 1952 w 3255"/>
                <a:gd name="T29" fmla="*/ 1189 h 1841"/>
                <a:gd name="T30" fmla="*/ 1952 w 3255"/>
                <a:gd name="T31" fmla="*/ 1471 h 1841"/>
                <a:gd name="T32" fmla="*/ 2888 w 3255"/>
                <a:gd name="T33" fmla="*/ 863 h 1841"/>
                <a:gd name="T34" fmla="*/ 1981 w 3255"/>
                <a:gd name="T35" fmla="*/ 257 h 1841"/>
                <a:gd name="T36" fmla="*/ 1945 w 3255"/>
                <a:gd name="T37" fmla="*/ 76 h 1841"/>
                <a:gd name="T38" fmla="*/ 2125 w 3255"/>
                <a:gd name="T39" fmla="*/ 40 h 1841"/>
                <a:gd name="T40" fmla="*/ 3197 w 3255"/>
                <a:gd name="T41" fmla="*/ 756 h 1841"/>
                <a:gd name="T42" fmla="*/ 3255 w 3255"/>
                <a:gd name="T43" fmla="*/ 865 h 1841"/>
                <a:gd name="T44" fmla="*/ 3196 w 3255"/>
                <a:gd name="T45" fmla="*/ 974 h 1841"/>
                <a:gd name="T46" fmla="*/ 1893 w 3255"/>
                <a:gd name="T47" fmla="*/ 1820 h 1841"/>
                <a:gd name="T48" fmla="*/ 1822 w 3255"/>
                <a:gd name="T49" fmla="*/ 1841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41">
                  <a:moveTo>
                    <a:pt x="1822" y="1841"/>
                  </a:moveTo>
                  <a:cubicBezTo>
                    <a:pt x="1801" y="1841"/>
                    <a:pt x="1780" y="1835"/>
                    <a:pt x="1760" y="1825"/>
                  </a:cubicBezTo>
                  <a:cubicBezTo>
                    <a:pt x="1718" y="1802"/>
                    <a:pt x="1692" y="1758"/>
                    <a:pt x="1692" y="1710"/>
                  </a:cubicBezTo>
                  <a:cubicBezTo>
                    <a:pt x="1692" y="1319"/>
                    <a:pt x="1692" y="1319"/>
                    <a:pt x="1692" y="1319"/>
                  </a:cubicBezTo>
                  <a:cubicBezTo>
                    <a:pt x="130" y="1319"/>
                    <a:pt x="130" y="1319"/>
                    <a:pt x="130" y="1319"/>
                  </a:cubicBezTo>
                  <a:cubicBezTo>
                    <a:pt x="59" y="1319"/>
                    <a:pt x="0" y="1261"/>
                    <a:pt x="0" y="1189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467"/>
                    <a:pt x="59" y="409"/>
                    <a:pt x="130" y="409"/>
                  </a:cubicBezTo>
                  <a:cubicBezTo>
                    <a:pt x="1172" y="409"/>
                    <a:pt x="1172" y="409"/>
                    <a:pt x="1172" y="409"/>
                  </a:cubicBezTo>
                  <a:cubicBezTo>
                    <a:pt x="1244" y="409"/>
                    <a:pt x="1302" y="467"/>
                    <a:pt x="1302" y="539"/>
                  </a:cubicBezTo>
                  <a:cubicBezTo>
                    <a:pt x="1302" y="611"/>
                    <a:pt x="1244" y="669"/>
                    <a:pt x="1172" y="669"/>
                  </a:cubicBezTo>
                  <a:cubicBezTo>
                    <a:pt x="261" y="669"/>
                    <a:pt x="261" y="669"/>
                    <a:pt x="261" y="669"/>
                  </a:cubicBezTo>
                  <a:cubicBezTo>
                    <a:pt x="261" y="1059"/>
                    <a:pt x="261" y="1059"/>
                    <a:pt x="261" y="1059"/>
                  </a:cubicBezTo>
                  <a:cubicBezTo>
                    <a:pt x="1822" y="1059"/>
                    <a:pt x="1822" y="1059"/>
                    <a:pt x="1822" y="1059"/>
                  </a:cubicBezTo>
                  <a:cubicBezTo>
                    <a:pt x="1894" y="1059"/>
                    <a:pt x="1952" y="1117"/>
                    <a:pt x="1952" y="1189"/>
                  </a:cubicBezTo>
                  <a:cubicBezTo>
                    <a:pt x="1952" y="1471"/>
                    <a:pt x="1952" y="1471"/>
                    <a:pt x="1952" y="1471"/>
                  </a:cubicBezTo>
                  <a:cubicBezTo>
                    <a:pt x="2888" y="863"/>
                    <a:pt x="2888" y="863"/>
                    <a:pt x="2888" y="863"/>
                  </a:cubicBezTo>
                  <a:cubicBezTo>
                    <a:pt x="1981" y="257"/>
                    <a:pt x="1981" y="257"/>
                    <a:pt x="1981" y="257"/>
                  </a:cubicBezTo>
                  <a:cubicBezTo>
                    <a:pt x="1921" y="217"/>
                    <a:pt x="1905" y="136"/>
                    <a:pt x="1945" y="76"/>
                  </a:cubicBezTo>
                  <a:cubicBezTo>
                    <a:pt x="1985" y="16"/>
                    <a:pt x="2065" y="0"/>
                    <a:pt x="2125" y="40"/>
                  </a:cubicBezTo>
                  <a:cubicBezTo>
                    <a:pt x="3197" y="756"/>
                    <a:pt x="3197" y="756"/>
                    <a:pt x="3197" y="756"/>
                  </a:cubicBezTo>
                  <a:cubicBezTo>
                    <a:pt x="3234" y="780"/>
                    <a:pt x="3255" y="821"/>
                    <a:pt x="3255" y="865"/>
                  </a:cubicBezTo>
                  <a:cubicBezTo>
                    <a:pt x="3255" y="909"/>
                    <a:pt x="3233" y="950"/>
                    <a:pt x="3196" y="974"/>
                  </a:cubicBezTo>
                  <a:cubicBezTo>
                    <a:pt x="1893" y="1820"/>
                    <a:pt x="1893" y="1820"/>
                    <a:pt x="1893" y="1820"/>
                  </a:cubicBezTo>
                  <a:cubicBezTo>
                    <a:pt x="1872" y="1834"/>
                    <a:pt x="1847" y="1841"/>
                    <a:pt x="1822" y="18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CD6EE4B3-5073-F419-B1CC-03C48CE3A18B}"/>
              </a:ext>
            </a:extLst>
          </p:cNvPr>
          <p:cNvGrpSpPr/>
          <p:nvPr userDrawn="1"/>
        </p:nvGrpSpPr>
        <p:grpSpPr>
          <a:xfrm>
            <a:off x="874095" y="8386791"/>
            <a:ext cx="1008495" cy="1007400"/>
            <a:chOff x="2580640" y="152400"/>
            <a:chExt cx="1460500" cy="1458913"/>
          </a:xfrm>
          <a:solidFill>
            <a:schemeClr val="tx1"/>
          </a:solidFill>
        </p:grpSpPr>
        <p:sp>
          <p:nvSpPr>
            <p:cNvPr id="52" name="Freeform 77">
              <a:extLst>
                <a:ext uri="{FF2B5EF4-FFF2-40B4-BE49-F238E27FC236}">
                  <a16:creationId xmlns:a16="http://schemas.microsoft.com/office/drawing/2014/main" id="{5EC42EA4-75B8-A07D-2341-CC5699E63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640" y="152400"/>
              <a:ext cx="1460500" cy="1458913"/>
            </a:xfrm>
            <a:custGeom>
              <a:avLst/>
              <a:gdLst>
                <a:gd name="T0" fmla="*/ 3515 w 3655"/>
                <a:gd name="T1" fmla="*/ 3645 h 3645"/>
                <a:gd name="T2" fmla="*/ 1823 w 3655"/>
                <a:gd name="T3" fmla="*/ 3645 h 3645"/>
                <a:gd name="T4" fmla="*/ 0 w 3655"/>
                <a:gd name="T5" fmla="*/ 1822 h 3645"/>
                <a:gd name="T6" fmla="*/ 1823 w 3655"/>
                <a:gd name="T7" fmla="*/ 0 h 3645"/>
                <a:gd name="T8" fmla="*/ 2763 w 3655"/>
                <a:gd name="T9" fmla="*/ 260 h 3645"/>
                <a:gd name="T10" fmla="*/ 2807 w 3655"/>
                <a:gd name="T11" fmla="*/ 439 h 3645"/>
                <a:gd name="T12" fmla="*/ 2628 w 3655"/>
                <a:gd name="T13" fmla="*/ 483 h 3645"/>
                <a:gd name="T14" fmla="*/ 1823 w 3655"/>
                <a:gd name="T15" fmla="*/ 260 h 3645"/>
                <a:gd name="T16" fmla="*/ 261 w 3655"/>
                <a:gd name="T17" fmla="*/ 1822 h 3645"/>
                <a:gd name="T18" fmla="*/ 1823 w 3655"/>
                <a:gd name="T19" fmla="*/ 3384 h 3645"/>
                <a:gd name="T20" fmla="*/ 3229 w 3655"/>
                <a:gd name="T21" fmla="*/ 3384 h 3645"/>
                <a:gd name="T22" fmla="*/ 2955 w 3655"/>
                <a:gd name="T23" fmla="*/ 3069 h 3645"/>
                <a:gd name="T24" fmla="*/ 2959 w 3655"/>
                <a:gd name="T25" fmla="*/ 2894 h 3645"/>
                <a:gd name="T26" fmla="*/ 3385 w 3655"/>
                <a:gd name="T27" fmla="*/ 1822 h 3645"/>
                <a:gd name="T28" fmla="*/ 3515 w 3655"/>
                <a:gd name="T29" fmla="*/ 1692 h 3645"/>
                <a:gd name="T30" fmla="*/ 3645 w 3655"/>
                <a:gd name="T31" fmla="*/ 1822 h 3645"/>
                <a:gd name="T32" fmla="*/ 3227 w 3655"/>
                <a:gd name="T33" fmla="*/ 2984 h 3645"/>
                <a:gd name="T34" fmla="*/ 3613 w 3655"/>
                <a:gd name="T35" fmla="*/ 3429 h 3645"/>
                <a:gd name="T36" fmla="*/ 3634 w 3655"/>
                <a:gd name="T37" fmla="*/ 3568 h 3645"/>
                <a:gd name="T38" fmla="*/ 3515 w 3655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5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5" y="0"/>
                    <a:pt x="2480" y="90"/>
                    <a:pt x="2763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70" y="501"/>
                    <a:pt x="2690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1" y="961"/>
                    <a:pt x="261" y="1822"/>
                  </a:cubicBezTo>
                  <a:cubicBezTo>
                    <a:pt x="261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4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7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5" y="3522"/>
                    <a:pt x="3634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3" name="Freeform 78">
              <a:extLst>
                <a:ext uri="{FF2B5EF4-FFF2-40B4-BE49-F238E27FC236}">
                  <a16:creationId xmlns:a16="http://schemas.microsoft.com/office/drawing/2014/main" id="{9003BC64-38B8-9497-6AAA-FF5756421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953" y="67468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30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30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30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30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4" name="Freeform 79">
              <a:extLst>
                <a:ext uri="{FF2B5EF4-FFF2-40B4-BE49-F238E27FC236}">
                  <a16:creationId xmlns:a16="http://schemas.microsoft.com/office/drawing/2014/main" id="{63931A2C-FCA4-62DF-E3EC-D2406CE9B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953" y="93503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29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1AEA27E-D21B-CDBF-9B80-A758B3991904}"/>
              </a:ext>
            </a:extLst>
          </p:cNvPr>
          <p:cNvGrpSpPr/>
          <p:nvPr userDrawn="1"/>
        </p:nvGrpSpPr>
        <p:grpSpPr>
          <a:xfrm>
            <a:off x="9484452" y="8326902"/>
            <a:ext cx="638748" cy="1067289"/>
            <a:chOff x="3922713" y="5319713"/>
            <a:chExt cx="873125" cy="1458912"/>
          </a:xfrm>
          <a:solidFill>
            <a:schemeClr val="tx1"/>
          </a:solidFill>
        </p:grpSpPr>
        <p:sp>
          <p:nvSpPr>
            <p:cNvPr id="56" name="Freeform 234">
              <a:extLst>
                <a:ext uri="{FF2B5EF4-FFF2-40B4-BE49-F238E27FC236}">
                  <a16:creationId xmlns:a16="http://schemas.microsoft.com/office/drawing/2014/main" id="{E0A81B20-EC8E-33C9-23D1-58490244E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713" y="5319713"/>
              <a:ext cx="873125" cy="1458912"/>
            </a:xfrm>
            <a:custGeom>
              <a:avLst/>
              <a:gdLst>
                <a:gd name="T0" fmla="*/ 1822 w 2343"/>
                <a:gd name="T1" fmla="*/ 3906 h 3906"/>
                <a:gd name="T2" fmla="*/ 520 w 2343"/>
                <a:gd name="T3" fmla="*/ 3906 h 3906"/>
                <a:gd name="T4" fmla="*/ 0 w 2343"/>
                <a:gd name="T5" fmla="*/ 3385 h 3906"/>
                <a:gd name="T6" fmla="*/ 0 w 2343"/>
                <a:gd name="T7" fmla="*/ 2734 h 3906"/>
                <a:gd name="T8" fmla="*/ 130 w 2343"/>
                <a:gd name="T9" fmla="*/ 2604 h 3906"/>
                <a:gd name="T10" fmla="*/ 1692 w 2343"/>
                <a:gd name="T11" fmla="*/ 2604 h 3906"/>
                <a:gd name="T12" fmla="*/ 1822 w 2343"/>
                <a:gd name="T13" fmla="*/ 2734 h 3906"/>
                <a:gd name="T14" fmla="*/ 1692 w 2343"/>
                <a:gd name="T15" fmla="*/ 2864 h 3906"/>
                <a:gd name="T16" fmla="*/ 260 w 2343"/>
                <a:gd name="T17" fmla="*/ 2864 h 3906"/>
                <a:gd name="T18" fmla="*/ 260 w 2343"/>
                <a:gd name="T19" fmla="*/ 3385 h 3906"/>
                <a:gd name="T20" fmla="*/ 520 w 2343"/>
                <a:gd name="T21" fmla="*/ 3645 h 3906"/>
                <a:gd name="T22" fmla="*/ 1822 w 2343"/>
                <a:gd name="T23" fmla="*/ 3645 h 3906"/>
                <a:gd name="T24" fmla="*/ 2083 w 2343"/>
                <a:gd name="T25" fmla="*/ 3385 h 3906"/>
                <a:gd name="T26" fmla="*/ 2083 w 2343"/>
                <a:gd name="T27" fmla="*/ 521 h 3906"/>
                <a:gd name="T28" fmla="*/ 1822 w 2343"/>
                <a:gd name="T29" fmla="*/ 261 h 3906"/>
                <a:gd name="T30" fmla="*/ 520 w 2343"/>
                <a:gd name="T31" fmla="*/ 261 h 3906"/>
                <a:gd name="T32" fmla="*/ 260 w 2343"/>
                <a:gd name="T33" fmla="*/ 521 h 3906"/>
                <a:gd name="T34" fmla="*/ 260 w 2343"/>
                <a:gd name="T35" fmla="*/ 1172 h 3906"/>
                <a:gd name="T36" fmla="*/ 130 w 2343"/>
                <a:gd name="T37" fmla="*/ 1302 h 3906"/>
                <a:gd name="T38" fmla="*/ 0 w 2343"/>
                <a:gd name="T39" fmla="*/ 1172 h 3906"/>
                <a:gd name="T40" fmla="*/ 0 w 2343"/>
                <a:gd name="T41" fmla="*/ 521 h 3906"/>
                <a:gd name="T42" fmla="*/ 520 w 2343"/>
                <a:gd name="T43" fmla="*/ 0 h 3906"/>
                <a:gd name="T44" fmla="*/ 1822 w 2343"/>
                <a:gd name="T45" fmla="*/ 0 h 3906"/>
                <a:gd name="T46" fmla="*/ 2343 w 2343"/>
                <a:gd name="T47" fmla="*/ 521 h 3906"/>
                <a:gd name="T48" fmla="*/ 2343 w 2343"/>
                <a:gd name="T49" fmla="*/ 3385 h 3906"/>
                <a:gd name="T50" fmla="*/ 1822 w 2343"/>
                <a:gd name="T51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43" h="3906">
                  <a:moveTo>
                    <a:pt x="1822" y="3906"/>
                  </a:moveTo>
                  <a:cubicBezTo>
                    <a:pt x="520" y="3906"/>
                    <a:pt x="520" y="3906"/>
                    <a:pt x="520" y="3906"/>
                  </a:cubicBezTo>
                  <a:cubicBezTo>
                    <a:pt x="233" y="3906"/>
                    <a:pt x="0" y="3672"/>
                    <a:pt x="0" y="3385"/>
                  </a:cubicBezTo>
                  <a:cubicBezTo>
                    <a:pt x="0" y="2734"/>
                    <a:pt x="0" y="2734"/>
                    <a:pt x="0" y="2734"/>
                  </a:cubicBezTo>
                  <a:cubicBezTo>
                    <a:pt x="0" y="2662"/>
                    <a:pt x="58" y="2604"/>
                    <a:pt x="130" y="2604"/>
                  </a:cubicBezTo>
                  <a:cubicBezTo>
                    <a:pt x="1692" y="2604"/>
                    <a:pt x="1692" y="2604"/>
                    <a:pt x="1692" y="2604"/>
                  </a:cubicBezTo>
                  <a:cubicBezTo>
                    <a:pt x="1764" y="2604"/>
                    <a:pt x="1822" y="2662"/>
                    <a:pt x="1822" y="2734"/>
                  </a:cubicBezTo>
                  <a:cubicBezTo>
                    <a:pt x="1822" y="2806"/>
                    <a:pt x="1764" y="2864"/>
                    <a:pt x="1692" y="2864"/>
                  </a:cubicBezTo>
                  <a:cubicBezTo>
                    <a:pt x="260" y="2864"/>
                    <a:pt x="260" y="2864"/>
                    <a:pt x="260" y="2864"/>
                  </a:cubicBezTo>
                  <a:cubicBezTo>
                    <a:pt x="260" y="3385"/>
                    <a:pt x="260" y="3385"/>
                    <a:pt x="260" y="3385"/>
                  </a:cubicBezTo>
                  <a:cubicBezTo>
                    <a:pt x="260" y="3529"/>
                    <a:pt x="377" y="3645"/>
                    <a:pt x="520" y="3645"/>
                  </a:cubicBezTo>
                  <a:cubicBezTo>
                    <a:pt x="1822" y="3645"/>
                    <a:pt x="1822" y="3645"/>
                    <a:pt x="1822" y="3645"/>
                  </a:cubicBezTo>
                  <a:cubicBezTo>
                    <a:pt x="1966" y="3645"/>
                    <a:pt x="2083" y="3529"/>
                    <a:pt x="2083" y="3385"/>
                  </a:cubicBezTo>
                  <a:cubicBezTo>
                    <a:pt x="2083" y="521"/>
                    <a:pt x="2083" y="521"/>
                    <a:pt x="2083" y="521"/>
                  </a:cubicBezTo>
                  <a:cubicBezTo>
                    <a:pt x="2083" y="377"/>
                    <a:pt x="1966" y="261"/>
                    <a:pt x="1822" y="261"/>
                  </a:cubicBezTo>
                  <a:cubicBezTo>
                    <a:pt x="520" y="261"/>
                    <a:pt x="520" y="261"/>
                    <a:pt x="520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1172"/>
                    <a:pt x="260" y="1172"/>
                    <a:pt x="260" y="1172"/>
                  </a:cubicBezTo>
                  <a:cubicBezTo>
                    <a:pt x="260" y="1244"/>
                    <a:pt x="202" y="1302"/>
                    <a:pt x="130" y="1302"/>
                  </a:cubicBezTo>
                  <a:cubicBezTo>
                    <a:pt x="58" y="1302"/>
                    <a:pt x="0" y="1244"/>
                    <a:pt x="0" y="1172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1822" y="0"/>
                    <a:pt x="1822" y="0"/>
                    <a:pt x="1822" y="0"/>
                  </a:cubicBezTo>
                  <a:cubicBezTo>
                    <a:pt x="2109" y="0"/>
                    <a:pt x="2343" y="234"/>
                    <a:pt x="2343" y="521"/>
                  </a:cubicBezTo>
                  <a:cubicBezTo>
                    <a:pt x="2343" y="3385"/>
                    <a:pt x="2343" y="3385"/>
                    <a:pt x="2343" y="3385"/>
                  </a:cubicBezTo>
                  <a:cubicBezTo>
                    <a:pt x="2343" y="3672"/>
                    <a:pt x="2109" y="3906"/>
                    <a:pt x="1822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7" name="Oval 235">
              <a:extLst>
                <a:ext uri="{FF2B5EF4-FFF2-40B4-BE49-F238E27FC236}">
                  <a16:creationId xmlns:a16="http://schemas.microsoft.com/office/drawing/2014/main" id="{5ABDEB42-5288-FAB6-1F27-AB78B4FFA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1" y="6524625"/>
              <a:ext cx="106363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A9EDC020-063C-DC1D-165B-8C58C9C045E2}"/>
              </a:ext>
            </a:extLst>
          </p:cNvPr>
          <p:cNvGrpSpPr/>
          <p:nvPr userDrawn="1"/>
        </p:nvGrpSpPr>
        <p:grpSpPr>
          <a:xfrm>
            <a:off x="9341256" y="6363673"/>
            <a:ext cx="925140" cy="957437"/>
            <a:chOff x="10502900" y="1873250"/>
            <a:chExt cx="1409700" cy="1458913"/>
          </a:xfrm>
          <a:solidFill>
            <a:schemeClr val="tx1"/>
          </a:solidFill>
        </p:grpSpPr>
        <p:sp>
          <p:nvSpPr>
            <p:cNvPr id="59" name="Freeform 110">
              <a:extLst>
                <a:ext uri="{FF2B5EF4-FFF2-40B4-BE49-F238E27FC236}">
                  <a16:creationId xmlns:a16="http://schemas.microsoft.com/office/drawing/2014/main" id="{5B6D5767-CAFA-F049-E3B7-F80843F00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2900" y="1873250"/>
              <a:ext cx="1409700" cy="1458913"/>
            </a:xfrm>
            <a:custGeom>
              <a:avLst/>
              <a:gdLst>
                <a:gd name="T0" fmla="*/ 3775 w 3905"/>
                <a:gd name="T1" fmla="*/ 0 h 4037"/>
                <a:gd name="T2" fmla="*/ 130 w 3905"/>
                <a:gd name="T3" fmla="*/ 0 h 4037"/>
                <a:gd name="T4" fmla="*/ 0 w 3905"/>
                <a:gd name="T5" fmla="*/ 131 h 4037"/>
                <a:gd name="T6" fmla="*/ 0 w 3905"/>
                <a:gd name="T7" fmla="*/ 2344 h 4037"/>
                <a:gd name="T8" fmla="*/ 130 w 3905"/>
                <a:gd name="T9" fmla="*/ 2475 h 4037"/>
                <a:gd name="T10" fmla="*/ 1710 w 3905"/>
                <a:gd name="T11" fmla="*/ 2475 h 4037"/>
                <a:gd name="T12" fmla="*/ 1063 w 3905"/>
                <a:gd name="T13" fmla="*/ 3444 h 4037"/>
                <a:gd name="T14" fmla="*/ 1099 w 3905"/>
                <a:gd name="T15" fmla="*/ 3624 h 4037"/>
                <a:gd name="T16" fmla="*/ 1172 w 3905"/>
                <a:gd name="T17" fmla="*/ 3646 h 4037"/>
                <a:gd name="T18" fmla="*/ 1280 w 3905"/>
                <a:gd name="T19" fmla="*/ 3588 h 4037"/>
                <a:gd name="T20" fmla="*/ 1953 w 3905"/>
                <a:gd name="T21" fmla="*/ 2579 h 4037"/>
                <a:gd name="T22" fmla="*/ 2886 w 3905"/>
                <a:gd name="T23" fmla="*/ 3979 h 4037"/>
                <a:gd name="T24" fmla="*/ 2994 w 3905"/>
                <a:gd name="T25" fmla="*/ 4037 h 4037"/>
                <a:gd name="T26" fmla="*/ 3066 w 3905"/>
                <a:gd name="T27" fmla="*/ 4015 h 4037"/>
                <a:gd name="T28" fmla="*/ 3103 w 3905"/>
                <a:gd name="T29" fmla="*/ 3834 h 4037"/>
                <a:gd name="T30" fmla="*/ 2062 w 3905"/>
                <a:gd name="T31" fmla="*/ 2273 h 4037"/>
                <a:gd name="T32" fmla="*/ 2052 w 3905"/>
                <a:gd name="T33" fmla="*/ 2260 h 4037"/>
                <a:gd name="T34" fmla="*/ 2050 w 3905"/>
                <a:gd name="T35" fmla="*/ 2258 h 4037"/>
                <a:gd name="T36" fmla="*/ 2042 w 3905"/>
                <a:gd name="T37" fmla="*/ 2250 h 4037"/>
                <a:gd name="T38" fmla="*/ 2038 w 3905"/>
                <a:gd name="T39" fmla="*/ 2246 h 4037"/>
                <a:gd name="T40" fmla="*/ 2030 w 3905"/>
                <a:gd name="T41" fmla="*/ 2240 h 4037"/>
                <a:gd name="T42" fmla="*/ 2026 w 3905"/>
                <a:gd name="T43" fmla="*/ 2237 h 4037"/>
                <a:gd name="T44" fmla="*/ 2025 w 3905"/>
                <a:gd name="T45" fmla="*/ 2236 h 4037"/>
                <a:gd name="T46" fmla="*/ 2016 w 3905"/>
                <a:gd name="T47" fmla="*/ 2230 h 4037"/>
                <a:gd name="T48" fmla="*/ 2014 w 3905"/>
                <a:gd name="T49" fmla="*/ 2230 h 4037"/>
                <a:gd name="T50" fmla="*/ 2000 w 3905"/>
                <a:gd name="T51" fmla="*/ 2223 h 4037"/>
                <a:gd name="T52" fmla="*/ 1998 w 3905"/>
                <a:gd name="T53" fmla="*/ 2222 h 4037"/>
                <a:gd name="T54" fmla="*/ 1986 w 3905"/>
                <a:gd name="T55" fmla="*/ 2219 h 4037"/>
                <a:gd name="T56" fmla="*/ 1983 w 3905"/>
                <a:gd name="T57" fmla="*/ 2218 h 4037"/>
                <a:gd name="T58" fmla="*/ 1971 w 3905"/>
                <a:gd name="T59" fmla="*/ 2216 h 4037"/>
                <a:gd name="T60" fmla="*/ 1968 w 3905"/>
                <a:gd name="T61" fmla="*/ 2215 h 4037"/>
                <a:gd name="T62" fmla="*/ 1953 w 3905"/>
                <a:gd name="T63" fmla="*/ 2214 h 4037"/>
                <a:gd name="T64" fmla="*/ 1953 w 3905"/>
                <a:gd name="T65" fmla="*/ 2214 h 4037"/>
                <a:gd name="T66" fmla="*/ 1952 w 3905"/>
                <a:gd name="T67" fmla="*/ 2214 h 4037"/>
                <a:gd name="T68" fmla="*/ 1952 w 3905"/>
                <a:gd name="T69" fmla="*/ 2214 h 4037"/>
                <a:gd name="T70" fmla="*/ 260 w 3905"/>
                <a:gd name="T71" fmla="*/ 2214 h 4037"/>
                <a:gd name="T72" fmla="*/ 260 w 3905"/>
                <a:gd name="T73" fmla="*/ 261 h 4037"/>
                <a:gd name="T74" fmla="*/ 3645 w 3905"/>
                <a:gd name="T75" fmla="*/ 261 h 4037"/>
                <a:gd name="T76" fmla="*/ 3645 w 3905"/>
                <a:gd name="T77" fmla="*/ 1303 h 4037"/>
                <a:gd name="T78" fmla="*/ 3775 w 3905"/>
                <a:gd name="T79" fmla="*/ 1433 h 4037"/>
                <a:gd name="T80" fmla="*/ 3905 w 3905"/>
                <a:gd name="T81" fmla="*/ 1303 h 4037"/>
                <a:gd name="T82" fmla="*/ 3905 w 3905"/>
                <a:gd name="T83" fmla="*/ 131 h 4037"/>
                <a:gd name="T84" fmla="*/ 3775 w 3905"/>
                <a:gd name="T85" fmla="*/ 0 h 4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05" h="4037">
                  <a:moveTo>
                    <a:pt x="377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2344"/>
                    <a:pt x="0" y="2344"/>
                    <a:pt x="0" y="2344"/>
                  </a:cubicBezTo>
                  <a:cubicBezTo>
                    <a:pt x="0" y="2416"/>
                    <a:pt x="58" y="2475"/>
                    <a:pt x="130" y="2475"/>
                  </a:cubicBezTo>
                  <a:cubicBezTo>
                    <a:pt x="1710" y="2475"/>
                    <a:pt x="1710" y="2475"/>
                    <a:pt x="1710" y="2475"/>
                  </a:cubicBezTo>
                  <a:cubicBezTo>
                    <a:pt x="1063" y="3444"/>
                    <a:pt x="1063" y="3444"/>
                    <a:pt x="1063" y="3444"/>
                  </a:cubicBezTo>
                  <a:cubicBezTo>
                    <a:pt x="1024" y="3504"/>
                    <a:pt x="1040" y="3584"/>
                    <a:pt x="1099" y="3624"/>
                  </a:cubicBezTo>
                  <a:cubicBezTo>
                    <a:pt x="1122" y="3639"/>
                    <a:pt x="1147" y="3646"/>
                    <a:pt x="1172" y="3646"/>
                  </a:cubicBezTo>
                  <a:cubicBezTo>
                    <a:pt x="1214" y="3646"/>
                    <a:pt x="1255" y="3626"/>
                    <a:pt x="1280" y="3588"/>
                  </a:cubicBezTo>
                  <a:cubicBezTo>
                    <a:pt x="1953" y="2579"/>
                    <a:pt x="1953" y="2579"/>
                    <a:pt x="1953" y="2579"/>
                  </a:cubicBezTo>
                  <a:cubicBezTo>
                    <a:pt x="2886" y="3979"/>
                    <a:pt x="2886" y="3979"/>
                    <a:pt x="2886" y="3979"/>
                  </a:cubicBezTo>
                  <a:cubicBezTo>
                    <a:pt x="2911" y="4016"/>
                    <a:pt x="2952" y="4037"/>
                    <a:pt x="2994" y="4037"/>
                  </a:cubicBezTo>
                  <a:cubicBezTo>
                    <a:pt x="3019" y="4037"/>
                    <a:pt x="3044" y="4030"/>
                    <a:pt x="3066" y="4015"/>
                  </a:cubicBezTo>
                  <a:cubicBezTo>
                    <a:pt x="3126" y="3975"/>
                    <a:pt x="3142" y="3894"/>
                    <a:pt x="3103" y="3834"/>
                  </a:cubicBezTo>
                  <a:cubicBezTo>
                    <a:pt x="2062" y="2273"/>
                    <a:pt x="2062" y="2273"/>
                    <a:pt x="2062" y="2273"/>
                  </a:cubicBezTo>
                  <a:cubicBezTo>
                    <a:pt x="2059" y="2269"/>
                    <a:pt x="2056" y="2264"/>
                    <a:pt x="2052" y="2260"/>
                  </a:cubicBezTo>
                  <a:cubicBezTo>
                    <a:pt x="2051" y="2259"/>
                    <a:pt x="2050" y="2258"/>
                    <a:pt x="2050" y="2258"/>
                  </a:cubicBezTo>
                  <a:cubicBezTo>
                    <a:pt x="2047" y="2255"/>
                    <a:pt x="2045" y="2252"/>
                    <a:pt x="2042" y="2250"/>
                  </a:cubicBezTo>
                  <a:cubicBezTo>
                    <a:pt x="2041" y="2249"/>
                    <a:pt x="2040" y="2247"/>
                    <a:pt x="2038" y="2246"/>
                  </a:cubicBezTo>
                  <a:cubicBezTo>
                    <a:pt x="2036" y="2244"/>
                    <a:pt x="2033" y="2242"/>
                    <a:pt x="2030" y="2240"/>
                  </a:cubicBezTo>
                  <a:cubicBezTo>
                    <a:pt x="2029" y="2239"/>
                    <a:pt x="2028" y="2238"/>
                    <a:pt x="2026" y="2237"/>
                  </a:cubicBezTo>
                  <a:cubicBezTo>
                    <a:pt x="2026" y="2237"/>
                    <a:pt x="2026" y="2236"/>
                    <a:pt x="2025" y="2236"/>
                  </a:cubicBezTo>
                  <a:cubicBezTo>
                    <a:pt x="2022" y="2234"/>
                    <a:pt x="2019" y="2232"/>
                    <a:pt x="2016" y="2230"/>
                  </a:cubicBezTo>
                  <a:cubicBezTo>
                    <a:pt x="2015" y="2230"/>
                    <a:pt x="2015" y="2230"/>
                    <a:pt x="2014" y="2230"/>
                  </a:cubicBezTo>
                  <a:cubicBezTo>
                    <a:pt x="2010" y="2227"/>
                    <a:pt x="2005" y="2225"/>
                    <a:pt x="2000" y="2223"/>
                  </a:cubicBezTo>
                  <a:cubicBezTo>
                    <a:pt x="2000" y="2223"/>
                    <a:pt x="1999" y="2223"/>
                    <a:pt x="1998" y="2222"/>
                  </a:cubicBezTo>
                  <a:cubicBezTo>
                    <a:pt x="1994" y="2221"/>
                    <a:pt x="1990" y="2220"/>
                    <a:pt x="1986" y="2219"/>
                  </a:cubicBezTo>
                  <a:cubicBezTo>
                    <a:pt x="1985" y="2218"/>
                    <a:pt x="1984" y="2218"/>
                    <a:pt x="1983" y="2218"/>
                  </a:cubicBezTo>
                  <a:cubicBezTo>
                    <a:pt x="1979" y="2217"/>
                    <a:pt x="1975" y="2216"/>
                    <a:pt x="1971" y="2216"/>
                  </a:cubicBezTo>
                  <a:cubicBezTo>
                    <a:pt x="1970" y="2215"/>
                    <a:pt x="1969" y="2215"/>
                    <a:pt x="1968" y="2215"/>
                  </a:cubicBezTo>
                  <a:cubicBezTo>
                    <a:pt x="1963" y="2215"/>
                    <a:pt x="1958" y="2214"/>
                    <a:pt x="1953" y="2214"/>
                  </a:cubicBezTo>
                  <a:cubicBezTo>
                    <a:pt x="1953" y="2214"/>
                    <a:pt x="1953" y="2214"/>
                    <a:pt x="1953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260" y="2214"/>
                    <a:pt x="260" y="2214"/>
                    <a:pt x="260" y="2214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3645" y="261"/>
                    <a:pt x="3645" y="261"/>
                    <a:pt x="3645" y="261"/>
                  </a:cubicBezTo>
                  <a:cubicBezTo>
                    <a:pt x="3645" y="1303"/>
                    <a:pt x="3645" y="1303"/>
                    <a:pt x="3645" y="1303"/>
                  </a:cubicBezTo>
                  <a:cubicBezTo>
                    <a:pt x="3645" y="1375"/>
                    <a:pt x="3703" y="1433"/>
                    <a:pt x="3775" y="1433"/>
                  </a:cubicBezTo>
                  <a:cubicBezTo>
                    <a:pt x="3847" y="1433"/>
                    <a:pt x="3905" y="1375"/>
                    <a:pt x="3905" y="1303"/>
                  </a:cubicBezTo>
                  <a:cubicBezTo>
                    <a:pt x="3905" y="131"/>
                    <a:pt x="3905" y="131"/>
                    <a:pt x="3905" y="131"/>
                  </a:cubicBezTo>
                  <a:cubicBezTo>
                    <a:pt x="3905" y="59"/>
                    <a:pt x="3847" y="0"/>
                    <a:pt x="37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0" name="Freeform 111">
              <a:extLst>
                <a:ext uri="{FF2B5EF4-FFF2-40B4-BE49-F238E27FC236}">
                  <a16:creationId xmlns:a16="http://schemas.microsoft.com/office/drawing/2014/main" id="{BB166E98-0305-F16D-7BF9-0A63CE7FD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0388" y="2093913"/>
              <a:ext cx="966788" cy="431800"/>
            </a:xfrm>
            <a:custGeom>
              <a:avLst/>
              <a:gdLst>
                <a:gd name="T0" fmla="*/ 2444 w 2679"/>
                <a:gd name="T1" fmla="*/ 51 h 1194"/>
                <a:gd name="T2" fmla="*/ 1983 w 2679"/>
                <a:gd name="T3" fmla="*/ 511 h 1194"/>
                <a:gd name="T4" fmla="*/ 1707 w 2679"/>
                <a:gd name="T5" fmla="*/ 235 h 1194"/>
                <a:gd name="T6" fmla="*/ 1523 w 2679"/>
                <a:gd name="T7" fmla="*/ 235 h 1194"/>
                <a:gd name="T8" fmla="*/ 1063 w 2679"/>
                <a:gd name="T9" fmla="*/ 695 h 1194"/>
                <a:gd name="T10" fmla="*/ 787 w 2679"/>
                <a:gd name="T11" fmla="*/ 419 h 1194"/>
                <a:gd name="T12" fmla="*/ 603 w 2679"/>
                <a:gd name="T13" fmla="*/ 419 h 1194"/>
                <a:gd name="T14" fmla="*/ 50 w 2679"/>
                <a:gd name="T15" fmla="*/ 972 h 1194"/>
                <a:gd name="T16" fmla="*/ 50 w 2679"/>
                <a:gd name="T17" fmla="*/ 1156 h 1194"/>
                <a:gd name="T18" fmla="*/ 142 w 2679"/>
                <a:gd name="T19" fmla="*/ 1194 h 1194"/>
                <a:gd name="T20" fmla="*/ 234 w 2679"/>
                <a:gd name="T21" fmla="*/ 1156 h 1194"/>
                <a:gd name="T22" fmla="*/ 695 w 2679"/>
                <a:gd name="T23" fmla="*/ 695 h 1194"/>
                <a:gd name="T24" fmla="*/ 971 w 2679"/>
                <a:gd name="T25" fmla="*/ 972 h 1194"/>
                <a:gd name="T26" fmla="*/ 1155 w 2679"/>
                <a:gd name="T27" fmla="*/ 972 h 1194"/>
                <a:gd name="T28" fmla="*/ 1615 w 2679"/>
                <a:gd name="T29" fmla="*/ 511 h 1194"/>
                <a:gd name="T30" fmla="*/ 1891 w 2679"/>
                <a:gd name="T31" fmla="*/ 787 h 1194"/>
                <a:gd name="T32" fmla="*/ 2075 w 2679"/>
                <a:gd name="T33" fmla="*/ 787 h 1194"/>
                <a:gd name="T34" fmla="*/ 2628 w 2679"/>
                <a:gd name="T35" fmla="*/ 235 h 1194"/>
                <a:gd name="T36" fmla="*/ 2628 w 2679"/>
                <a:gd name="T37" fmla="*/ 51 h 1194"/>
                <a:gd name="T38" fmla="*/ 2444 w 2679"/>
                <a:gd name="T39" fmla="*/ 5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79" h="1194">
                  <a:moveTo>
                    <a:pt x="2444" y="51"/>
                  </a:moveTo>
                  <a:cubicBezTo>
                    <a:pt x="1983" y="511"/>
                    <a:pt x="1983" y="511"/>
                    <a:pt x="1983" y="511"/>
                  </a:cubicBezTo>
                  <a:cubicBezTo>
                    <a:pt x="1707" y="235"/>
                    <a:pt x="1707" y="235"/>
                    <a:pt x="1707" y="235"/>
                  </a:cubicBezTo>
                  <a:cubicBezTo>
                    <a:pt x="1656" y="184"/>
                    <a:pt x="1574" y="184"/>
                    <a:pt x="1523" y="235"/>
                  </a:cubicBezTo>
                  <a:cubicBezTo>
                    <a:pt x="1063" y="695"/>
                    <a:pt x="1063" y="695"/>
                    <a:pt x="1063" y="695"/>
                  </a:cubicBezTo>
                  <a:cubicBezTo>
                    <a:pt x="787" y="419"/>
                    <a:pt x="787" y="419"/>
                    <a:pt x="787" y="419"/>
                  </a:cubicBezTo>
                  <a:cubicBezTo>
                    <a:pt x="736" y="368"/>
                    <a:pt x="654" y="368"/>
                    <a:pt x="603" y="419"/>
                  </a:cubicBezTo>
                  <a:cubicBezTo>
                    <a:pt x="50" y="972"/>
                    <a:pt x="50" y="972"/>
                    <a:pt x="50" y="972"/>
                  </a:cubicBezTo>
                  <a:cubicBezTo>
                    <a:pt x="0" y="1022"/>
                    <a:pt x="0" y="1105"/>
                    <a:pt x="50" y="1156"/>
                  </a:cubicBezTo>
                  <a:cubicBezTo>
                    <a:pt x="76" y="1181"/>
                    <a:pt x="109" y="1194"/>
                    <a:pt x="142" y="1194"/>
                  </a:cubicBezTo>
                  <a:cubicBezTo>
                    <a:pt x="176" y="1194"/>
                    <a:pt x="209" y="1181"/>
                    <a:pt x="234" y="1156"/>
                  </a:cubicBezTo>
                  <a:cubicBezTo>
                    <a:pt x="695" y="695"/>
                    <a:pt x="695" y="695"/>
                    <a:pt x="695" y="695"/>
                  </a:cubicBezTo>
                  <a:cubicBezTo>
                    <a:pt x="971" y="972"/>
                    <a:pt x="971" y="972"/>
                    <a:pt x="971" y="972"/>
                  </a:cubicBezTo>
                  <a:cubicBezTo>
                    <a:pt x="1022" y="1022"/>
                    <a:pt x="1104" y="1022"/>
                    <a:pt x="1155" y="972"/>
                  </a:cubicBezTo>
                  <a:cubicBezTo>
                    <a:pt x="1615" y="511"/>
                    <a:pt x="1615" y="511"/>
                    <a:pt x="1615" y="511"/>
                  </a:cubicBezTo>
                  <a:cubicBezTo>
                    <a:pt x="1891" y="787"/>
                    <a:pt x="1891" y="787"/>
                    <a:pt x="1891" y="787"/>
                  </a:cubicBezTo>
                  <a:cubicBezTo>
                    <a:pt x="1942" y="838"/>
                    <a:pt x="2025" y="838"/>
                    <a:pt x="2075" y="787"/>
                  </a:cubicBezTo>
                  <a:cubicBezTo>
                    <a:pt x="2628" y="235"/>
                    <a:pt x="2628" y="235"/>
                    <a:pt x="2628" y="235"/>
                  </a:cubicBezTo>
                  <a:cubicBezTo>
                    <a:pt x="2679" y="184"/>
                    <a:pt x="2679" y="102"/>
                    <a:pt x="2628" y="51"/>
                  </a:cubicBezTo>
                  <a:cubicBezTo>
                    <a:pt x="2577" y="0"/>
                    <a:pt x="2495" y="0"/>
                    <a:pt x="24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8613DBD0-9D2D-570C-745E-62B6A936D8CC}"/>
              </a:ext>
            </a:extLst>
          </p:cNvPr>
          <p:cNvGrpSpPr/>
          <p:nvPr userDrawn="1"/>
        </p:nvGrpSpPr>
        <p:grpSpPr>
          <a:xfrm>
            <a:off x="7432819" y="8335481"/>
            <a:ext cx="1162861" cy="1059547"/>
            <a:chOff x="10310813" y="5313363"/>
            <a:chExt cx="1608137" cy="1465262"/>
          </a:xfrm>
          <a:solidFill>
            <a:schemeClr val="tx1"/>
          </a:solidFill>
        </p:grpSpPr>
        <p:sp>
          <p:nvSpPr>
            <p:cNvPr id="62" name="Freeform 210">
              <a:extLst>
                <a:ext uri="{FF2B5EF4-FFF2-40B4-BE49-F238E27FC236}">
                  <a16:creationId xmlns:a16="http://schemas.microsoft.com/office/drawing/2014/main" id="{398A9F70-F977-EBCC-7984-032F41FF2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0813" y="5313363"/>
              <a:ext cx="1220787" cy="930275"/>
            </a:xfrm>
            <a:custGeom>
              <a:avLst/>
              <a:gdLst>
                <a:gd name="T0" fmla="*/ 130 w 3272"/>
                <a:gd name="T1" fmla="*/ 2491 h 2491"/>
                <a:gd name="T2" fmla="*/ 44 w 3272"/>
                <a:gd name="T3" fmla="*/ 2458 h 2491"/>
                <a:gd name="T4" fmla="*/ 0 w 3272"/>
                <a:gd name="T5" fmla="*/ 2360 h 2491"/>
                <a:gd name="T6" fmla="*/ 0 w 3272"/>
                <a:gd name="T7" fmla="*/ 798 h 2491"/>
                <a:gd name="T8" fmla="*/ 44 w 3272"/>
                <a:gd name="T9" fmla="*/ 701 h 2491"/>
                <a:gd name="T10" fmla="*/ 146 w 3272"/>
                <a:gd name="T11" fmla="*/ 669 h 2491"/>
                <a:gd name="T12" fmla="*/ 1154 w 3272"/>
                <a:gd name="T13" fmla="*/ 795 h 2491"/>
                <a:gd name="T14" fmla="*/ 3076 w 3272"/>
                <a:gd name="T15" fmla="*/ 26 h 2491"/>
                <a:gd name="T16" fmla="*/ 3245 w 3272"/>
                <a:gd name="T17" fmla="*/ 99 h 2491"/>
                <a:gd name="T18" fmla="*/ 3173 w 3272"/>
                <a:gd name="T19" fmla="*/ 268 h 2491"/>
                <a:gd name="T20" fmla="*/ 1220 w 3272"/>
                <a:gd name="T21" fmla="*/ 1049 h 2491"/>
                <a:gd name="T22" fmla="*/ 1155 w 3272"/>
                <a:gd name="T23" fmla="*/ 1058 h 2491"/>
                <a:gd name="T24" fmla="*/ 260 w 3272"/>
                <a:gd name="T25" fmla="*/ 946 h 2491"/>
                <a:gd name="T26" fmla="*/ 260 w 3272"/>
                <a:gd name="T27" fmla="*/ 2213 h 2491"/>
                <a:gd name="T28" fmla="*/ 374 w 3272"/>
                <a:gd name="T29" fmla="*/ 2199 h 2491"/>
                <a:gd name="T30" fmla="*/ 520 w 3272"/>
                <a:gd name="T31" fmla="*/ 2312 h 2491"/>
                <a:gd name="T32" fmla="*/ 407 w 3272"/>
                <a:gd name="T33" fmla="*/ 2457 h 2491"/>
                <a:gd name="T34" fmla="*/ 146 w 3272"/>
                <a:gd name="T35" fmla="*/ 2490 h 2491"/>
                <a:gd name="T36" fmla="*/ 130 w 3272"/>
                <a:gd name="T37" fmla="*/ 2491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72" h="2491">
                  <a:moveTo>
                    <a:pt x="130" y="2491"/>
                  </a:moveTo>
                  <a:cubicBezTo>
                    <a:pt x="99" y="2491"/>
                    <a:pt x="68" y="2479"/>
                    <a:pt x="44" y="2458"/>
                  </a:cubicBezTo>
                  <a:cubicBezTo>
                    <a:pt x="16" y="2433"/>
                    <a:pt x="0" y="2398"/>
                    <a:pt x="0" y="236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761"/>
                    <a:pt x="16" y="725"/>
                    <a:pt x="44" y="701"/>
                  </a:cubicBezTo>
                  <a:cubicBezTo>
                    <a:pt x="72" y="676"/>
                    <a:pt x="109" y="664"/>
                    <a:pt x="146" y="669"/>
                  </a:cubicBezTo>
                  <a:cubicBezTo>
                    <a:pt x="1154" y="795"/>
                    <a:pt x="1154" y="795"/>
                    <a:pt x="1154" y="795"/>
                  </a:cubicBezTo>
                  <a:cubicBezTo>
                    <a:pt x="3076" y="26"/>
                    <a:pt x="3076" y="26"/>
                    <a:pt x="3076" y="26"/>
                  </a:cubicBezTo>
                  <a:cubicBezTo>
                    <a:pt x="3143" y="0"/>
                    <a:pt x="3218" y="32"/>
                    <a:pt x="3245" y="99"/>
                  </a:cubicBezTo>
                  <a:cubicBezTo>
                    <a:pt x="3272" y="166"/>
                    <a:pt x="3239" y="242"/>
                    <a:pt x="3173" y="268"/>
                  </a:cubicBezTo>
                  <a:cubicBezTo>
                    <a:pt x="1220" y="1049"/>
                    <a:pt x="1220" y="1049"/>
                    <a:pt x="1220" y="1049"/>
                  </a:cubicBezTo>
                  <a:cubicBezTo>
                    <a:pt x="1199" y="1057"/>
                    <a:pt x="1177" y="1060"/>
                    <a:pt x="1155" y="1058"/>
                  </a:cubicBezTo>
                  <a:cubicBezTo>
                    <a:pt x="260" y="946"/>
                    <a:pt x="260" y="946"/>
                    <a:pt x="260" y="946"/>
                  </a:cubicBezTo>
                  <a:cubicBezTo>
                    <a:pt x="260" y="2213"/>
                    <a:pt x="260" y="2213"/>
                    <a:pt x="260" y="2213"/>
                  </a:cubicBezTo>
                  <a:cubicBezTo>
                    <a:pt x="374" y="2199"/>
                    <a:pt x="374" y="2199"/>
                    <a:pt x="374" y="2199"/>
                  </a:cubicBezTo>
                  <a:cubicBezTo>
                    <a:pt x="446" y="2190"/>
                    <a:pt x="511" y="2240"/>
                    <a:pt x="520" y="2312"/>
                  </a:cubicBezTo>
                  <a:cubicBezTo>
                    <a:pt x="528" y="2383"/>
                    <a:pt x="478" y="2448"/>
                    <a:pt x="407" y="2457"/>
                  </a:cubicBezTo>
                  <a:cubicBezTo>
                    <a:pt x="146" y="2490"/>
                    <a:pt x="146" y="2490"/>
                    <a:pt x="146" y="2490"/>
                  </a:cubicBezTo>
                  <a:cubicBezTo>
                    <a:pt x="141" y="2490"/>
                    <a:pt x="135" y="2491"/>
                    <a:pt x="130" y="24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3" name="Freeform 211">
              <a:extLst>
                <a:ext uri="{FF2B5EF4-FFF2-40B4-BE49-F238E27FC236}">
                  <a16:creationId xmlns:a16="http://schemas.microsoft.com/office/drawing/2014/main" id="{C2D87FCB-6FE3-7E5E-03C8-912F254A1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6575" y="5659438"/>
              <a:ext cx="828675" cy="1119187"/>
            </a:xfrm>
            <a:custGeom>
              <a:avLst/>
              <a:gdLst>
                <a:gd name="T0" fmla="*/ 399 w 2219"/>
                <a:gd name="T1" fmla="*/ 2995 h 2995"/>
                <a:gd name="T2" fmla="*/ 271 w 2219"/>
                <a:gd name="T3" fmla="*/ 2886 h 2995"/>
                <a:gd name="T4" fmla="*/ 8 w 2219"/>
                <a:gd name="T5" fmla="*/ 1324 h 2995"/>
                <a:gd name="T6" fmla="*/ 55 w 2219"/>
                <a:gd name="T7" fmla="*/ 1201 h 2995"/>
                <a:gd name="T8" fmla="*/ 185 w 2219"/>
                <a:gd name="T9" fmla="*/ 1181 h 2995"/>
                <a:gd name="T10" fmla="*/ 1959 w 2219"/>
                <a:gd name="T11" fmla="*/ 1891 h 2995"/>
                <a:gd name="T12" fmla="*/ 1959 w 2219"/>
                <a:gd name="T13" fmla="*/ 131 h 2995"/>
                <a:gd name="T14" fmla="*/ 2089 w 2219"/>
                <a:gd name="T15" fmla="*/ 0 h 2995"/>
                <a:gd name="T16" fmla="*/ 2219 w 2219"/>
                <a:gd name="T17" fmla="*/ 131 h 2995"/>
                <a:gd name="T18" fmla="*/ 2219 w 2219"/>
                <a:gd name="T19" fmla="*/ 2083 h 2995"/>
                <a:gd name="T20" fmla="*/ 2162 w 2219"/>
                <a:gd name="T21" fmla="*/ 2191 h 2995"/>
                <a:gd name="T22" fmla="*/ 2041 w 2219"/>
                <a:gd name="T23" fmla="*/ 2204 h 2995"/>
                <a:gd name="T24" fmla="*/ 303 w 2219"/>
                <a:gd name="T25" fmla="*/ 1509 h 2995"/>
                <a:gd name="T26" fmla="*/ 527 w 2219"/>
                <a:gd name="T27" fmla="*/ 2843 h 2995"/>
                <a:gd name="T28" fmla="*/ 420 w 2219"/>
                <a:gd name="T29" fmla="*/ 2993 h 2995"/>
                <a:gd name="T30" fmla="*/ 399 w 2219"/>
                <a:gd name="T31" fmla="*/ 2995 h 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19" h="2995">
                  <a:moveTo>
                    <a:pt x="399" y="2995"/>
                  </a:moveTo>
                  <a:cubicBezTo>
                    <a:pt x="336" y="2995"/>
                    <a:pt x="281" y="2950"/>
                    <a:pt x="271" y="2886"/>
                  </a:cubicBezTo>
                  <a:cubicBezTo>
                    <a:pt x="8" y="1324"/>
                    <a:pt x="8" y="1324"/>
                    <a:pt x="8" y="1324"/>
                  </a:cubicBezTo>
                  <a:cubicBezTo>
                    <a:pt x="0" y="1277"/>
                    <a:pt x="18" y="1230"/>
                    <a:pt x="55" y="1201"/>
                  </a:cubicBezTo>
                  <a:cubicBezTo>
                    <a:pt x="91" y="1171"/>
                    <a:pt x="141" y="1164"/>
                    <a:pt x="185" y="1181"/>
                  </a:cubicBezTo>
                  <a:cubicBezTo>
                    <a:pt x="1959" y="1891"/>
                    <a:pt x="1959" y="1891"/>
                    <a:pt x="1959" y="1891"/>
                  </a:cubicBezTo>
                  <a:cubicBezTo>
                    <a:pt x="1959" y="131"/>
                    <a:pt x="1959" y="131"/>
                    <a:pt x="1959" y="131"/>
                  </a:cubicBezTo>
                  <a:cubicBezTo>
                    <a:pt x="1959" y="59"/>
                    <a:pt x="2017" y="0"/>
                    <a:pt x="2089" y="0"/>
                  </a:cubicBezTo>
                  <a:cubicBezTo>
                    <a:pt x="2161" y="0"/>
                    <a:pt x="2219" y="59"/>
                    <a:pt x="2219" y="131"/>
                  </a:cubicBezTo>
                  <a:cubicBezTo>
                    <a:pt x="2219" y="2083"/>
                    <a:pt x="2219" y="2083"/>
                    <a:pt x="2219" y="2083"/>
                  </a:cubicBezTo>
                  <a:cubicBezTo>
                    <a:pt x="2219" y="2126"/>
                    <a:pt x="2198" y="2167"/>
                    <a:pt x="2162" y="2191"/>
                  </a:cubicBezTo>
                  <a:cubicBezTo>
                    <a:pt x="2126" y="2215"/>
                    <a:pt x="2081" y="2220"/>
                    <a:pt x="2041" y="2204"/>
                  </a:cubicBezTo>
                  <a:cubicBezTo>
                    <a:pt x="303" y="1509"/>
                    <a:pt x="303" y="1509"/>
                    <a:pt x="303" y="1509"/>
                  </a:cubicBezTo>
                  <a:cubicBezTo>
                    <a:pt x="527" y="2843"/>
                    <a:pt x="527" y="2843"/>
                    <a:pt x="527" y="2843"/>
                  </a:cubicBezTo>
                  <a:cubicBezTo>
                    <a:pt x="539" y="2914"/>
                    <a:pt x="491" y="2981"/>
                    <a:pt x="420" y="2993"/>
                  </a:cubicBezTo>
                  <a:cubicBezTo>
                    <a:pt x="413" y="2994"/>
                    <a:pt x="406" y="2995"/>
                    <a:pt x="399" y="29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4" name="Freeform 212">
              <a:extLst>
                <a:ext uri="{FF2B5EF4-FFF2-40B4-BE49-F238E27FC236}">
                  <a16:creationId xmlns:a16="http://schemas.microsoft.com/office/drawing/2014/main" id="{5D00B9DD-C254-BF2F-2B34-E70C329D8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2088" y="5854700"/>
              <a:ext cx="290512" cy="96837"/>
            </a:xfrm>
            <a:custGeom>
              <a:avLst/>
              <a:gdLst>
                <a:gd name="T0" fmla="*/ 651 w 781"/>
                <a:gd name="T1" fmla="*/ 260 h 260"/>
                <a:gd name="T2" fmla="*/ 130 w 781"/>
                <a:gd name="T3" fmla="*/ 260 h 260"/>
                <a:gd name="T4" fmla="*/ 0 w 781"/>
                <a:gd name="T5" fmla="*/ 130 h 260"/>
                <a:gd name="T6" fmla="*/ 130 w 781"/>
                <a:gd name="T7" fmla="*/ 0 h 260"/>
                <a:gd name="T8" fmla="*/ 651 w 781"/>
                <a:gd name="T9" fmla="*/ 0 h 260"/>
                <a:gd name="T10" fmla="*/ 781 w 781"/>
                <a:gd name="T11" fmla="*/ 130 h 260"/>
                <a:gd name="T12" fmla="*/ 651 w 781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1" h="260">
                  <a:moveTo>
                    <a:pt x="651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651" y="0"/>
                    <a:pt x="651" y="0"/>
                    <a:pt x="651" y="0"/>
                  </a:cubicBezTo>
                  <a:cubicBezTo>
                    <a:pt x="723" y="0"/>
                    <a:pt x="781" y="58"/>
                    <a:pt x="781" y="130"/>
                  </a:cubicBezTo>
                  <a:cubicBezTo>
                    <a:pt x="781" y="202"/>
                    <a:pt x="723" y="260"/>
                    <a:pt x="651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5" name="Freeform 213">
              <a:extLst>
                <a:ext uri="{FF2B5EF4-FFF2-40B4-BE49-F238E27FC236}">
                  <a16:creationId xmlns:a16="http://schemas.microsoft.com/office/drawing/2014/main" id="{7EA852A0-0559-A827-11EE-6054BDE64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5738" y="5459413"/>
              <a:ext cx="303212" cy="168275"/>
            </a:xfrm>
            <a:custGeom>
              <a:avLst/>
              <a:gdLst>
                <a:gd name="T0" fmla="*/ 146 w 813"/>
                <a:gd name="T1" fmla="*/ 450 h 450"/>
                <a:gd name="T2" fmla="*/ 22 w 813"/>
                <a:gd name="T3" fmla="*/ 361 h 450"/>
                <a:gd name="T4" fmla="*/ 105 w 813"/>
                <a:gd name="T5" fmla="*/ 196 h 450"/>
                <a:gd name="T6" fmla="*/ 625 w 813"/>
                <a:gd name="T7" fmla="*/ 22 h 450"/>
                <a:gd name="T8" fmla="*/ 790 w 813"/>
                <a:gd name="T9" fmla="*/ 105 h 450"/>
                <a:gd name="T10" fmla="*/ 708 w 813"/>
                <a:gd name="T11" fmla="*/ 269 h 450"/>
                <a:gd name="T12" fmla="*/ 187 w 813"/>
                <a:gd name="T13" fmla="*/ 443 h 450"/>
                <a:gd name="T14" fmla="*/ 146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146" y="450"/>
                  </a:moveTo>
                  <a:cubicBezTo>
                    <a:pt x="91" y="450"/>
                    <a:pt x="41" y="415"/>
                    <a:pt x="22" y="361"/>
                  </a:cubicBezTo>
                  <a:cubicBezTo>
                    <a:pt x="0" y="292"/>
                    <a:pt x="37" y="219"/>
                    <a:pt x="105" y="196"/>
                  </a:cubicBezTo>
                  <a:cubicBezTo>
                    <a:pt x="625" y="22"/>
                    <a:pt x="625" y="22"/>
                    <a:pt x="625" y="22"/>
                  </a:cubicBezTo>
                  <a:cubicBezTo>
                    <a:pt x="694" y="0"/>
                    <a:pt x="767" y="37"/>
                    <a:pt x="790" y="105"/>
                  </a:cubicBezTo>
                  <a:cubicBezTo>
                    <a:pt x="813" y="173"/>
                    <a:pt x="776" y="247"/>
                    <a:pt x="708" y="269"/>
                  </a:cubicBezTo>
                  <a:cubicBezTo>
                    <a:pt x="187" y="443"/>
                    <a:pt x="187" y="443"/>
                    <a:pt x="187" y="443"/>
                  </a:cubicBezTo>
                  <a:cubicBezTo>
                    <a:pt x="173" y="448"/>
                    <a:pt x="160" y="450"/>
                    <a:pt x="14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6" name="Freeform 214">
              <a:extLst>
                <a:ext uri="{FF2B5EF4-FFF2-40B4-BE49-F238E27FC236}">
                  <a16:creationId xmlns:a16="http://schemas.microsoft.com/office/drawing/2014/main" id="{7BECCD14-381E-7AD1-3826-A3E90AA9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5738" y="6184900"/>
              <a:ext cx="303212" cy="168275"/>
            </a:xfrm>
            <a:custGeom>
              <a:avLst/>
              <a:gdLst>
                <a:gd name="T0" fmla="*/ 667 w 813"/>
                <a:gd name="T1" fmla="*/ 450 h 450"/>
                <a:gd name="T2" fmla="*/ 625 w 813"/>
                <a:gd name="T3" fmla="*/ 443 h 450"/>
                <a:gd name="T4" fmla="*/ 105 w 813"/>
                <a:gd name="T5" fmla="*/ 269 h 450"/>
                <a:gd name="T6" fmla="*/ 22 w 813"/>
                <a:gd name="T7" fmla="*/ 105 h 450"/>
                <a:gd name="T8" fmla="*/ 187 w 813"/>
                <a:gd name="T9" fmla="*/ 22 h 450"/>
                <a:gd name="T10" fmla="*/ 708 w 813"/>
                <a:gd name="T11" fmla="*/ 196 h 450"/>
                <a:gd name="T12" fmla="*/ 790 w 813"/>
                <a:gd name="T13" fmla="*/ 361 h 450"/>
                <a:gd name="T14" fmla="*/ 667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667" y="450"/>
                  </a:moveTo>
                  <a:cubicBezTo>
                    <a:pt x="653" y="450"/>
                    <a:pt x="639" y="448"/>
                    <a:pt x="625" y="443"/>
                  </a:cubicBezTo>
                  <a:cubicBezTo>
                    <a:pt x="105" y="269"/>
                    <a:pt x="105" y="269"/>
                    <a:pt x="105" y="269"/>
                  </a:cubicBezTo>
                  <a:cubicBezTo>
                    <a:pt x="37" y="247"/>
                    <a:pt x="0" y="173"/>
                    <a:pt x="22" y="105"/>
                  </a:cubicBezTo>
                  <a:cubicBezTo>
                    <a:pt x="45" y="37"/>
                    <a:pt x="119" y="0"/>
                    <a:pt x="187" y="22"/>
                  </a:cubicBezTo>
                  <a:cubicBezTo>
                    <a:pt x="708" y="196"/>
                    <a:pt x="708" y="196"/>
                    <a:pt x="708" y="196"/>
                  </a:cubicBezTo>
                  <a:cubicBezTo>
                    <a:pt x="776" y="219"/>
                    <a:pt x="813" y="292"/>
                    <a:pt x="790" y="361"/>
                  </a:cubicBezTo>
                  <a:cubicBezTo>
                    <a:pt x="772" y="415"/>
                    <a:pt x="721" y="450"/>
                    <a:pt x="667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67" name="Freeform 332">
            <a:extLst>
              <a:ext uri="{FF2B5EF4-FFF2-40B4-BE49-F238E27FC236}">
                <a16:creationId xmlns:a16="http://schemas.microsoft.com/office/drawing/2014/main" id="{DCEB407D-00D4-DC5A-11C0-E4607255AF50}"/>
              </a:ext>
            </a:extLst>
          </p:cNvPr>
          <p:cNvSpPr>
            <a:spLocks/>
          </p:cNvSpPr>
          <p:nvPr userDrawn="1"/>
        </p:nvSpPr>
        <p:spPr bwMode="auto">
          <a:xfrm>
            <a:off x="5764402" y="6344798"/>
            <a:ext cx="1189214" cy="871398"/>
          </a:xfrm>
          <a:custGeom>
            <a:avLst/>
            <a:gdLst>
              <a:gd name="T0" fmla="*/ 1710 w 4488"/>
              <a:gd name="T1" fmla="*/ 3287 h 3287"/>
              <a:gd name="T2" fmla="*/ 108 w 4488"/>
              <a:gd name="T3" fmla="*/ 3287 h 3287"/>
              <a:gd name="T4" fmla="*/ 0 w 4488"/>
              <a:gd name="T5" fmla="*/ 3179 h 3287"/>
              <a:gd name="T6" fmla="*/ 0 w 4488"/>
              <a:gd name="T7" fmla="*/ 108 h 3287"/>
              <a:gd name="T8" fmla="*/ 108 w 4488"/>
              <a:gd name="T9" fmla="*/ 0 h 3287"/>
              <a:gd name="T10" fmla="*/ 1332 w 4488"/>
              <a:gd name="T11" fmla="*/ 0 h 3287"/>
              <a:gd name="T12" fmla="*/ 1507 w 4488"/>
              <a:gd name="T13" fmla="*/ 174 h 3287"/>
              <a:gd name="T14" fmla="*/ 1451 w 4488"/>
              <a:gd name="T15" fmla="*/ 303 h 3287"/>
              <a:gd name="T16" fmla="*/ 1445 w 4488"/>
              <a:gd name="T17" fmla="*/ 308 h 3287"/>
              <a:gd name="T18" fmla="*/ 1284 w 4488"/>
              <a:gd name="T19" fmla="*/ 642 h 3287"/>
              <a:gd name="T20" fmla="*/ 1710 w 4488"/>
              <a:gd name="T21" fmla="*/ 1068 h 3287"/>
              <a:gd name="T22" fmla="*/ 2136 w 4488"/>
              <a:gd name="T23" fmla="*/ 642 h 3287"/>
              <a:gd name="T24" fmla="*/ 1975 w 4488"/>
              <a:gd name="T25" fmla="*/ 308 h 3287"/>
              <a:gd name="T26" fmla="*/ 1969 w 4488"/>
              <a:gd name="T27" fmla="*/ 303 h 3287"/>
              <a:gd name="T28" fmla="*/ 1913 w 4488"/>
              <a:gd name="T29" fmla="*/ 174 h 3287"/>
              <a:gd name="T30" fmla="*/ 2087 w 4488"/>
              <a:gd name="T31" fmla="*/ 0 h 3287"/>
              <a:gd name="T32" fmla="*/ 3312 w 4488"/>
              <a:gd name="T33" fmla="*/ 0 h 3287"/>
              <a:gd name="T34" fmla="*/ 3389 w 4488"/>
              <a:gd name="T35" fmla="*/ 31 h 3287"/>
              <a:gd name="T36" fmla="*/ 3420 w 4488"/>
              <a:gd name="T37" fmla="*/ 108 h 3287"/>
              <a:gd name="T38" fmla="*/ 3420 w 4488"/>
              <a:gd name="T39" fmla="*/ 1096 h 3287"/>
              <a:gd name="T40" fmla="*/ 3846 w 4488"/>
              <a:gd name="T41" fmla="*/ 934 h 3287"/>
              <a:gd name="T42" fmla="*/ 4488 w 4488"/>
              <a:gd name="T43" fmla="*/ 1576 h 3287"/>
              <a:gd name="T44" fmla="*/ 3846 w 4488"/>
              <a:gd name="T45" fmla="*/ 2218 h 3287"/>
              <a:gd name="T46" fmla="*/ 3344 w 4488"/>
              <a:gd name="T47" fmla="*/ 1976 h 3287"/>
              <a:gd name="T48" fmla="*/ 3361 w 4488"/>
              <a:gd name="T49" fmla="*/ 1824 h 3287"/>
              <a:gd name="T50" fmla="*/ 3512 w 4488"/>
              <a:gd name="T51" fmla="*/ 1841 h 3287"/>
              <a:gd name="T52" fmla="*/ 3846 w 4488"/>
              <a:gd name="T53" fmla="*/ 2002 h 3287"/>
              <a:gd name="T54" fmla="*/ 4272 w 4488"/>
              <a:gd name="T55" fmla="*/ 1576 h 3287"/>
              <a:gd name="T56" fmla="*/ 3846 w 4488"/>
              <a:gd name="T57" fmla="*/ 1150 h 3287"/>
              <a:gd name="T58" fmla="*/ 3512 w 4488"/>
              <a:gd name="T59" fmla="*/ 1312 h 3287"/>
              <a:gd name="T60" fmla="*/ 3508 w 4488"/>
              <a:gd name="T61" fmla="*/ 1317 h 3287"/>
              <a:gd name="T62" fmla="*/ 3379 w 4488"/>
              <a:gd name="T63" fmla="*/ 1374 h 3287"/>
              <a:gd name="T64" fmla="*/ 3204 w 4488"/>
              <a:gd name="T65" fmla="*/ 1199 h 3287"/>
              <a:gd name="T66" fmla="*/ 3204 w 4488"/>
              <a:gd name="T67" fmla="*/ 216 h 3287"/>
              <a:gd name="T68" fmla="*/ 2190 w 4488"/>
              <a:gd name="T69" fmla="*/ 216 h 3287"/>
              <a:gd name="T70" fmla="*/ 2352 w 4488"/>
              <a:gd name="T71" fmla="*/ 642 h 3287"/>
              <a:gd name="T72" fmla="*/ 1710 w 4488"/>
              <a:gd name="T73" fmla="*/ 1284 h 3287"/>
              <a:gd name="T74" fmla="*/ 1068 w 4488"/>
              <a:gd name="T75" fmla="*/ 642 h 3287"/>
              <a:gd name="T76" fmla="*/ 1230 w 4488"/>
              <a:gd name="T77" fmla="*/ 216 h 3287"/>
              <a:gd name="T78" fmla="*/ 216 w 4488"/>
              <a:gd name="T79" fmla="*/ 216 h 3287"/>
              <a:gd name="T80" fmla="*/ 216 w 4488"/>
              <a:gd name="T81" fmla="*/ 3071 h 3287"/>
              <a:gd name="T82" fmla="*/ 1710 w 4488"/>
              <a:gd name="T83" fmla="*/ 3071 h 3287"/>
              <a:gd name="T84" fmla="*/ 1818 w 4488"/>
              <a:gd name="T85" fmla="*/ 3179 h 3287"/>
              <a:gd name="T86" fmla="*/ 1710 w 4488"/>
              <a:gd name="T87" fmla="*/ 3287 h 3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88" h="3287">
                <a:moveTo>
                  <a:pt x="1710" y="3287"/>
                </a:moveTo>
                <a:cubicBezTo>
                  <a:pt x="108" y="3287"/>
                  <a:pt x="108" y="3287"/>
                  <a:pt x="108" y="3287"/>
                </a:cubicBezTo>
                <a:cubicBezTo>
                  <a:pt x="48" y="3287"/>
                  <a:pt x="0" y="3238"/>
                  <a:pt x="0" y="3179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48"/>
                  <a:pt x="48" y="0"/>
                  <a:pt x="108" y="0"/>
                </a:cubicBezTo>
                <a:cubicBezTo>
                  <a:pt x="1332" y="0"/>
                  <a:pt x="1332" y="0"/>
                  <a:pt x="1332" y="0"/>
                </a:cubicBezTo>
                <a:cubicBezTo>
                  <a:pt x="1429" y="0"/>
                  <a:pt x="1507" y="78"/>
                  <a:pt x="1507" y="174"/>
                </a:cubicBezTo>
                <a:cubicBezTo>
                  <a:pt x="1507" y="223"/>
                  <a:pt x="1487" y="270"/>
                  <a:pt x="1451" y="303"/>
                </a:cubicBezTo>
                <a:cubicBezTo>
                  <a:pt x="1449" y="305"/>
                  <a:pt x="1447" y="306"/>
                  <a:pt x="1445" y="308"/>
                </a:cubicBezTo>
                <a:cubicBezTo>
                  <a:pt x="1343" y="390"/>
                  <a:pt x="1284" y="511"/>
                  <a:pt x="1284" y="642"/>
                </a:cubicBezTo>
                <a:cubicBezTo>
                  <a:pt x="1284" y="877"/>
                  <a:pt x="1475" y="1068"/>
                  <a:pt x="1710" y="1068"/>
                </a:cubicBezTo>
                <a:cubicBezTo>
                  <a:pt x="1945" y="1068"/>
                  <a:pt x="2136" y="877"/>
                  <a:pt x="2136" y="642"/>
                </a:cubicBezTo>
                <a:cubicBezTo>
                  <a:pt x="2136" y="511"/>
                  <a:pt x="2077" y="390"/>
                  <a:pt x="1975" y="308"/>
                </a:cubicBezTo>
                <a:cubicBezTo>
                  <a:pt x="1973" y="306"/>
                  <a:pt x="1971" y="305"/>
                  <a:pt x="1969" y="303"/>
                </a:cubicBezTo>
                <a:cubicBezTo>
                  <a:pt x="1933" y="270"/>
                  <a:pt x="1913" y="223"/>
                  <a:pt x="1913" y="174"/>
                </a:cubicBezTo>
                <a:cubicBezTo>
                  <a:pt x="1913" y="78"/>
                  <a:pt x="1991" y="0"/>
                  <a:pt x="2087" y="0"/>
                </a:cubicBezTo>
                <a:cubicBezTo>
                  <a:pt x="3312" y="0"/>
                  <a:pt x="3312" y="0"/>
                  <a:pt x="3312" y="0"/>
                </a:cubicBezTo>
                <a:cubicBezTo>
                  <a:pt x="3341" y="0"/>
                  <a:pt x="3368" y="11"/>
                  <a:pt x="3389" y="31"/>
                </a:cubicBezTo>
                <a:cubicBezTo>
                  <a:pt x="3409" y="51"/>
                  <a:pt x="3420" y="79"/>
                  <a:pt x="3420" y="108"/>
                </a:cubicBezTo>
                <a:cubicBezTo>
                  <a:pt x="3420" y="1096"/>
                  <a:pt x="3420" y="1096"/>
                  <a:pt x="3420" y="1096"/>
                </a:cubicBezTo>
                <a:cubicBezTo>
                  <a:pt x="3537" y="992"/>
                  <a:pt x="3687" y="934"/>
                  <a:pt x="3846" y="934"/>
                </a:cubicBezTo>
                <a:cubicBezTo>
                  <a:pt x="4200" y="934"/>
                  <a:pt x="4488" y="1222"/>
                  <a:pt x="4488" y="1576"/>
                </a:cubicBezTo>
                <a:cubicBezTo>
                  <a:pt x="4488" y="1930"/>
                  <a:pt x="4200" y="2218"/>
                  <a:pt x="3846" y="2218"/>
                </a:cubicBezTo>
                <a:cubicBezTo>
                  <a:pt x="3650" y="2218"/>
                  <a:pt x="3467" y="2130"/>
                  <a:pt x="3344" y="1976"/>
                </a:cubicBezTo>
                <a:cubicBezTo>
                  <a:pt x="3306" y="1929"/>
                  <a:pt x="3314" y="1861"/>
                  <a:pt x="3361" y="1824"/>
                </a:cubicBezTo>
                <a:cubicBezTo>
                  <a:pt x="3407" y="1787"/>
                  <a:pt x="3475" y="1795"/>
                  <a:pt x="3512" y="1841"/>
                </a:cubicBezTo>
                <a:cubicBezTo>
                  <a:pt x="3594" y="1944"/>
                  <a:pt x="3716" y="2002"/>
                  <a:pt x="3846" y="2002"/>
                </a:cubicBezTo>
                <a:cubicBezTo>
                  <a:pt x="4081" y="2002"/>
                  <a:pt x="4272" y="1811"/>
                  <a:pt x="4272" y="1576"/>
                </a:cubicBezTo>
                <a:cubicBezTo>
                  <a:pt x="4272" y="1341"/>
                  <a:pt x="4081" y="1150"/>
                  <a:pt x="3846" y="1150"/>
                </a:cubicBezTo>
                <a:cubicBezTo>
                  <a:pt x="3716" y="1150"/>
                  <a:pt x="3594" y="1209"/>
                  <a:pt x="3512" y="1312"/>
                </a:cubicBezTo>
                <a:cubicBezTo>
                  <a:pt x="3511" y="1314"/>
                  <a:pt x="3509" y="1315"/>
                  <a:pt x="3508" y="1317"/>
                </a:cubicBezTo>
                <a:cubicBezTo>
                  <a:pt x="3475" y="1353"/>
                  <a:pt x="3428" y="1374"/>
                  <a:pt x="3379" y="1374"/>
                </a:cubicBezTo>
                <a:cubicBezTo>
                  <a:pt x="3283" y="1374"/>
                  <a:pt x="3204" y="1295"/>
                  <a:pt x="3204" y="1199"/>
                </a:cubicBezTo>
                <a:cubicBezTo>
                  <a:pt x="3204" y="216"/>
                  <a:pt x="3204" y="216"/>
                  <a:pt x="3204" y="216"/>
                </a:cubicBezTo>
                <a:cubicBezTo>
                  <a:pt x="2190" y="216"/>
                  <a:pt x="2190" y="216"/>
                  <a:pt x="2190" y="216"/>
                </a:cubicBezTo>
                <a:cubicBezTo>
                  <a:pt x="2294" y="332"/>
                  <a:pt x="2352" y="483"/>
                  <a:pt x="2352" y="642"/>
                </a:cubicBezTo>
                <a:cubicBezTo>
                  <a:pt x="2352" y="996"/>
                  <a:pt x="2064" y="1284"/>
                  <a:pt x="1710" y="1284"/>
                </a:cubicBezTo>
                <a:cubicBezTo>
                  <a:pt x="1356" y="1284"/>
                  <a:pt x="1068" y="996"/>
                  <a:pt x="1068" y="642"/>
                </a:cubicBezTo>
                <a:cubicBezTo>
                  <a:pt x="1068" y="483"/>
                  <a:pt x="1126" y="332"/>
                  <a:pt x="1230" y="216"/>
                </a:cubicBezTo>
                <a:cubicBezTo>
                  <a:pt x="216" y="216"/>
                  <a:pt x="216" y="216"/>
                  <a:pt x="216" y="216"/>
                </a:cubicBezTo>
                <a:cubicBezTo>
                  <a:pt x="216" y="3071"/>
                  <a:pt x="216" y="3071"/>
                  <a:pt x="216" y="3071"/>
                </a:cubicBezTo>
                <a:cubicBezTo>
                  <a:pt x="1710" y="3071"/>
                  <a:pt x="1710" y="3071"/>
                  <a:pt x="1710" y="3071"/>
                </a:cubicBezTo>
                <a:cubicBezTo>
                  <a:pt x="1770" y="3071"/>
                  <a:pt x="1818" y="3119"/>
                  <a:pt x="1818" y="3179"/>
                </a:cubicBezTo>
                <a:cubicBezTo>
                  <a:pt x="1818" y="3238"/>
                  <a:pt x="1770" y="3287"/>
                  <a:pt x="1710" y="3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A8938CA0-0766-07FC-7037-3C2D8A9F6DA2}"/>
              </a:ext>
            </a:extLst>
          </p:cNvPr>
          <p:cNvGrpSpPr/>
          <p:nvPr userDrawn="1"/>
        </p:nvGrpSpPr>
        <p:grpSpPr>
          <a:xfrm>
            <a:off x="4174999" y="6329443"/>
            <a:ext cx="1079415" cy="934071"/>
            <a:chOff x="8377238" y="1882775"/>
            <a:chExt cx="1685925" cy="1458913"/>
          </a:xfrm>
          <a:solidFill>
            <a:schemeClr val="tx1"/>
          </a:solidFill>
        </p:grpSpPr>
        <p:sp>
          <p:nvSpPr>
            <p:cNvPr id="69" name="Freeform 326">
              <a:extLst>
                <a:ext uri="{FF2B5EF4-FFF2-40B4-BE49-F238E27FC236}">
                  <a16:creationId xmlns:a16="http://schemas.microsoft.com/office/drawing/2014/main" id="{69805674-AEB8-DABA-04EF-387A8FB04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7238" y="1882775"/>
              <a:ext cx="1685925" cy="434975"/>
            </a:xfrm>
            <a:custGeom>
              <a:avLst/>
              <a:gdLst>
                <a:gd name="T0" fmla="*/ 3733 w 3839"/>
                <a:gd name="T1" fmla="*/ 989 h 989"/>
                <a:gd name="T2" fmla="*/ 106 w 3839"/>
                <a:gd name="T3" fmla="*/ 989 h 989"/>
                <a:gd name="T4" fmla="*/ 0 w 3839"/>
                <a:gd name="T5" fmla="*/ 883 h 989"/>
                <a:gd name="T6" fmla="*/ 0 w 3839"/>
                <a:gd name="T7" fmla="*/ 106 h 989"/>
                <a:gd name="T8" fmla="*/ 106 w 3839"/>
                <a:gd name="T9" fmla="*/ 0 h 989"/>
                <a:gd name="T10" fmla="*/ 3733 w 3839"/>
                <a:gd name="T11" fmla="*/ 0 h 989"/>
                <a:gd name="T12" fmla="*/ 3839 w 3839"/>
                <a:gd name="T13" fmla="*/ 106 h 989"/>
                <a:gd name="T14" fmla="*/ 3839 w 3839"/>
                <a:gd name="T15" fmla="*/ 883 h 989"/>
                <a:gd name="T16" fmla="*/ 3733 w 3839"/>
                <a:gd name="T17" fmla="*/ 989 h 989"/>
                <a:gd name="T18" fmla="*/ 212 w 3839"/>
                <a:gd name="T19" fmla="*/ 777 h 989"/>
                <a:gd name="T20" fmla="*/ 3627 w 3839"/>
                <a:gd name="T21" fmla="*/ 777 h 989"/>
                <a:gd name="T22" fmla="*/ 3627 w 3839"/>
                <a:gd name="T23" fmla="*/ 212 h 989"/>
                <a:gd name="T24" fmla="*/ 212 w 3839"/>
                <a:gd name="T25" fmla="*/ 212 h 989"/>
                <a:gd name="T26" fmla="*/ 212 w 3839"/>
                <a:gd name="T27" fmla="*/ 777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39" h="989">
                  <a:moveTo>
                    <a:pt x="3733" y="989"/>
                  </a:moveTo>
                  <a:cubicBezTo>
                    <a:pt x="106" y="989"/>
                    <a:pt x="106" y="989"/>
                    <a:pt x="106" y="989"/>
                  </a:cubicBezTo>
                  <a:cubicBezTo>
                    <a:pt x="48" y="989"/>
                    <a:pt x="0" y="941"/>
                    <a:pt x="0" y="883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3733" y="0"/>
                    <a:pt x="3733" y="0"/>
                    <a:pt x="3733" y="0"/>
                  </a:cubicBezTo>
                  <a:cubicBezTo>
                    <a:pt x="3792" y="0"/>
                    <a:pt x="3839" y="47"/>
                    <a:pt x="3839" y="106"/>
                  </a:cubicBezTo>
                  <a:cubicBezTo>
                    <a:pt x="3839" y="883"/>
                    <a:pt x="3839" y="883"/>
                    <a:pt x="3839" y="883"/>
                  </a:cubicBezTo>
                  <a:cubicBezTo>
                    <a:pt x="3839" y="941"/>
                    <a:pt x="3792" y="989"/>
                    <a:pt x="3733" y="989"/>
                  </a:cubicBezTo>
                  <a:close/>
                  <a:moveTo>
                    <a:pt x="212" y="777"/>
                  </a:moveTo>
                  <a:cubicBezTo>
                    <a:pt x="3627" y="777"/>
                    <a:pt x="3627" y="777"/>
                    <a:pt x="3627" y="777"/>
                  </a:cubicBezTo>
                  <a:cubicBezTo>
                    <a:pt x="3627" y="212"/>
                    <a:pt x="3627" y="212"/>
                    <a:pt x="3627" y="212"/>
                  </a:cubicBezTo>
                  <a:cubicBezTo>
                    <a:pt x="212" y="212"/>
                    <a:pt x="212" y="212"/>
                    <a:pt x="212" y="212"/>
                  </a:cubicBezTo>
                  <a:lnTo>
                    <a:pt x="212" y="7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0" name="Freeform 327">
              <a:extLst>
                <a:ext uri="{FF2B5EF4-FFF2-40B4-BE49-F238E27FC236}">
                  <a16:creationId xmlns:a16="http://schemas.microsoft.com/office/drawing/2014/main" id="{87725567-FC7D-B05B-C829-83C3E8D1A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763" y="2509838"/>
              <a:ext cx="769938" cy="320675"/>
            </a:xfrm>
            <a:custGeom>
              <a:avLst/>
              <a:gdLst>
                <a:gd name="T0" fmla="*/ 1391 w 1757"/>
                <a:gd name="T1" fmla="*/ 730 h 730"/>
                <a:gd name="T2" fmla="*/ 870 w 1757"/>
                <a:gd name="T3" fmla="*/ 730 h 730"/>
                <a:gd name="T4" fmla="*/ 764 w 1757"/>
                <a:gd name="T5" fmla="*/ 624 h 730"/>
                <a:gd name="T6" fmla="*/ 870 w 1757"/>
                <a:gd name="T7" fmla="*/ 518 h 730"/>
                <a:gd name="T8" fmla="*/ 1391 w 1757"/>
                <a:gd name="T9" fmla="*/ 518 h 730"/>
                <a:gd name="T10" fmla="*/ 1545 w 1757"/>
                <a:gd name="T11" fmla="*/ 365 h 730"/>
                <a:gd name="T12" fmla="*/ 1391 w 1757"/>
                <a:gd name="T13" fmla="*/ 212 h 730"/>
                <a:gd name="T14" fmla="*/ 106 w 1757"/>
                <a:gd name="T15" fmla="*/ 212 h 730"/>
                <a:gd name="T16" fmla="*/ 0 w 1757"/>
                <a:gd name="T17" fmla="*/ 106 h 730"/>
                <a:gd name="T18" fmla="*/ 106 w 1757"/>
                <a:gd name="T19" fmla="*/ 0 h 730"/>
                <a:gd name="T20" fmla="*/ 1391 w 1757"/>
                <a:gd name="T21" fmla="*/ 0 h 730"/>
                <a:gd name="T22" fmla="*/ 1757 w 1757"/>
                <a:gd name="T23" fmla="*/ 365 h 730"/>
                <a:gd name="T24" fmla="*/ 1391 w 1757"/>
                <a:gd name="T25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7" h="730">
                  <a:moveTo>
                    <a:pt x="1391" y="730"/>
                  </a:moveTo>
                  <a:cubicBezTo>
                    <a:pt x="870" y="730"/>
                    <a:pt x="870" y="730"/>
                    <a:pt x="870" y="730"/>
                  </a:cubicBezTo>
                  <a:cubicBezTo>
                    <a:pt x="811" y="730"/>
                    <a:pt x="764" y="682"/>
                    <a:pt x="764" y="624"/>
                  </a:cubicBezTo>
                  <a:cubicBezTo>
                    <a:pt x="764" y="565"/>
                    <a:pt x="811" y="518"/>
                    <a:pt x="870" y="518"/>
                  </a:cubicBezTo>
                  <a:cubicBezTo>
                    <a:pt x="1391" y="518"/>
                    <a:pt x="1391" y="518"/>
                    <a:pt x="1391" y="518"/>
                  </a:cubicBezTo>
                  <a:cubicBezTo>
                    <a:pt x="1476" y="518"/>
                    <a:pt x="1545" y="449"/>
                    <a:pt x="1545" y="365"/>
                  </a:cubicBezTo>
                  <a:cubicBezTo>
                    <a:pt x="1545" y="280"/>
                    <a:pt x="1476" y="212"/>
                    <a:pt x="1391" y="212"/>
                  </a:cubicBezTo>
                  <a:cubicBezTo>
                    <a:pt x="106" y="212"/>
                    <a:pt x="106" y="212"/>
                    <a:pt x="106" y="212"/>
                  </a:cubicBezTo>
                  <a:cubicBezTo>
                    <a:pt x="48" y="212"/>
                    <a:pt x="0" y="164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391" y="0"/>
                    <a:pt x="1391" y="0"/>
                    <a:pt x="1391" y="0"/>
                  </a:cubicBezTo>
                  <a:cubicBezTo>
                    <a:pt x="1593" y="0"/>
                    <a:pt x="1757" y="163"/>
                    <a:pt x="1757" y="365"/>
                  </a:cubicBezTo>
                  <a:cubicBezTo>
                    <a:pt x="1757" y="566"/>
                    <a:pt x="1593" y="730"/>
                    <a:pt x="1391" y="7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1" name="Freeform 328">
              <a:extLst>
                <a:ext uri="{FF2B5EF4-FFF2-40B4-BE49-F238E27FC236}">
                  <a16:creationId xmlns:a16="http://schemas.microsoft.com/office/drawing/2014/main" id="{37BBCE2D-7F30-7624-D071-87C35AC78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51" y="2224088"/>
              <a:ext cx="1460500" cy="1117600"/>
            </a:xfrm>
            <a:custGeom>
              <a:avLst/>
              <a:gdLst>
                <a:gd name="T0" fmla="*/ 3219 w 3325"/>
                <a:gd name="T1" fmla="*/ 2544 h 2544"/>
                <a:gd name="T2" fmla="*/ 106 w 3325"/>
                <a:gd name="T3" fmla="*/ 2544 h 2544"/>
                <a:gd name="T4" fmla="*/ 0 w 3325"/>
                <a:gd name="T5" fmla="*/ 2438 h 2544"/>
                <a:gd name="T6" fmla="*/ 0 w 3325"/>
                <a:gd name="T7" fmla="*/ 106 h 2544"/>
                <a:gd name="T8" fmla="*/ 106 w 3325"/>
                <a:gd name="T9" fmla="*/ 0 h 2544"/>
                <a:gd name="T10" fmla="*/ 212 w 3325"/>
                <a:gd name="T11" fmla="*/ 106 h 2544"/>
                <a:gd name="T12" fmla="*/ 212 w 3325"/>
                <a:gd name="T13" fmla="*/ 2332 h 2544"/>
                <a:gd name="T14" fmla="*/ 3219 w 3325"/>
                <a:gd name="T15" fmla="*/ 2332 h 2544"/>
                <a:gd name="T16" fmla="*/ 3325 w 3325"/>
                <a:gd name="T17" fmla="*/ 2438 h 2544"/>
                <a:gd name="T18" fmla="*/ 3219 w 3325"/>
                <a:gd name="T19" fmla="*/ 2544 h 2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25" h="2544">
                  <a:moveTo>
                    <a:pt x="3219" y="2544"/>
                  </a:moveTo>
                  <a:cubicBezTo>
                    <a:pt x="106" y="2544"/>
                    <a:pt x="106" y="2544"/>
                    <a:pt x="106" y="2544"/>
                  </a:cubicBezTo>
                  <a:cubicBezTo>
                    <a:pt x="48" y="2544"/>
                    <a:pt x="0" y="2496"/>
                    <a:pt x="0" y="2438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65" y="0"/>
                    <a:pt x="212" y="47"/>
                    <a:pt x="212" y="106"/>
                  </a:cubicBezTo>
                  <a:cubicBezTo>
                    <a:pt x="212" y="2332"/>
                    <a:pt x="212" y="2332"/>
                    <a:pt x="212" y="2332"/>
                  </a:cubicBezTo>
                  <a:cubicBezTo>
                    <a:pt x="3219" y="2332"/>
                    <a:pt x="3219" y="2332"/>
                    <a:pt x="3219" y="2332"/>
                  </a:cubicBezTo>
                  <a:cubicBezTo>
                    <a:pt x="3278" y="2332"/>
                    <a:pt x="3325" y="2379"/>
                    <a:pt x="3325" y="2438"/>
                  </a:cubicBezTo>
                  <a:cubicBezTo>
                    <a:pt x="3325" y="2496"/>
                    <a:pt x="3278" y="2544"/>
                    <a:pt x="3219" y="25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8D1EB309-31F1-2663-A137-801DB51852C0}"/>
              </a:ext>
            </a:extLst>
          </p:cNvPr>
          <p:cNvGrpSpPr/>
          <p:nvPr userDrawn="1"/>
        </p:nvGrpSpPr>
        <p:grpSpPr>
          <a:xfrm>
            <a:off x="15947809" y="4124068"/>
            <a:ext cx="1217087" cy="965606"/>
            <a:chOff x="7821613" y="3603625"/>
            <a:chExt cx="1820862" cy="1444626"/>
          </a:xfrm>
          <a:solidFill>
            <a:schemeClr val="tx1"/>
          </a:solidFill>
        </p:grpSpPr>
        <p:sp>
          <p:nvSpPr>
            <p:cNvPr id="73" name="Freeform 336">
              <a:extLst>
                <a:ext uri="{FF2B5EF4-FFF2-40B4-BE49-F238E27FC236}">
                  <a16:creationId xmlns:a16="http://schemas.microsoft.com/office/drawing/2014/main" id="{CE8383CC-D396-9A08-4F1C-832E4332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3413" y="4306888"/>
              <a:ext cx="957262" cy="741363"/>
            </a:xfrm>
            <a:custGeom>
              <a:avLst/>
              <a:gdLst>
                <a:gd name="T0" fmla="*/ 2143 w 2251"/>
                <a:gd name="T1" fmla="*/ 1742 h 1742"/>
                <a:gd name="T2" fmla="*/ 2035 w 2251"/>
                <a:gd name="T3" fmla="*/ 1634 h 1742"/>
                <a:gd name="T4" fmla="*/ 2035 w 2251"/>
                <a:gd name="T5" fmla="*/ 1125 h 1742"/>
                <a:gd name="T6" fmla="*/ 1125 w 2251"/>
                <a:gd name="T7" fmla="*/ 216 h 1742"/>
                <a:gd name="T8" fmla="*/ 216 w 2251"/>
                <a:gd name="T9" fmla="*/ 1125 h 1742"/>
                <a:gd name="T10" fmla="*/ 216 w 2251"/>
                <a:gd name="T11" fmla="*/ 1634 h 1742"/>
                <a:gd name="T12" fmla="*/ 108 w 2251"/>
                <a:gd name="T13" fmla="*/ 1742 h 1742"/>
                <a:gd name="T14" fmla="*/ 0 w 2251"/>
                <a:gd name="T15" fmla="*/ 1634 h 1742"/>
                <a:gd name="T16" fmla="*/ 0 w 2251"/>
                <a:gd name="T17" fmla="*/ 1125 h 1742"/>
                <a:gd name="T18" fmla="*/ 330 w 2251"/>
                <a:gd name="T19" fmla="*/ 330 h 1742"/>
                <a:gd name="T20" fmla="*/ 1125 w 2251"/>
                <a:gd name="T21" fmla="*/ 0 h 1742"/>
                <a:gd name="T22" fmla="*/ 1921 w 2251"/>
                <a:gd name="T23" fmla="*/ 330 h 1742"/>
                <a:gd name="T24" fmla="*/ 2251 w 2251"/>
                <a:gd name="T25" fmla="*/ 1125 h 1742"/>
                <a:gd name="T26" fmla="*/ 2251 w 2251"/>
                <a:gd name="T27" fmla="*/ 1634 h 1742"/>
                <a:gd name="T28" fmla="*/ 2143 w 2251"/>
                <a:gd name="T29" fmla="*/ 1742 h 1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1" h="1742">
                  <a:moveTo>
                    <a:pt x="2143" y="1742"/>
                  </a:moveTo>
                  <a:cubicBezTo>
                    <a:pt x="2083" y="1742"/>
                    <a:pt x="2035" y="1694"/>
                    <a:pt x="2035" y="1634"/>
                  </a:cubicBezTo>
                  <a:cubicBezTo>
                    <a:pt x="2035" y="1125"/>
                    <a:pt x="2035" y="1125"/>
                    <a:pt x="2035" y="1125"/>
                  </a:cubicBezTo>
                  <a:cubicBezTo>
                    <a:pt x="2035" y="624"/>
                    <a:pt x="1627" y="216"/>
                    <a:pt x="1125" y="216"/>
                  </a:cubicBezTo>
                  <a:cubicBezTo>
                    <a:pt x="624" y="216"/>
                    <a:pt x="216" y="624"/>
                    <a:pt x="216" y="1125"/>
                  </a:cubicBezTo>
                  <a:cubicBezTo>
                    <a:pt x="216" y="1634"/>
                    <a:pt x="216" y="1634"/>
                    <a:pt x="216" y="1634"/>
                  </a:cubicBezTo>
                  <a:cubicBezTo>
                    <a:pt x="216" y="1694"/>
                    <a:pt x="168" y="1742"/>
                    <a:pt x="108" y="1742"/>
                  </a:cubicBezTo>
                  <a:cubicBezTo>
                    <a:pt x="48" y="1742"/>
                    <a:pt x="0" y="1694"/>
                    <a:pt x="0" y="1634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825"/>
                    <a:pt x="117" y="542"/>
                    <a:pt x="330" y="330"/>
                  </a:cubicBezTo>
                  <a:cubicBezTo>
                    <a:pt x="542" y="117"/>
                    <a:pt x="825" y="0"/>
                    <a:pt x="1125" y="0"/>
                  </a:cubicBezTo>
                  <a:cubicBezTo>
                    <a:pt x="1426" y="0"/>
                    <a:pt x="1709" y="117"/>
                    <a:pt x="1921" y="330"/>
                  </a:cubicBezTo>
                  <a:cubicBezTo>
                    <a:pt x="2134" y="542"/>
                    <a:pt x="2251" y="825"/>
                    <a:pt x="2251" y="1125"/>
                  </a:cubicBezTo>
                  <a:cubicBezTo>
                    <a:pt x="2251" y="1634"/>
                    <a:pt x="2251" y="1634"/>
                    <a:pt x="2251" y="1634"/>
                  </a:cubicBezTo>
                  <a:cubicBezTo>
                    <a:pt x="2251" y="1694"/>
                    <a:pt x="2202" y="1742"/>
                    <a:pt x="2143" y="17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4" name="Freeform 337">
              <a:extLst>
                <a:ext uri="{FF2B5EF4-FFF2-40B4-BE49-F238E27FC236}">
                  <a16:creationId xmlns:a16="http://schemas.microsoft.com/office/drawing/2014/main" id="{C140CB95-ADE4-5346-D048-C9CDBE6F6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6925" y="3603625"/>
              <a:ext cx="631825" cy="631825"/>
            </a:xfrm>
            <a:custGeom>
              <a:avLst/>
              <a:gdLst>
                <a:gd name="T0" fmla="*/ 743 w 1487"/>
                <a:gd name="T1" fmla="*/ 1487 h 1487"/>
                <a:gd name="T2" fmla="*/ 635 w 1487"/>
                <a:gd name="T3" fmla="*/ 1379 h 1487"/>
                <a:gd name="T4" fmla="*/ 743 w 1487"/>
                <a:gd name="T5" fmla="*/ 1271 h 1487"/>
                <a:gd name="T6" fmla="*/ 1271 w 1487"/>
                <a:gd name="T7" fmla="*/ 744 h 1487"/>
                <a:gd name="T8" fmla="*/ 743 w 1487"/>
                <a:gd name="T9" fmla="*/ 216 h 1487"/>
                <a:gd name="T10" fmla="*/ 216 w 1487"/>
                <a:gd name="T11" fmla="*/ 744 h 1487"/>
                <a:gd name="T12" fmla="*/ 108 w 1487"/>
                <a:gd name="T13" fmla="*/ 852 h 1487"/>
                <a:gd name="T14" fmla="*/ 0 w 1487"/>
                <a:gd name="T15" fmla="*/ 744 h 1487"/>
                <a:gd name="T16" fmla="*/ 743 w 1487"/>
                <a:gd name="T17" fmla="*/ 0 h 1487"/>
                <a:gd name="T18" fmla="*/ 1487 w 1487"/>
                <a:gd name="T19" fmla="*/ 744 h 1487"/>
                <a:gd name="T20" fmla="*/ 743 w 1487"/>
                <a:gd name="T21" fmla="*/ 1487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87" h="1487">
                  <a:moveTo>
                    <a:pt x="743" y="1487"/>
                  </a:moveTo>
                  <a:cubicBezTo>
                    <a:pt x="684" y="1487"/>
                    <a:pt x="635" y="1439"/>
                    <a:pt x="635" y="1379"/>
                  </a:cubicBezTo>
                  <a:cubicBezTo>
                    <a:pt x="635" y="1320"/>
                    <a:pt x="684" y="1271"/>
                    <a:pt x="743" y="1271"/>
                  </a:cubicBezTo>
                  <a:cubicBezTo>
                    <a:pt x="1034" y="1271"/>
                    <a:pt x="1271" y="1035"/>
                    <a:pt x="1271" y="744"/>
                  </a:cubicBezTo>
                  <a:cubicBezTo>
                    <a:pt x="1271" y="453"/>
                    <a:pt x="1034" y="216"/>
                    <a:pt x="743" y="216"/>
                  </a:cubicBezTo>
                  <a:cubicBezTo>
                    <a:pt x="452" y="216"/>
                    <a:pt x="216" y="453"/>
                    <a:pt x="216" y="744"/>
                  </a:cubicBezTo>
                  <a:cubicBezTo>
                    <a:pt x="216" y="803"/>
                    <a:pt x="167" y="852"/>
                    <a:pt x="108" y="852"/>
                  </a:cubicBezTo>
                  <a:cubicBezTo>
                    <a:pt x="48" y="852"/>
                    <a:pt x="0" y="803"/>
                    <a:pt x="0" y="744"/>
                  </a:cubicBezTo>
                  <a:cubicBezTo>
                    <a:pt x="0" y="334"/>
                    <a:pt x="333" y="0"/>
                    <a:pt x="743" y="0"/>
                  </a:cubicBezTo>
                  <a:cubicBezTo>
                    <a:pt x="1154" y="0"/>
                    <a:pt x="1487" y="334"/>
                    <a:pt x="1487" y="744"/>
                  </a:cubicBezTo>
                  <a:cubicBezTo>
                    <a:pt x="1487" y="1154"/>
                    <a:pt x="1154" y="1487"/>
                    <a:pt x="743" y="14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5" name="Freeform 338">
              <a:extLst>
                <a:ext uri="{FF2B5EF4-FFF2-40B4-BE49-F238E27FC236}">
                  <a16:creationId xmlns:a16="http://schemas.microsoft.com/office/drawing/2014/main" id="{7F2FDB20-8509-D9A0-6612-7550421C5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9563" y="3873500"/>
              <a:ext cx="415925" cy="417513"/>
            </a:xfrm>
            <a:custGeom>
              <a:avLst/>
              <a:gdLst>
                <a:gd name="T0" fmla="*/ 490 w 979"/>
                <a:gd name="T1" fmla="*/ 979 h 979"/>
                <a:gd name="T2" fmla="*/ 0 w 979"/>
                <a:gd name="T3" fmla="*/ 489 h 979"/>
                <a:gd name="T4" fmla="*/ 490 w 979"/>
                <a:gd name="T5" fmla="*/ 0 h 979"/>
                <a:gd name="T6" fmla="*/ 979 w 979"/>
                <a:gd name="T7" fmla="*/ 489 h 979"/>
                <a:gd name="T8" fmla="*/ 490 w 979"/>
                <a:gd name="T9" fmla="*/ 979 h 979"/>
                <a:gd name="T10" fmla="*/ 490 w 979"/>
                <a:gd name="T11" fmla="*/ 216 h 979"/>
                <a:gd name="T12" fmla="*/ 216 w 979"/>
                <a:gd name="T13" fmla="*/ 489 h 979"/>
                <a:gd name="T14" fmla="*/ 490 w 979"/>
                <a:gd name="T15" fmla="*/ 763 h 979"/>
                <a:gd name="T16" fmla="*/ 763 w 979"/>
                <a:gd name="T17" fmla="*/ 489 h 979"/>
                <a:gd name="T18" fmla="*/ 490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90" y="979"/>
                  </a:moveTo>
                  <a:cubicBezTo>
                    <a:pt x="220" y="979"/>
                    <a:pt x="0" y="759"/>
                    <a:pt x="0" y="489"/>
                  </a:cubicBezTo>
                  <a:cubicBezTo>
                    <a:pt x="0" y="219"/>
                    <a:pt x="220" y="0"/>
                    <a:pt x="490" y="0"/>
                  </a:cubicBezTo>
                  <a:cubicBezTo>
                    <a:pt x="760" y="0"/>
                    <a:pt x="979" y="219"/>
                    <a:pt x="979" y="489"/>
                  </a:cubicBezTo>
                  <a:cubicBezTo>
                    <a:pt x="979" y="759"/>
                    <a:pt x="760" y="979"/>
                    <a:pt x="490" y="979"/>
                  </a:cubicBezTo>
                  <a:close/>
                  <a:moveTo>
                    <a:pt x="490" y="216"/>
                  </a:moveTo>
                  <a:cubicBezTo>
                    <a:pt x="339" y="216"/>
                    <a:pt x="216" y="338"/>
                    <a:pt x="216" y="489"/>
                  </a:cubicBezTo>
                  <a:cubicBezTo>
                    <a:pt x="216" y="640"/>
                    <a:pt x="339" y="763"/>
                    <a:pt x="490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90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6" name="Freeform 339">
              <a:extLst>
                <a:ext uri="{FF2B5EF4-FFF2-40B4-BE49-F238E27FC236}">
                  <a16:creationId xmlns:a16="http://schemas.microsoft.com/office/drawing/2014/main" id="{9E51609F-5603-76A0-8BD0-EE14D8A78C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8600" y="3873500"/>
              <a:ext cx="415925" cy="417513"/>
            </a:xfrm>
            <a:custGeom>
              <a:avLst/>
              <a:gdLst>
                <a:gd name="T0" fmla="*/ 489 w 979"/>
                <a:gd name="T1" fmla="*/ 979 h 979"/>
                <a:gd name="T2" fmla="*/ 0 w 979"/>
                <a:gd name="T3" fmla="*/ 489 h 979"/>
                <a:gd name="T4" fmla="*/ 489 w 979"/>
                <a:gd name="T5" fmla="*/ 0 h 979"/>
                <a:gd name="T6" fmla="*/ 979 w 979"/>
                <a:gd name="T7" fmla="*/ 489 h 979"/>
                <a:gd name="T8" fmla="*/ 489 w 979"/>
                <a:gd name="T9" fmla="*/ 979 h 979"/>
                <a:gd name="T10" fmla="*/ 489 w 979"/>
                <a:gd name="T11" fmla="*/ 216 h 979"/>
                <a:gd name="T12" fmla="*/ 216 w 979"/>
                <a:gd name="T13" fmla="*/ 489 h 979"/>
                <a:gd name="T14" fmla="*/ 489 w 979"/>
                <a:gd name="T15" fmla="*/ 763 h 979"/>
                <a:gd name="T16" fmla="*/ 763 w 979"/>
                <a:gd name="T17" fmla="*/ 489 h 979"/>
                <a:gd name="T18" fmla="*/ 489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89" y="979"/>
                  </a:moveTo>
                  <a:cubicBezTo>
                    <a:pt x="219" y="979"/>
                    <a:pt x="0" y="759"/>
                    <a:pt x="0" y="489"/>
                  </a:cubicBezTo>
                  <a:cubicBezTo>
                    <a:pt x="0" y="219"/>
                    <a:pt x="219" y="0"/>
                    <a:pt x="489" y="0"/>
                  </a:cubicBezTo>
                  <a:cubicBezTo>
                    <a:pt x="759" y="0"/>
                    <a:pt x="979" y="219"/>
                    <a:pt x="979" y="489"/>
                  </a:cubicBezTo>
                  <a:cubicBezTo>
                    <a:pt x="979" y="759"/>
                    <a:pt x="759" y="979"/>
                    <a:pt x="489" y="979"/>
                  </a:cubicBezTo>
                  <a:close/>
                  <a:moveTo>
                    <a:pt x="489" y="216"/>
                  </a:moveTo>
                  <a:cubicBezTo>
                    <a:pt x="338" y="216"/>
                    <a:pt x="216" y="338"/>
                    <a:pt x="216" y="489"/>
                  </a:cubicBezTo>
                  <a:cubicBezTo>
                    <a:pt x="216" y="640"/>
                    <a:pt x="338" y="763"/>
                    <a:pt x="489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89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7" name="Freeform 340">
              <a:extLst>
                <a:ext uri="{FF2B5EF4-FFF2-40B4-BE49-F238E27FC236}">
                  <a16:creationId xmlns:a16="http://schemas.microsoft.com/office/drawing/2014/main" id="{9A1B147C-9A82-FD87-2870-69A0D062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613" y="4360863"/>
              <a:ext cx="593725" cy="469900"/>
            </a:xfrm>
            <a:custGeom>
              <a:avLst/>
              <a:gdLst>
                <a:gd name="T0" fmla="*/ 108 w 1396"/>
                <a:gd name="T1" fmla="*/ 1106 h 1106"/>
                <a:gd name="T2" fmla="*/ 0 w 1396"/>
                <a:gd name="T3" fmla="*/ 998 h 1106"/>
                <a:gd name="T4" fmla="*/ 0 w 1396"/>
                <a:gd name="T5" fmla="*/ 744 h 1106"/>
                <a:gd name="T6" fmla="*/ 744 w 1396"/>
                <a:gd name="T7" fmla="*/ 0 h 1106"/>
                <a:gd name="T8" fmla="*/ 1363 w 1396"/>
                <a:gd name="T9" fmla="*/ 332 h 1106"/>
                <a:gd name="T10" fmla="*/ 1333 w 1396"/>
                <a:gd name="T11" fmla="*/ 481 h 1106"/>
                <a:gd name="T12" fmla="*/ 1183 w 1396"/>
                <a:gd name="T13" fmla="*/ 451 h 1106"/>
                <a:gd name="T14" fmla="*/ 744 w 1396"/>
                <a:gd name="T15" fmla="*/ 216 h 1106"/>
                <a:gd name="T16" fmla="*/ 216 w 1396"/>
                <a:gd name="T17" fmla="*/ 744 h 1106"/>
                <a:gd name="T18" fmla="*/ 216 w 1396"/>
                <a:gd name="T19" fmla="*/ 998 h 1106"/>
                <a:gd name="T20" fmla="*/ 108 w 1396"/>
                <a:gd name="T21" fmla="*/ 1106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96" h="1106">
                  <a:moveTo>
                    <a:pt x="108" y="1106"/>
                  </a:moveTo>
                  <a:cubicBezTo>
                    <a:pt x="48" y="1106"/>
                    <a:pt x="0" y="1058"/>
                    <a:pt x="0" y="998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334"/>
                    <a:pt x="333" y="0"/>
                    <a:pt x="744" y="0"/>
                  </a:cubicBezTo>
                  <a:cubicBezTo>
                    <a:pt x="993" y="0"/>
                    <a:pt x="1224" y="124"/>
                    <a:pt x="1363" y="332"/>
                  </a:cubicBezTo>
                  <a:cubicBezTo>
                    <a:pt x="1396" y="381"/>
                    <a:pt x="1382" y="448"/>
                    <a:pt x="1333" y="481"/>
                  </a:cubicBezTo>
                  <a:cubicBezTo>
                    <a:pt x="1283" y="514"/>
                    <a:pt x="1216" y="501"/>
                    <a:pt x="1183" y="451"/>
                  </a:cubicBezTo>
                  <a:cubicBezTo>
                    <a:pt x="1085" y="304"/>
                    <a:pt x="920" y="216"/>
                    <a:pt x="744" y="216"/>
                  </a:cubicBezTo>
                  <a:cubicBezTo>
                    <a:pt x="453" y="216"/>
                    <a:pt x="216" y="453"/>
                    <a:pt x="216" y="744"/>
                  </a:cubicBezTo>
                  <a:cubicBezTo>
                    <a:pt x="216" y="998"/>
                    <a:pt x="216" y="998"/>
                    <a:pt x="216" y="998"/>
                  </a:cubicBezTo>
                  <a:cubicBezTo>
                    <a:pt x="216" y="1058"/>
                    <a:pt x="167" y="1106"/>
                    <a:pt x="108" y="1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8" name="Freeform 341">
              <a:extLst>
                <a:ext uri="{FF2B5EF4-FFF2-40B4-BE49-F238E27FC236}">
                  <a16:creationId xmlns:a16="http://schemas.microsoft.com/office/drawing/2014/main" id="{00F88E16-A731-B154-C10D-44D183334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0338" y="4360863"/>
              <a:ext cx="592137" cy="361950"/>
            </a:xfrm>
            <a:custGeom>
              <a:avLst/>
              <a:gdLst>
                <a:gd name="T0" fmla="*/ 1288 w 1396"/>
                <a:gd name="T1" fmla="*/ 852 h 852"/>
                <a:gd name="T2" fmla="*/ 1180 w 1396"/>
                <a:gd name="T3" fmla="*/ 744 h 852"/>
                <a:gd name="T4" fmla="*/ 652 w 1396"/>
                <a:gd name="T5" fmla="*/ 216 h 852"/>
                <a:gd name="T6" fmla="*/ 213 w 1396"/>
                <a:gd name="T7" fmla="*/ 451 h 852"/>
                <a:gd name="T8" fmla="*/ 63 w 1396"/>
                <a:gd name="T9" fmla="*/ 481 h 852"/>
                <a:gd name="T10" fmla="*/ 33 w 1396"/>
                <a:gd name="T11" fmla="*/ 332 h 852"/>
                <a:gd name="T12" fmla="*/ 652 w 1396"/>
                <a:gd name="T13" fmla="*/ 0 h 852"/>
                <a:gd name="T14" fmla="*/ 1396 w 1396"/>
                <a:gd name="T15" fmla="*/ 744 h 852"/>
                <a:gd name="T16" fmla="*/ 1288 w 1396"/>
                <a:gd name="T1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6" h="852">
                  <a:moveTo>
                    <a:pt x="1288" y="852"/>
                  </a:moveTo>
                  <a:cubicBezTo>
                    <a:pt x="1228" y="852"/>
                    <a:pt x="1180" y="804"/>
                    <a:pt x="1180" y="744"/>
                  </a:cubicBezTo>
                  <a:cubicBezTo>
                    <a:pt x="1180" y="453"/>
                    <a:pt x="943" y="216"/>
                    <a:pt x="652" y="216"/>
                  </a:cubicBezTo>
                  <a:cubicBezTo>
                    <a:pt x="475" y="216"/>
                    <a:pt x="311" y="304"/>
                    <a:pt x="213" y="451"/>
                  </a:cubicBezTo>
                  <a:cubicBezTo>
                    <a:pt x="180" y="501"/>
                    <a:pt x="113" y="514"/>
                    <a:pt x="63" y="481"/>
                  </a:cubicBezTo>
                  <a:cubicBezTo>
                    <a:pt x="13" y="448"/>
                    <a:pt x="0" y="381"/>
                    <a:pt x="33" y="332"/>
                  </a:cubicBezTo>
                  <a:cubicBezTo>
                    <a:pt x="172" y="124"/>
                    <a:pt x="403" y="0"/>
                    <a:pt x="652" y="0"/>
                  </a:cubicBezTo>
                  <a:cubicBezTo>
                    <a:pt x="1062" y="0"/>
                    <a:pt x="1396" y="334"/>
                    <a:pt x="1396" y="744"/>
                  </a:cubicBezTo>
                  <a:cubicBezTo>
                    <a:pt x="1396" y="804"/>
                    <a:pt x="1348" y="852"/>
                    <a:pt x="1288" y="8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60C7F06A-EF12-6BDD-C961-BE75347CB829}"/>
              </a:ext>
            </a:extLst>
          </p:cNvPr>
          <p:cNvGrpSpPr/>
          <p:nvPr userDrawn="1"/>
        </p:nvGrpSpPr>
        <p:grpSpPr>
          <a:xfrm>
            <a:off x="14627170" y="1976228"/>
            <a:ext cx="633413" cy="1079975"/>
            <a:chOff x="7032626" y="1873250"/>
            <a:chExt cx="855663" cy="1458913"/>
          </a:xfrm>
          <a:solidFill>
            <a:schemeClr val="tx1"/>
          </a:solidFill>
        </p:grpSpPr>
        <p:sp>
          <p:nvSpPr>
            <p:cNvPr id="80" name="Freeform 120">
              <a:extLst>
                <a:ext uri="{FF2B5EF4-FFF2-40B4-BE49-F238E27FC236}">
                  <a16:creationId xmlns:a16="http://schemas.microsoft.com/office/drawing/2014/main" id="{76FBE209-A397-ECA4-5665-822C60438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2626" y="1873250"/>
              <a:ext cx="855663" cy="1458913"/>
            </a:xfrm>
            <a:custGeom>
              <a:avLst/>
              <a:gdLst>
                <a:gd name="T0" fmla="*/ 1439 w 2298"/>
                <a:gd name="T1" fmla="*/ 3906 h 3906"/>
                <a:gd name="T2" fmla="*/ 1334 w 2298"/>
                <a:gd name="T3" fmla="*/ 3853 h 3906"/>
                <a:gd name="T4" fmla="*/ 587 w 2298"/>
                <a:gd name="T5" fmla="*/ 2626 h 3906"/>
                <a:gd name="T6" fmla="*/ 228 w 2298"/>
                <a:gd name="T7" fmla="*/ 556 h 3906"/>
                <a:gd name="T8" fmla="*/ 1439 w 2298"/>
                <a:gd name="T9" fmla="*/ 0 h 3906"/>
                <a:gd name="T10" fmla="*/ 1569 w 2298"/>
                <a:gd name="T11" fmla="*/ 130 h 3906"/>
                <a:gd name="T12" fmla="*/ 1439 w 2298"/>
                <a:gd name="T13" fmla="*/ 261 h 3906"/>
                <a:gd name="T14" fmla="*/ 460 w 2298"/>
                <a:gd name="T15" fmla="*/ 673 h 3906"/>
                <a:gd name="T16" fmla="*/ 430 w 2298"/>
                <a:gd name="T17" fmla="*/ 1496 h 3906"/>
                <a:gd name="T18" fmla="*/ 818 w 2298"/>
                <a:gd name="T19" fmla="*/ 2505 h 3906"/>
                <a:gd name="T20" fmla="*/ 1425 w 2298"/>
                <a:gd name="T21" fmla="*/ 3528 h 3906"/>
                <a:gd name="T22" fmla="*/ 2034 w 2298"/>
                <a:gd name="T23" fmla="*/ 2402 h 3906"/>
                <a:gd name="T24" fmla="*/ 2211 w 2298"/>
                <a:gd name="T25" fmla="*/ 2349 h 3906"/>
                <a:gd name="T26" fmla="*/ 2263 w 2298"/>
                <a:gd name="T27" fmla="*/ 2526 h 3906"/>
                <a:gd name="T28" fmla="*/ 1553 w 2298"/>
                <a:gd name="T29" fmla="*/ 3837 h 3906"/>
                <a:gd name="T30" fmla="*/ 1448 w 2298"/>
                <a:gd name="T31" fmla="*/ 3905 h 3906"/>
                <a:gd name="T32" fmla="*/ 1439 w 2298"/>
                <a:gd name="T33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98" h="3906">
                  <a:moveTo>
                    <a:pt x="1439" y="3906"/>
                  </a:moveTo>
                  <a:cubicBezTo>
                    <a:pt x="1398" y="3906"/>
                    <a:pt x="1359" y="3886"/>
                    <a:pt x="1334" y="3853"/>
                  </a:cubicBezTo>
                  <a:cubicBezTo>
                    <a:pt x="1317" y="3830"/>
                    <a:pt x="925" y="3294"/>
                    <a:pt x="587" y="2626"/>
                  </a:cubicBezTo>
                  <a:cubicBezTo>
                    <a:pt x="121" y="1703"/>
                    <a:pt x="0" y="1006"/>
                    <a:pt x="228" y="556"/>
                  </a:cubicBezTo>
                  <a:cubicBezTo>
                    <a:pt x="414" y="187"/>
                    <a:pt x="822" y="0"/>
                    <a:pt x="1439" y="0"/>
                  </a:cubicBezTo>
                  <a:cubicBezTo>
                    <a:pt x="1511" y="0"/>
                    <a:pt x="1569" y="59"/>
                    <a:pt x="1569" y="130"/>
                  </a:cubicBezTo>
                  <a:cubicBezTo>
                    <a:pt x="1569" y="202"/>
                    <a:pt x="1511" y="261"/>
                    <a:pt x="1439" y="261"/>
                  </a:cubicBezTo>
                  <a:cubicBezTo>
                    <a:pt x="928" y="261"/>
                    <a:pt x="599" y="400"/>
                    <a:pt x="460" y="673"/>
                  </a:cubicBezTo>
                  <a:cubicBezTo>
                    <a:pt x="360" y="871"/>
                    <a:pt x="350" y="1148"/>
                    <a:pt x="430" y="1496"/>
                  </a:cubicBezTo>
                  <a:cubicBezTo>
                    <a:pt x="497" y="1789"/>
                    <a:pt x="628" y="2128"/>
                    <a:pt x="818" y="2505"/>
                  </a:cubicBezTo>
                  <a:cubicBezTo>
                    <a:pt x="1035" y="2936"/>
                    <a:pt x="1282" y="3318"/>
                    <a:pt x="1425" y="3528"/>
                  </a:cubicBezTo>
                  <a:cubicBezTo>
                    <a:pt x="2034" y="2402"/>
                    <a:pt x="2034" y="2402"/>
                    <a:pt x="2034" y="2402"/>
                  </a:cubicBezTo>
                  <a:cubicBezTo>
                    <a:pt x="2069" y="2338"/>
                    <a:pt x="2148" y="2315"/>
                    <a:pt x="2211" y="2349"/>
                  </a:cubicBezTo>
                  <a:cubicBezTo>
                    <a:pt x="2274" y="2383"/>
                    <a:pt x="2298" y="2462"/>
                    <a:pt x="2263" y="2526"/>
                  </a:cubicBezTo>
                  <a:cubicBezTo>
                    <a:pt x="1553" y="3837"/>
                    <a:pt x="1553" y="3837"/>
                    <a:pt x="1553" y="3837"/>
                  </a:cubicBezTo>
                  <a:cubicBezTo>
                    <a:pt x="1532" y="3877"/>
                    <a:pt x="1492" y="3902"/>
                    <a:pt x="1448" y="3905"/>
                  </a:cubicBezTo>
                  <a:cubicBezTo>
                    <a:pt x="1445" y="3906"/>
                    <a:pt x="1442" y="3906"/>
                    <a:pt x="1439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1" name="Freeform 121">
              <a:extLst>
                <a:ext uri="{FF2B5EF4-FFF2-40B4-BE49-F238E27FC236}">
                  <a16:creationId xmlns:a16="http://schemas.microsoft.com/office/drawing/2014/main" id="{C27231C9-107F-4FCD-8AF7-9BAB909FF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3138" y="2190750"/>
              <a:ext cx="454025" cy="455613"/>
            </a:xfrm>
            <a:custGeom>
              <a:avLst/>
              <a:gdLst>
                <a:gd name="T0" fmla="*/ 610 w 1219"/>
                <a:gd name="T1" fmla="*/ 1219 h 1219"/>
                <a:gd name="T2" fmla="*/ 492 w 1219"/>
                <a:gd name="T3" fmla="*/ 1101 h 1219"/>
                <a:gd name="T4" fmla="*/ 610 w 1219"/>
                <a:gd name="T5" fmla="*/ 983 h 1219"/>
                <a:gd name="T6" fmla="*/ 984 w 1219"/>
                <a:gd name="T7" fmla="*/ 609 h 1219"/>
                <a:gd name="T8" fmla="*/ 610 w 1219"/>
                <a:gd name="T9" fmla="*/ 235 h 1219"/>
                <a:gd name="T10" fmla="*/ 236 w 1219"/>
                <a:gd name="T11" fmla="*/ 609 h 1219"/>
                <a:gd name="T12" fmla="*/ 118 w 1219"/>
                <a:gd name="T13" fmla="*/ 727 h 1219"/>
                <a:gd name="T14" fmla="*/ 0 w 1219"/>
                <a:gd name="T15" fmla="*/ 609 h 1219"/>
                <a:gd name="T16" fmla="*/ 610 w 1219"/>
                <a:gd name="T17" fmla="*/ 0 h 1219"/>
                <a:gd name="T18" fmla="*/ 1219 w 1219"/>
                <a:gd name="T19" fmla="*/ 609 h 1219"/>
                <a:gd name="T20" fmla="*/ 610 w 1219"/>
                <a:gd name="T21" fmla="*/ 1219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9" h="1219">
                  <a:moveTo>
                    <a:pt x="610" y="1219"/>
                  </a:moveTo>
                  <a:cubicBezTo>
                    <a:pt x="545" y="1219"/>
                    <a:pt x="492" y="1166"/>
                    <a:pt x="492" y="1101"/>
                  </a:cubicBezTo>
                  <a:cubicBezTo>
                    <a:pt x="492" y="1036"/>
                    <a:pt x="545" y="983"/>
                    <a:pt x="610" y="983"/>
                  </a:cubicBezTo>
                  <a:cubicBezTo>
                    <a:pt x="816" y="983"/>
                    <a:pt x="984" y="815"/>
                    <a:pt x="984" y="609"/>
                  </a:cubicBezTo>
                  <a:cubicBezTo>
                    <a:pt x="984" y="403"/>
                    <a:pt x="816" y="235"/>
                    <a:pt x="610" y="235"/>
                  </a:cubicBezTo>
                  <a:cubicBezTo>
                    <a:pt x="403" y="235"/>
                    <a:pt x="236" y="403"/>
                    <a:pt x="236" y="609"/>
                  </a:cubicBezTo>
                  <a:cubicBezTo>
                    <a:pt x="236" y="674"/>
                    <a:pt x="183" y="727"/>
                    <a:pt x="118" y="727"/>
                  </a:cubicBezTo>
                  <a:cubicBezTo>
                    <a:pt x="53" y="727"/>
                    <a:pt x="0" y="674"/>
                    <a:pt x="0" y="609"/>
                  </a:cubicBezTo>
                  <a:cubicBezTo>
                    <a:pt x="0" y="273"/>
                    <a:pt x="274" y="0"/>
                    <a:pt x="610" y="0"/>
                  </a:cubicBezTo>
                  <a:cubicBezTo>
                    <a:pt x="946" y="0"/>
                    <a:pt x="1219" y="273"/>
                    <a:pt x="1219" y="609"/>
                  </a:cubicBezTo>
                  <a:cubicBezTo>
                    <a:pt x="1219" y="945"/>
                    <a:pt x="946" y="1219"/>
                    <a:pt x="610" y="12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EC206018-F2B0-1A60-D03E-84C028B96D35}"/>
              </a:ext>
            </a:extLst>
          </p:cNvPr>
          <p:cNvGrpSpPr/>
          <p:nvPr userDrawn="1"/>
        </p:nvGrpSpPr>
        <p:grpSpPr>
          <a:xfrm>
            <a:off x="5878419" y="8440272"/>
            <a:ext cx="961180" cy="1069009"/>
            <a:chOff x="5289550" y="1868487"/>
            <a:chExt cx="1316038" cy="1463676"/>
          </a:xfrm>
          <a:solidFill>
            <a:schemeClr val="tx1"/>
          </a:solidFill>
        </p:grpSpPr>
        <p:sp>
          <p:nvSpPr>
            <p:cNvPr id="83" name="Freeform 125">
              <a:extLst>
                <a:ext uri="{FF2B5EF4-FFF2-40B4-BE49-F238E27FC236}">
                  <a16:creationId xmlns:a16="http://schemas.microsoft.com/office/drawing/2014/main" id="{AC09F44C-E6A0-599C-2D55-131D926D96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9550" y="2408238"/>
              <a:ext cx="1316038" cy="923925"/>
            </a:xfrm>
            <a:custGeom>
              <a:avLst/>
              <a:gdLst>
                <a:gd name="T0" fmla="*/ 2881 w 3528"/>
                <a:gd name="T1" fmla="*/ 391 h 2474"/>
                <a:gd name="T2" fmla="*/ 2864 w 3528"/>
                <a:gd name="T3" fmla="*/ 391 h 2474"/>
                <a:gd name="T4" fmla="*/ 2864 w 3528"/>
                <a:gd name="T5" fmla="*/ 130 h 2474"/>
                <a:gd name="T6" fmla="*/ 2734 w 3528"/>
                <a:gd name="T7" fmla="*/ 0 h 2474"/>
                <a:gd name="T8" fmla="*/ 130 w 3528"/>
                <a:gd name="T9" fmla="*/ 0 h 2474"/>
                <a:gd name="T10" fmla="*/ 0 w 3528"/>
                <a:gd name="T11" fmla="*/ 130 h 2474"/>
                <a:gd name="T12" fmla="*/ 0 w 3528"/>
                <a:gd name="T13" fmla="*/ 521 h 2474"/>
                <a:gd name="T14" fmla="*/ 130 w 3528"/>
                <a:gd name="T15" fmla="*/ 651 h 2474"/>
                <a:gd name="T16" fmla="*/ 261 w 3528"/>
                <a:gd name="T17" fmla="*/ 521 h 2474"/>
                <a:gd name="T18" fmla="*/ 261 w 3528"/>
                <a:gd name="T19" fmla="*/ 261 h 2474"/>
                <a:gd name="T20" fmla="*/ 2604 w 3528"/>
                <a:gd name="T21" fmla="*/ 261 h 2474"/>
                <a:gd name="T22" fmla="*/ 2604 w 3528"/>
                <a:gd name="T23" fmla="*/ 1042 h 2474"/>
                <a:gd name="T24" fmla="*/ 1432 w 3528"/>
                <a:gd name="T25" fmla="*/ 2213 h 2474"/>
                <a:gd name="T26" fmla="*/ 1302 w 3528"/>
                <a:gd name="T27" fmla="*/ 2344 h 2474"/>
                <a:gd name="T28" fmla="*/ 1432 w 3528"/>
                <a:gd name="T29" fmla="*/ 2474 h 2474"/>
                <a:gd name="T30" fmla="*/ 2711 w 3528"/>
                <a:gd name="T31" fmla="*/ 1686 h 2474"/>
                <a:gd name="T32" fmla="*/ 2881 w 3528"/>
                <a:gd name="T33" fmla="*/ 1686 h 2474"/>
                <a:gd name="T34" fmla="*/ 3528 w 3528"/>
                <a:gd name="T35" fmla="*/ 1038 h 2474"/>
                <a:gd name="T36" fmla="*/ 2881 w 3528"/>
                <a:gd name="T37" fmla="*/ 391 h 2474"/>
                <a:gd name="T38" fmla="*/ 2881 w 3528"/>
                <a:gd name="T39" fmla="*/ 1426 h 2474"/>
                <a:gd name="T40" fmla="*/ 2812 w 3528"/>
                <a:gd name="T41" fmla="*/ 1426 h 2474"/>
                <a:gd name="T42" fmla="*/ 2864 w 3528"/>
                <a:gd name="T43" fmla="*/ 1042 h 2474"/>
                <a:gd name="T44" fmla="*/ 2864 w 3528"/>
                <a:gd name="T45" fmla="*/ 651 h 2474"/>
                <a:gd name="T46" fmla="*/ 2881 w 3528"/>
                <a:gd name="T47" fmla="*/ 651 h 2474"/>
                <a:gd name="T48" fmla="*/ 3268 w 3528"/>
                <a:gd name="T49" fmla="*/ 1038 h 2474"/>
                <a:gd name="T50" fmla="*/ 2881 w 3528"/>
                <a:gd name="T51" fmla="*/ 1426 h 2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28" h="2474">
                  <a:moveTo>
                    <a:pt x="2881" y="391"/>
                  </a:moveTo>
                  <a:cubicBezTo>
                    <a:pt x="2864" y="391"/>
                    <a:pt x="2864" y="391"/>
                    <a:pt x="2864" y="391"/>
                  </a:cubicBezTo>
                  <a:cubicBezTo>
                    <a:pt x="2864" y="130"/>
                    <a:pt x="2864" y="130"/>
                    <a:pt x="2864" y="130"/>
                  </a:cubicBezTo>
                  <a:cubicBezTo>
                    <a:pt x="2864" y="59"/>
                    <a:pt x="2806" y="0"/>
                    <a:pt x="2734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59" y="0"/>
                    <a:pt x="0" y="59"/>
                    <a:pt x="0" y="13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593"/>
                    <a:pt x="59" y="651"/>
                    <a:pt x="130" y="651"/>
                  </a:cubicBezTo>
                  <a:cubicBezTo>
                    <a:pt x="202" y="651"/>
                    <a:pt x="261" y="593"/>
                    <a:pt x="261" y="521"/>
                  </a:cubicBezTo>
                  <a:cubicBezTo>
                    <a:pt x="261" y="261"/>
                    <a:pt x="261" y="261"/>
                    <a:pt x="261" y="261"/>
                  </a:cubicBezTo>
                  <a:cubicBezTo>
                    <a:pt x="2604" y="261"/>
                    <a:pt x="2604" y="261"/>
                    <a:pt x="2604" y="261"/>
                  </a:cubicBezTo>
                  <a:cubicBezTo>
                    <a:pt x="2604" y="1042"/>
                    <a:pt x="2604" y="1042"/>
                    <a:pt x="2604" y="1042"/>
                  </a:cubicBezTo>
                  <a:cubicBezTo>
                    <a:pt x="2604" y="1688"/>
                    <a:pt x="2078" y="2213"/>
                    <a:pt x="1432" y="2213"/>
                  </a:cubicBezTo>
                  <a:cubicBezTo>
                    <a:pt x="1360" y="2213"/>
                    <a:pt x="1302" y="2272"/>
                    <a:pt x="1302" y="2344"/>
                  </a:cubicBezTo>
                  <a:cubicBezTo>
                    <a:pt x="1302" y="2415"/>
                    <a:pt x="1360" y="2474"/>
                    <a:pt x="1432" y="2474"/>
                  </a:cubicBezTo>
                  <a:cubicBezTo>
                    <a:pt x="1990" y="2474"/>
                    <a:pt x="2475" y="2153"/>
                    <a:pt x="2711" y="1686"/>
                  </a:cubicBezTo>
                  <a:cubicBezTo>
                    <a:pt x="2881" y="1686"/>
                    <a:pt x="2881" y="1686"/>
                    <a:pt x="2881" y="1686"/>
                  </a:cubicBezTo>
                  <a:cubicBezTo>
                    <a:pt x="3238" y="1686"/>
                    <a:pt x="3528" y="1396"/>
                    <a:pt x="3528" y="1038"/>
                  </a:cubicBezTo>
                  <a:cubicBezTo>
                    <a:pt x="3528" y="681"/>
                    <a:pt x="3238" y="391"/>
                    <a:pt x="2881" y="391"/>
                  </a:cubicBezTo>
                  <a:close/>
                  <a:moveTo>
                    <a:pt x="2881" y="1426"/>
                  </a:moveTo>
                  <a:cubicBezTo>
                    <a:pt x="2812" y="1426"/>
                    <a:pt x="2812" y="1426"/>
                    <a:pt x="2812" y="1426"/>
                  </a:cubicBezTo>
                  <a:cubicBezTo>
                    <a:pt x="2846" y="1303"/>
                    <a:pt x="2864" y="1175"/>
                    <a:pt x="2864" y="1042"/>
                  </a:cubicBezTo>
                  <a:cubicBezTo>
                    <a:pt x="2864" y="651"/>
                    <a:pt x="2864" y="651"/>
                    <a:pt x="2864" y="651"/>
                  </a:cubicBezTo>
                  <a:cubicBezTo>
                    <a:pt x="2881" y="651"/>
                    <a:pt x="2881" y="651"/>
                    <a:pt x="2881" y="651"/>
                  </a:cubicBezTo>
                  <a:cubicBezTo>
                    <a:pt x="3094" y="651"/>
                    <a:pt x="3268" y="825"/>
                    <a:pt x="3268" y="1038"/>
                  </a:cubicBezTo>
                  <a:cubicBezTo>
                    <a:pt x="3268" y="1252"/>
                    <a:pt x="3094" y="1426"/>
                    <a:pt x="2881" y="14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4" name="Freeform 126">
              <a:extLst>
                <a:ext uri="{FF2B5EF4-FFF2-40B4-BE49-F238E27FC236}">
                  <a16:creationId xmlns:a16="http://schemas.microsoft.com/office/drawing/2014/main" id="{0E97815F-8B7D-E5E0-AA09-16063CB4A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988" y="1868487"/>
              <a:ext cx="201613" cy="442913"/>
            </a:xfrm>
            <a:custGeom>
              <a:avLst/>
              <a:gdLst>
                <a:gd name="T0" fmla="*/ 177 w 537"/>
                <a:gd name="T1" fmla="*/ 962 h 1184"/>
                <a:gd name="T2" fmla="*/ 177 w 537"/>
                <a:gd name="T3" fmla="*/ 1146 h 1184"/>
                <a:gd name="T4" fmla="*/ 269 w 537"/>
                <a:gd name="T5" fmla="*/ 1184 h 1184"/>
                <a:gd name="T6" fmla="*/ 361 w 537"/>
                <a:gd name="T7" fmla="*/ 1146 h 1184"/>
                <a:gd name="T8" fmla="*/ 361 w 537"/>
                <a:gd name="T9" fmla="*/ 506 h 1184"/>
                <a:gd name="T10" fmla="*/ 361 w 537"/>
                <a:gd name="T11" fmla="*/ 235 h 1184"/>
                <a:gd name="T12" fmla="*/ 361 w 537"/>
                <a:gd name="T13" fmla="*/ 50 h 1184"/>
                <a:gd name="T14" fmla="*/ 177 w 537"/>
                <a:gd name="T15" fmla="*/ 50 h 1184"/>
                <a:gd name="T16" fmla="*/ 177 w 537"/>
                <a:gd name="T17" fmla="*/ 690 h 1184"/>
                <a:gd name="T18" fmla="*/ 177 w 537"/>
                <a:gd name="T19" fmla="*/ 962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7" h="1184">
                  <a:moveTo>
                    <a:pt x="177" y="962"/>
                  </a:moveTo>
                  <a:cubicBezTo>
                    <a:pt x="126" y="1013"/>
                    <a:pt x="126" y="1095"/>
                    <a:pt x="177" y="1146"/>
                  </a:cubicBezTo>
                  <a:cubicBezTo>
                    <a:pt x="202" y="1171"/>
                    <a:pt x="235" y="1184"/>
                    <a:pt x="269" y="1184"/>
                  </a:cubicBezTo>
                  <a:cubicBezTo>
                    <a:pt x="302" y="1184"/>
                    <a:pt x="335" y="1171"/>
                    <a:pt x="361" y="1146"/>
                  </a:cubicBezTo>
                  <a:cubicBezTo>
                    <a:pt x="537" y="969"/>
                    <a:pt x="537" y="682"/>
                    <a:pt x="361" y="506"/>
                  </a:cubicBezTo>
                  <a:cubicBezTo>
                    <a:pt x="286" y="431"/>
                    <a:pt x="286" y="309"/>
                    <a:pt x="361" y="235"/>
                  </a:cubicBezTo>
                  <a:cubicBezTo>
                    <a:pt x="412" y="184"/>
                    <a:pt x="412" y="101"/>
                    <a:pt x="361" y="50"/>
                  </a:cubicBezTo>
                  <a:cubicBezTo>
                    <a:pt x="310" y="0"/>
                    <a:pt x="228" y="0"/>
                    <a:pt x="177" y="50"/>
                  </a:cubicBezTo>
                  <a:cubicBezTo>
                    <a:pt x="0" y="227"/>
                    <a:pt x="0" y="514"/>
                    <a:pt x="177" y="690"/>
                  </a:cubicBezTo>
                  <a:cubicBezTo>
                    <a:pt x="252" y="765"/>
                    <a:pt x="252" y="887"/>
                    <a:pt x="177" y="9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5" name="Freeform 127">
              <a:extLst>
                <a:ext uri="{FF2B5EF4-FFF2-40B4-BE49-F238E27FC236}">
                  <a16:creationId xmlns:a16="http://schemas.microsoft.com/office/drawing/2014/main" id="{B93E2DC8-456E-E687-0996-A6442953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1868487"/>
              <a:ext cx="152400" cy="271463"/>
            </a:xfrm>
            <a:custGeom>
              <a:avLst/>
              <a:gdLst>
                <a:gd name="T0" fmla="*/ 268 w 411"/>
                <a:gd name="T1" fmla="*/ 728 h 728"/>
                <a:gd name="T2" fmla="*/ 360 w 411"/>
                <a:gd name="T3" fmla="*/ 690 h 728"/>
                <a:gd name="T4" fmla="*/ 360 w 411"/>
                <a:gd name="T5" fmla="*/ 506 h 728"/>
                <a:gd name="T6" fmla="*/ 360 w 411"/>
                <a:gd name="T7" fmla="*/ 235 h 728"/>
                <a:gd name="T8" fmla="*/ 360 w 411"/>
                <a:gd name="T9" fmla="*/ 50 h 728"/>
                <a:gd name="T10" fmla="*/ 176 w 411"/>
                <a:gd name="T11" fmla="*/ 50 h 728"/>
                <a:gd name="T12" fmla="*/ 176 w 411"/>
                <a:gd name="T13" fmla="*/ 690 h 728"/>
                <a:gd name="T14" fmla="*/ 268 w 411"/>
                <a:gd name="T15" fmla="*/ 72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1" h="728">
                  <a:moveTo>
                    <a:pt x="268" y="728"/>
                  </a:moveTo>
                  <a:cubicBezTo>
                    <a:pt x="301" y="728"/>
                    <a:pt x="335" y="716"/>
                    <a:pt x="360" y="690"/>
                  </a:cubicBezTo>
                  <a:cubicBezTo>
                    <a:pt x="411" y="639"/>
                    <a:pt x="411" y="557"/>
                    <a:pt x="360" y="506"/>
                  </a:cubicBezTo>
                  <a:cubicBezTo>
                    <a:pt x="285" y="431"/>
                    <a:pt x="285" y="309"/>
                    <a:pt x="360" y="235"/>
                  </a:cubicBezTo>
                  <a:cubicBezTo>
                    <a:pt x="411" y="184"/>
                    <a:pt x="411" y="101"/>
                    <a:pt x="360" y="50"/>
                  </a:cubicBezTo>
                  <a:cubicBezTo>
                    <a:pt x="309" y="0"/>
                    <a:pt x="227" y="0"/>
                    <a:pt x="176" y="50"/>
                  </a:cubicBezTo>
                  <a:cubicBezTo>
                    <a:pt x="0" y="227"/>
                    <a:pt x="0" y="514"/>
                    <a:pt x="176" y="690"/>
                  </a:cubicBezTo>
                  <a:cubicBezTo>
                    <a:pt x="201" y="716"/>
                    <a:pt x="235" y="728"/>
                    <a:pt x="268" y="7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23B6B6CC-C2E2-A3F3-2340-3504822EA6EA}"/>
              </a:ext>
            </a:extLst>
          </p:cNvPr>
          <p:cNvGrpSpPr/>
          <p:nvPr userDrawn="1"/>
        </p:nvGrpSpPr>
        <p:grpSpPr>
          <a:xfrm>
            <a:off x="2680758" y="8440272"/>
            <a:ext cx="709571" cy="1105245"/>
            <a:chOff x="5402263" y="5319713"/>
            <a:chExt cx="936626" cy="1458912"/>
          </a:xfrm>
          <a:solidFill>
            <a:schemeClr val="tx1"/>
          </a:solidFill>
        </p:grpSpPr>
        <p:sp>
          <p:nvSpPr>
            <p:cNvPr id="87" name="Oval 228">
              <a:extLst>
                <a:ext uri="{FF2B5EF4-FFF2-40B4-BE49-F238E27FC236}">
                  <a16:creationId xmlns:a16="http://schemas.microsoft.com/office/drawing/2014/main" id="{FFB2FAFB-9E4D-99FA-8944-08C2D9798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9776" y="6675438"/>
              <a:ext cx="103188" cy="1031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8" name="Freeform 229">
              <a:extLst>
                <a:ext uri="{FF2B5EF4-FFF2-40B4-BE49-F238E27FC236}">
                  <a16:creationId xmlns:a16="http://schemas.microsoft.com/office/drawing/2014/main" id="{8A70F335-4204-3EC2-FDC8-2484DB4F6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1" y="5438775"/>
              <a:ext cx="515938" cy="1147762"/>
            </a:xfrm>
            <a:custGeom>
              <a:avLst/>
              <a:gdLst>
                <a:gd name="T0" fmla="*/ 131 w 1432"/>
                <a:gd name="T1" fmla="*/ 3184 h 3184"/>
                <a:gd name="T2" fmla="*/ 0 w 1432"/>
                <a:gd name="T3" fmla="*/ 3054 h 3184"/>
                <a:gd name="T4" fmla="*/ 0 w 1432"/>
                <a:gd name="T5" fmla="*/ 2143 h 3184"/>
                <a:gd name="T6" fmla="*/ 131 w 1432"/>
                <a:gd name="T7" fmla="*/ 2013 h 3184"/>
                <a:gd name="T8" fmla="*/ 1172 w 1432"/>
                <a:gd name="T9" fmla="*/ 971 h 3184"/>
                <a:gd name="T10" fmla="*/ 867 w 1432"/>
                <a:gd name="T11" fmla="*/ 235 h 3184"/>
                <a:gd name="T12" fmla="*/ 867 w 1432"/>
                <a:gd name="T13" fmla="*/ 51 h 3184"/>
                <a:gd name="T14" fmla="*/ 1051 w 1432"/>
                <a:gd name="T15" fmla="*/ 51 h 3184"/>
                <a:gd name="T16" fmla="*/ 1432 w 1432"/>
                <a:gd name="T17" fmla="*/ 971 h 3184"/>
                <a:gd name="T18" fmla="*/ 261 w 1432"/>
                <a:gd name="T19" fmla="*/ 2266 h 3184"/>
                <a:gd name="T20" fmla="*/ 261 w 1432"/>
                <a:gd name="T21" fmla="*/ 3054 h 3184"/>
                <a:gd name="T22" fmla="*/ 131 w 1432"/>
                <a:gd name="T23" fmla="*/ 3184 h 3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32" h="3184">
                  <a:moveTo>
                    <a:pt x="131" y="3184"/>
                  </a:moveTo>
                  <a:cubicBezTo>
                    <a:pt x="59" y="3184"/>
                    <a:pt x="0" y="3126"/>
                    <a:pt x="0" y="3054"/>
                  </a:cubicBezTo>
                  <a:cubicBezTo>
                    <a:pt x="0" y="2143"/>
                    <a:pt x="0" y="2143"/>
                    <a:pt x="0" y="2143"/>
                  </a:cubicBezTo>
                  <a:cubicBezTo>
                    <a:pt x="0" y="2071"/>
                    <a:pt x="59" y="2013"/>
                    <a:pt x="131" y="2013"/>
                  </a:cubicBezTo>
                  <a:cubicBezTo>
                    <a:pt x="705" y="2013"/>
                    <a:pt x="1172" y="1545"/>
                    <a:pt x="1172" y="971"/>
                  </a:cubicBezTo>
                  <a:cubicBezTo>
                    <a:pt x="1172" y="693"/>
                    <a:pt x="1064" y="431"/>
                    <a:pt x="867" y="235"/>
                  </a:cubicBezTo>
                  <a:cubicBezTo>
                    <a:pt x="816" y="184"/>
                    <a:pt x="816" y="101"/>
                    <a:pt x="867" y="51"/>
                  </a:cubicBezTo>
                  <a:cubicBezTo>
                    <a:pt x="918" y="0"/>
                    <a:pt x="1000" y="0"/>
                    <a:pt x="1051" y="51"/>
                  </a:cubicBezTo>
                  <a:cubicBezTo>
                    <a:pt x="1297" y="297"/>
                    <a:pt x="1432" y="623"/>
                    <a:pt x="1432" y="971"/>
                  </a:cubicBezTo>
                  <a:cubicBezTo>
                    <a:pt x="1432" y="1645"/>
                    <a:pt x="918" y="2201"/>
                    <a:pt x="261" y="2266"/>
                  </a:cubicBezTo>
                  <a:cubicBezTo>
                    <a:pt x="261" y="3054"/>
                    <a:pt x="261" y="3054"/>
                    <a:pt x="261" y="3054"/>
                  </a:cubicBezTo>
                  <a:cubicBezTo>
                    <a:pt x="261" y="3126"/>
                    <a:pt x="203" y="3184"/>
                    <a:pt x="131" y="31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9" name="Freeform 230">
              <a:extLst>
                <a:ext uri="{FF2B5EF4-FFF2-40B4-BE49-F238E27FC236}">
                  <a16:creationId xmlns:a16="http://schemas.microsoft.com/office/drawing/2014/main" id="{93B793EC-9E1A-7C3E-3CF5-A65963BC5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263" y="5319713"/>
              <a:ext cx="515938" cy="515937"/>
            </a:xfrm>
            <a:custGeom>
              <a:avLst/>
              <a:gdLst>
                <a:gd name="T0" fmla="*/ 130 w 1432"/>
                <a:gd name="T1" fmla="*/ 1432 h 1432"/>
                <a:gd name="T2" fmla="*/ 0 w 1432"/>
                <a:gd name="T3" fmla="*/ 1302 h 1432"/>
                <a:gd name="T4" fmla="*/ 1302 w 1432"/>
                <a:gd name="T5" fmla="*/ 0 h 1432"/>
                <a:gd name="T6" fmla="*/ 1432 w 1432"/>
                <a:gd name="T7" fmla="*/ 131 h 1432"/>
                <a:gd name="T8" fmla="*/ 1302 w 1432"/>
                <a:gd name="T9" fmla="*/ 261 h 1432"/>
                <a:gd name="T10" fmla="*/ 260 w 1432"/>
                <a:gd name="T11" fmla="*/ 1302 h 1432"/>
                <a:gd name="T12" fmla="*/ 130 w 1432"/>
                <a:gd name="T13" fmla="*/ 1432 h 1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2" h="1432">
                  <a:moveTo>
                    <a:pt x="130" y="1432"/>
                  </a:moveTo>
                  <a:cubicBezTo>
                    <a:pt x="58" y="1432"/>
                    <a:pt x="0" y="1374"/>
                    <a:pt x="0" y="1302"/>
                  </a:cubicBezTo>
                  <a:cubicBezTo>
                    <a:pt x="0" y="584"/>
                    <a:pt x="584" y="0"/>
                    <a:pt x="1302" y="0"/>
                  </a:cubicBezTo>
                  <a:cubicBezTo>
                    <a:pt x="1374" y="0"/>
                    <a:pt x="1432" y="59"/>
                    <a:pt x="1432" y="131"/>
                  </a:cubicBezTo>
                  <a:cubicBezTo>
                    <a:pt x="1432" y="202"/>
                    <a:pt x="1374" y="261"/>
                    <a:pt x="1302" y="261"/>
                  </a:cubicBezTo>
                  <a:cubicBezTo>
                    <a:pt x="727" y="261"/>
                    <a:pt x="260" y="728"/>
                    <a:pt x="260" y="1302"/>
                  </a:cubicBezTo>
                  <a:cubicBezTo>
                    <a:pt x="260" y="1374"/>
                    <a:pt x="202" y="1432"/>
                    <a:pt x="130" y="14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4638C84-66DB-CD3F-5CA1-835B8E694DA0}"/>
              </a:ext>
            </a:extLst>
          </p:cNvPr>
          <p:cNvGrpSpPr/>
          <p:nvPr userDrawn="1"/>
        </p:nvGrpSpPr>
        <p:grpSpPr>
          <a:xfrm>
            <a:off x="4150865" y="8477653"/>
            <a:ext cx="1127683" cy="1022033"/>
            <a:chOff x="219075" y="3613150"/>
            <a:chExt cx="1609725" cy="1458913"/>
          </a:xfrm>
          <a:solidFill>
            <a:schemeClr val="tx1"/>
          </a:solidFill>
        </p:grpSpPr>
        <p:sp>
          <p:nvSpPr>
            <p:cNvPr id="91" name="Freeform 167">
              <a:extLst>
                <a:ext uri="{FF2B5EF4-FFF2-40B4-BE49-F238E27FC236}">
                  <a16:creationId xmlns:a16="http://schemas.microsoft.com/office/drawing/2014/main" id="{174001DA-3847-9B43-976F-B51F3FA4E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id="{A146BBE6-3930-9FC5-F057-86A84D32C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93" name="TextBox 7">
            <a:extLst>
              <a:ext uri="{FF2B5EF4-FFF2-40B4-BE49-F238E27FC236}">
                <a16:creationId xmlns:a16="http://schemas.microsoft.com/office/drawing/2014/main" id="{00576D96-2C13-CD64-9F07-716CAC7616C3}"/>
              </a:ext>
            </a:extLst>
          </p:cNvPr>
          <p:cNvSpPr txBox="1"/>
          <p:nvPr userDrawn="1"/>
        </p:nvSpPr>
        <p:spPr>
          <a:xfrm>
            <a:off x="813083" y="3194986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Print</a:t>
            </a:r>
          </a:p>
        </p:txBody>
      </p:sp>
      <p:sp>
        <p:nvSpPr>
          <p:cNvPr id="94" name="TextBox 7">
            <a:extLst>
              <a:ext uri="{FF2B5EF4-FFF2-40B4-BE49-F238E27FC236}">
                <a16:creationId xmlns:a16="http://schemas.microsoft.com/office/drawing/2014/main" id="{F85FECA5-6D60-8624-58FD-A235C0E04C59}"/>
              </a:ext>
            </a:extLst>
          </p:cNvPr>
          <p:cNvSpPr txBox="1"/>
          <p:nvPr userDrawn="1"/>
        </p:nvSpPr>
        <p:spPr>
          <a:xfrm>
            <a:off x="2087216" y="3194986"/>
            <a:ext cx="18966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Verlag/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Verlagsservice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4E7BB0C8-6552-A0FA-9F5D-A35F3F19CE74}"/>
              </a:ext>
            </a:extLst>
          </p:cNvPr>
          <p:cNvSpPr txBox="1"/>
          <p:nvPr userDrawn="1"/>
        </p:nvSpPr>
        <p:spPr>
          <a:xfrm>
            <a:off x="4149447" y="3194986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</a:t>
            </a:r>
          </a:p>
        </p:txBody>
      </p:sp>
      <p:sp>
        <p:nvSpPr>
          <p:cNvPr id="96" name="TextBox 7">
            <a:extLst>
              <a:ext uri="{FF2B5EF4-FFF2-40B4-BE49-F238E27FC236}">
                <a16:creationId xmlns:a16="http://schemas.microsoft.com/office/drawing/2014/main" id="{19B46B4B-C6D0-713C-0029-1B7B0DA4D72F}"/>
              </a:ext>
            </a:extLst>
          </p:cNvPr>
          <p:cNvSpPr txBox="1"/>
          <p:nvPr userDrawn="1"/>
        </p:nvSpPr>
        <p:spPr>
          <a:xfrm>
            <a:off x="5490055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Stellensuche</a:t>
            </a:r>
          </a:p>
        </p:txBody>
      </p:sp>
      <p:sp>
        <p:nvSpPr>
          <p:cNvPr id="97" name="TextBox 7">
            <a:extLst>
              <a:ext uri="{FF2B5EF4-FFF2-40B4-BE49-F238E27FC236}">
                <a16:creationId xmlns:a16="http://schemas.microsoft.com/office/drawing/2014/main" id="{71F8B588-46F9-B540-114C-8AAFA74FC384}"/>
              </a:ext>
            </a:extLst>
          </p:cNvPr>
          <p:cNvSpPr txBox="1"/>
          <p:nvPr userDrawn="1"/>
        </p:nvSpPr>
        <p:spPr>
          <a:xfrm>
            <a:off x="7145295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Kontakt</a:t>
            </a:r>
          </a:p>
        </p:txBody>
      </p:sp>
      <p:sp>
        <p:nvSpPr>
          <p:cNvPr id="98" name="TextBox 7">
            <a:extLst>
              <a:ext uri="{FF2B5EF4-FFF2-40B4-BE49-F238E27FC236}">
                <a16:creationId xmlns:a16="http://schemas.microsoft.com/office/drawing/2014/main" id="{D532297F-0C2E-8E23-BF85-8CBE3C116C2E}"/>
              </a:ext>
            </a:extLst>
          </p:cNvPr>
          <p:cNvSpPr txBox="1"/>
          <p:nvPr userDrawn="1"/>
        </p:nvSpPr>
        <p:spPr>
          <a:xfrm>
            <a:off x="8934872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Dokument</a:t>
            </a:r>
          </a:p>
        </p:txBody>
      </p:sp>
      <p:sp>
        <p:nvSpPr>
          <p:cNvPr id="99" name="TextBox 7">
            <a:extLst>
              <a:ext uri="{FF2B5EF4-FFF2-40B4-BE49-F238E27FC236}">
                <a16:creationId xmlns:a16="http://schemas.microsoft.com/office/drawing/2014/main" id="{9C18A8D2-EF1F-6271-CF74-76F1081D218B}"/>
              </a:ext>
            </a:extLst>
          </p:cNvPr>
          <p:cNvSpPr txBox="1"/>
          <p:nvPr userDrawn="1"/>
        </p:nvSpPr>
        <p:spPr>
          <a:xfrm>
            <a:off x="10646452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«Schliessen»</a:t>
            </a:r>
          </a:p>
        </p:txBody>
      </p:sp>
      <p:sp>
        <p:nvSpPr>
          <p:cNvPr id="100" name="TextBox 7">
            <a:extLst>
              <a:ext uri="{FF2B5EF4-FFF2-40B4-BE49-F238E27FC236}">
                <a16:creationId xmlns:a16="http://schemas.microsoft.com/office/drawing/2014/main" id="{4093DC9D-CEE0-28D0-02EF-70CDBDD388BD}"/>
              </a:ext>
            </a:extLst>
          </p:cNvPr>
          <p:cNvSpPr txBox="1"/>
          <p:nvPr userDrawn="1"/>
        </p:nvSpPr>
        <p:spPr>
          <a:xfrm>
            <a:off x="813083" y="5361851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Pers. Kontakt</a:t>
            </a:r>
          </a:p>
        </p:txBody>
      </p:sp>
      <p:sp>
        <p:nvSpPr>
          <p:cNvPr id="101" name="TextBox 7">
            <a:extLst>
              <a:ext uri="{FF2B5EF4-FFF2-40B4-BE49-F238E27FC236}">
                <a16:creationId xmlns:a16="http://schemas.microsoft.com/office/drawing/2014/main" id="{453E4792-514D-ED4A-1DD2-856A6A9FFEDB}"/>
              </a:ext>
            </a:extLst>
          </p:cNvPr>
          <p:cNvSpPr txBox="1"/>
          <p:nvPr userDrawn="1"/>
        </p:nvSpPr>
        <p:spPr>
          <a:xfrm>
            <a:off x="2303116" y="5361851"/>
            <a:ext cx="14648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Factsheet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02" name="TextBox 7">
            <a:extLst>
              <a:ext uri="{FF2B5EF4-FFF2-40B4-BE49-F238E27FC236}">
                <a16:creationId xmlns:a16="http://schemas.microsoft.com/office/drawing/2014/main" id="{DA12ED40-735E-E9A2-0E76-8753BDF464FE}"/>
              </a:ext>
            </a:extLst>
          </p:cNvPr>
          <p:cNvSpPr txBox="1"/>
          <p:nvPr userDrawn="1"/>
        </p:nvSpPr>
        <p:spPr>
          <a:xfrm>
            <a:off x="4048952" y="5361851"/>
            <a:ext cx="13315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Angebotspalette</a:t>
            </a:r>
          </a:p>
        </p:txBody>
      </p:sp>
      <p:sp>
        <p:nvSpPr>
          <p:cNvPr id="103" name="TextBox 7">
            <a:extLst>
              <a:ext uri="{FF2B5EF4-FFF2-40B4-BE49-F238E27FC236}">
                <a16:creationId xmlns:a16="http://schemas.microsoft.com/office/drawing/2014/main" id="{A5CAF623-8C73-0E42-2F8C-D6720004B8CB}"/>
              </a:ext>
            </a:extLst>
          </p:cNvPr>
          <p:cNvSpPr txBox="1"/>
          <p:nvPr userDrawn="1"/>
        </p:nvSpPr>
        <p:spPr>
          <a:xfrm>
            <a:off x="5490055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Steigerung</a:t>
            </a:r>
          </a:p>
        </p:txBody>
      </p:sp>
      <p:sp>
        <p:nvSpPr>
          <p:cNvPr id="104" name="TextBox 7">
            <a:extLst>
              <a:ext uri="{FF2B5EF4-FFF2-40B4-BE49-F238E27FC236}">
                <a16:creationId xmlns:a16="http://schemas.microsoft.com/office/drawing/2014/main" id="{77E870C1-B305-525A-284A-ABAF065B43B0}"/>
              </a:ext>
            </a:extLst>
          </p:cNvPr>
          <p:cNvSpPr txBox="1"/>
          <p:nvPr userDrawn="1"/>
        </p:nvSpPr>
        <p:spPr>
          <a:xfrm>
            <a:off x="10816940" y="5361851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Publikationssystem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05" name="TextBox 7">
            <a:extLst>
              <a:ext uri="{FF2B5EF4-FFF2-40B4-BE49-F238E27FC236}">
                <a16:creationId xmlns:a16="http://schemas.microsoft.com/office/drawing/2014/main" id="{84E584B6-6927-EE4A-8736-681CDAA986D2}"/>
              </a:ext>
            </a:extLst>
          </p:cNvPr>
          <p:cNvSpPr txBox="1"/>
          <p:nvPr userDrawn="1"/>
        </p:nvSpPr>
        <p:spPr>
          <a:xfrm>
            <a:off x="15687398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Referenzen</a:t>
            </a:r>
          </a:p>
        </p:txBody>
      </p:sp>
      <p:sp>
        <p:nvSpPr>
          <p:cNvPr id="106" name="TextBox 7">
            <a:extLst>
              <a:ext uri="{FF2B5EF4-FFF2-40B4-BE49-F238E27FC236}">
                <a16:creationId xmlns:a16="http://schemas.microsoft.com/office/drawing/2014/main" id="{B849D0B1-7020-9005-C6DF-DEBEFE27BF40}"/>
              </a:ext>
            </a:extLst>
          </p:cNvPr>
          <p:cNvSpPr txBox="1"/>
          <p:nvPr userDrawn="1"/>
        </p:nvSpPr>
        <p:spPr>
          <a:xfrm>
            <a:off x="12420980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Auszeichnung</a:t>
            </a:r>
          </a:p>
        </p:txBody>
      </p:sp>
      <p:sp>
        <p:nvSpPr>
          <p:cNvPr id="107" name="TextBox 7">
            <a:extLst>
              <a:ext uri="{FF2B5EF4-FFF2-40B4-BE49-F238E27FC236}">
                <a16:creationId xmlns:a16="http://schemas.microsoft.com/office/drawing/2014/main" id="{3E4D7C2A-A281-C886-154F-A82E09387113}"/>
              </a:ext>
            </a:extLst>
          </p:cNvPr>
          <p:cNvSpPr txBox="1"/>
          <p:nvPr userDrawn="1"/>
        </p:nvSpPr>
        <p:spPr>
          <a:xfrm>
            <a:off x="813083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Feedback</a:t>
            </a:r>
          </a:p>
        </p:txBody>
      </p:sp>
      <p:sp>
        <p:nvSpPr>
          <p:cNvPr id="108" name="TextBox 7">
            <a:extLst>
              <a:ext uri="{FF2B5EF4-FFF2-40B4-BE49-F238E27FC236}">
                <a16:creationId xmlns:a16="http://schemas.microsoft.com/office/drawing/2014/main" id="{7361892D-F59B-4A08-0E1A-BF7CB746BC82}"/>
              </a:ext>
            </a:extLst>
          </p:cNvPr>
          <p:cNvSpPr txBox="1"/>
          <p:nvPr userDrawn="1"/>
        </p:nvSpPr>
        <p:spPr>
          <a:xfrm>
            <a:off x="15991093" y="5361851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Unser Team</a:t>
            </a:r>
          </a:p>
        </p:txBody>
      </p:sp>
      <p:sp>
        <p:nvSpPr>
          <p:cNvPr id="109" name="TextBox 7">
            <a:extLst>
              <a:ext uri="{FF2B5EF4-FFF2-40B4-BE49-F238E27FC236}">
                <a16:creationId xmlns:a16="http://schemas.microsoft.com/office/drawing/2014/main" id="{585B6847-3B37-2161-5EF0-2ED450892C4F}"/>
              </a:ext>
            </a:extLst>
          </p:cNvPr>
          <p:cNvSpPr txBox="1"/>
          <p:nvPr userDrawn="1"/>
        </p:nvSpPr>
        <p:spPr>
          <a:xfrm>
            <a:off x="4149447" y="7518848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officeatwork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10" name="TextBox 7">
            <a:extLst>
              <a:ext uri="{FF2B5EF4-FFF2-40B4-BE49-F238E27FC236}">
                <a16:creationId xmlns:a16="http://schemas.microsoft.com/office/drawing/2014/main" id="{A4E9F27B-EC3A-4A8D-EF4D-3BD7C8D2E324}"/>
              </a:ext>
            </a:extLst>
          </p:cNvPr>
          <p:cNvSpPr txBox="1"/>
          <p:nvPr userDrawn="1"/>
        </p:nvSpPr>
        <p:spPr>
          <a:xfrm>
            <a:off x="5490055" y="7518848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11" name="TextBox 7">
            <a:extLst>
              <a:ext uri="{FF2B5EF4-FFF2-40B4-BE49-F238E27FC236}">
                <a16:creationId xmlns:a16="http://schemas.microsoft.com/office/drawing/2014/main" id="{468814A8-5263-FAC3-2193-A6A68DF4481D}"/>
              </a:ext>
            </a:extLst>
          </p:cNvPr>
          <p:cNvSpPr txBox="1"/>
          <p:nvPr userDrawn="1"/>
        </p:nvSpPr>
        <p:spPr>
          <a:xfrm>
            <a:off x="8934872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3497A93A-30CF-01A8-F704-430AAB6C1266}"/>
              </a:ext>
            </a:extLst>
          </p:cNvPr>
          <p:cNvSpPr txBox="1"/>
          <p:nvPr userDrawn="1"/>
        </p:nvSpPr>
        <p:spPr>
          <a:xfrm>
            <a:off x="7145295" y="9652737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 Marketing</a:t>
            </a:r>
          </a:p>
        </p:txBody>
      </p:sp>
      <p:sp>
        <p:nvSpPr>
          <p:cNvPr id="113" name="TextBox 7">
            <a:extLst>
              <a:ext uri="{FF2B5EF4-FFF2-40B4-BE49-F238E27FC236}">
                <a16:creationId xmlns:a16="http://schemas.microsoft.com/office/drawing/2014/main" id="{B2EA6107-85CB-9EBE-448C-CDF766AFAFF4}"/>
              </a:ext>
            </a:extLst>
          </p:cNvPr>
          <p:cNvSpPr txBox="1"/>
          <p:nvPr userDrawn="1"/>
        </p:nvSpPr>
        <p:spPr>
          <a:xfrm>
            <a:off x="8934872" y="9652737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Mobil</a:t>
            </a:r>
          </a:p>
        </p:txBody>
      </p:sp>
      <p:sp>
        <p:nvSpPr>
          <p:cNvPr id="114" name="TextBox 7">
            <a:extLst>
              <a:ext uri="{FF2B5EF4-FFF2-40B4-BE49-F238E27FC236}">
                <a16:creationId xmlns:a16="http://schemas.microsoft.com/office/drawing/2014/main" id="{7862254D-1BFE-35F7-3E9C-84B9CA5B4B98}"/>
              </a:ext>
            </a:extLst>
          </p:cNvPr>
          <p:cNvSpPr txBox="1"/>
          <p:nvPr userDrawn="1"/>
        </p:nvSpPr>
        <p:spPr>
          <a:xfrm>
            <a:off x="2470284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Fragen</a:t>
            </a:r>
          </a:p>
        </p:txBody>
      </p:sp>
      <p:sp>
        <p:nvSpPr>
          <p:cNvPr id="115" name="TextBox 7">
            <a:extLst>
              <a:ext uri="{FF2B5EF4-FFF2-40B4-BE49-F238E27FC236}">
                <a16:creationId xmlns:a16="http://schemas.microsoft.com/office/drawing/2014/main" id="{8807E51C-9C4A-01C8-C289-308C737552C5}"/>
              </a:ext>
            </a:extLst>
          </p:cNvPr>
          <p:cNvSpPr txBox="1"/>
          <p:nvPr userDrawn="1"/>
        </p:nvSpPr>
        <p:spPr>
          <a:xfrm>
            <a:off x="4149447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Diskussion</a:t>
            </a:r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EE45EC17-ABFB-C1A9-D29E-D8088C3464E8}"/>
              </a:ext>
            </a:extLst>
          </p:cNvPr>
          <p:cNvSpPr txBox="1"/>
          <p:nvPr userDrawn="1"/>
        </p:nvSpPr>
        <p:spPr>
          <a:xfrm>
            <a:off x="5793750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Pause</a:t>
            </a:r>
          </a:p>
        </p:txBody>
      </p:sp>
      <p:sp>
        <p:nvSpPr>
          <p:cNvPr id="117" name="TextBox 7">
            <a:extLst>
              <a:ext uri="{FF2B5EF4-FFF2-40B4-BE49-F238E27FC236}">
                <a16:creationId xmlns:a16="http://schemas.microsoft.com/office/drawing/2014/main" id="{14463D3B-E0EE-3192-200C-84F47E073A77}"/>
              </a:ext>
            </a:extLst>
          </p:cNvPr>
          <p:cNvSpPr txBox="1"/>
          <p:nvPr userDrawn="1"/>
        </p:nvSpPr>
        <p:spPr>
          <a:xfrm>
            <a:off x="14074922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Standort</a:t>
            </a:r>
          </a:p>
        </p:txBody>
      </p:sp>
      <p:sp>
        <p:nvSpPr>
          <p:cNvPr id="118" name="TextBox 7">
            <a:extLst>
              <a:ext uri="{FF2B5EF4-FFF2-40B4-BE49-F238E27FC236}">
                <a16:creationId xmlns:a16="http://schemas.microsoft.com/office/drawing/2014/main" id="{4A12DB51-ED40-BA4D-5239-1F07D57002E1}"/>
              </a:ext>
            </a:extLst>
          </p:cNvPr>
          <p:cNvSpPr txBox="1"/>
          <p:nvPr userDrawn="1"/>
        </p:nvSpPr>
        <p:spPr>
          <a:xfrm>
            <a:off x="7145295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Reduktion</a:t>
            </a:r>
          </a:p>
        </p:txBody>
      </p:sp>
      <p:sp>
        <p:nvSpPr>
          <p:cNvPr id="119" name="Freeform 131">
            <a:extLst>
              <a:ext uri="{FF2B5EF4-FFF2-40B4-BE49-F238E27FC236}">
                <a16:creationId xmlns:a16="http://schemas.microsoft.com/office/drawing/2014/main" id="{24273ABA-3475-BDE9-1180-DA649473FEF3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7713721" y="4058369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2B27E579-0D72-4ADA-BD4E-336FE7C2AD4A}"/>
              </a:ext>
            </a:extLst>
          </p:cNvPr>
          <p:cNvSpPr txBox="1"/>
          <p:nvPr userDrawn="1"/>
        </p:nvSpPr>
        <p:spPr>
          <a:xfrm>
            <a:off x="9105360" y="5361851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In-/Output-</a:t>
            </a:r>
            <a:r>
              <a:rPr lang="de-DE" sz="1200" dirty="0" err="1">
                <a:solidFill>
                  <a:schemeClr val="accent1"/>
                </a:solidFill>
              </a:rPr>
              <a:t>Kannäle</a:t>
            </a:r>
            <a:endParaRPr lang="de-DE" sz="1200" dirty="0">
              <a:solidFill>
                <a:schemeClr val="accent1"/>
              </a:solidFill>
            </a:endParaRP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00700E45-6637-D102-D6A5-0442F91DE486}"/>
              </a:ext>
            </a:extLst>
          </p:cNvPr>
          <p:cNvGrpSpPr/>
          <p:nvPr userDrawn="1"/>
        </p:nvGrpSpPr>
        <p:grpSpPr>
          <a:xfrm>
            <a:off x="9246279" y="4056101"/>
            <a:ext cx="1115094" cy="1115094"/>
            <a:chOff x="1943100" y="239713"/>
            <a:chExt cx="4927600" cy="4927600"/>
          </a:xfrm>
        </p:grpSpPr>
        <p:sp>
          <p:nvSpPr>
            <p:cNvPr id="122" name="Freeform 8">
              <a:extLst>
                <a:ext uri="{FF2B5EF4-FFF2-40B4-BE49-F238E27FC236}">
                  <a16:creationId xmlns:a16="http://schemas.microsoft.com/office/drawing/2014/main" id="{305B019F-61D5-FEC8-85B4-C05996104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3" y="971551"/>
              <a:ext cx="3105150" cy="1730375"/>
            </a:xfrm>
            <a:custGeom>
              <a:avLst/>
              <a:gdLst>
                <a:gd name="T0" fmla="*/ 1064 w 1108"/>
                <a:gd name="T1" fmla="*/ 180 h 617"/>
                <a:gd name="T2" fmla="*/ 1108 w 1108"/>
                <a:gd name="T3" fmla="*/ 225 h 617"/>
                <a:gd name="T4" fmla="*/ 1108 w 1108"/>
                <a:gd name="T5" fmla="*/ 446 h 617"/>
                <a:gd name="T6" fmla="*/ 1064 w 1108"/>
                <a:gd name="T7" fmla="*/ 490 h 617"/>
                <a:gd name="T8" fmla="*/ 709 w 1108"/>
                <a:gd name="T9" fmla="*/ 490 h 617"/>
                <a:gd name="T10" fmla="*/ 665 w 1108"/>
                <a:gd name="T11" fmla="*/ 446 h 617"/>
                <a:gd name="T12" fmla="*/ 709 w 1108"/>
                <a:gd name="T13" fmla="*/ 402 h 617"/>
                <a:gd name="T14" fmla="*/ 1020 w 1108"/>
                <a:gd name="T15" fmla="*/ 402 h 617"/>
                <a:gd name="T16" fmla="*/ 1020 w 1108"/>
                <a:gd name="T17" fmla="*/ 269 h 617"/>
                <a:gd name="T18" fmla="*/ 488 w 1108"/>
                <a:gd name="T19" fmla="*/ 269 h 617"/>
                <a:gd name="T20" fmla="*/ 444 w 1108"/>
                <a:gd name="T21" fmla="*/ 225 h 617"/>
                <a:gd name="T22" fmla="*/ 444 w 1108"/>
                <a:gd name="T23" fmla="*/ 129 h 617"/>
                <a:gd name="T24" fmla="*/ 125 w 1108"/>
                <a:gd name="T25" fmla="*/ 336 h 617"/>
                <a:gd name="T26" fmla="*/ 440 w 1108"/>
                <a:gd name="T27" fmla="*/ 536 h 617"/>
                <a:gd name="T28" fmla="*/ 453 w 1108"/>
                <a:gd name="T29" fmla="*/ 597 h 617"/>
                <a:gd name="T30" fmla="*/ 416 w 1108"/>
                <a:gd name="T31" fmla="*/ 617 h 617"/>
                <a:gd name="T32" fmla="*/ 391 w 1108"/>
                <a:gd name="T33" fmla="*/ 610 h 617"/>
                <a:gd name="T34" fmla="*/ 20 w 1108"/>
                <a:gd name="T35" fmla="*/ 372 h 617"/>
                <a:gd name="T36" fmla="*/ 0 w 1108"/>
                <a:gd name="T37" fmla="*/ 335 h 617"/>
                <a:gd name="T38" fmla="*/ 20 w 1108"/>
                <a:gd name="T39" fmla="*/ 298 h 617"/>
                <a:gd name="T40" fmla="*/ 464 w 1108"/>
                <a:gd name="T41" fmla="*/ 10 h 617"/>
                <a:gd name="T42" fmla="*/ 509 w 1108"/>
                <a:gd name="T43" fmla="*/ 8 h 617"/>
                <a:gd name="T44" fmla="*/ 532 w 1108"/>
                <a:gd name="T45" fmla="*/ 47 h 617"/>
                <a:gd name="T46" fmla="*/ 532 w 1108"/>
                <a:gd name="T47" fmla="*/ 180 h 617"/>
                <a:gd name="T48" fmla="*/ 1064 w 1108"/>
                <a:gd name="T49" fmla="*/ 180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7">
                  <a:moveTo>
                    <a:pt x="1064" y="180"/>
                  </a:moveTo>
                  <a:cubicBezTo>
                    <a:pt x="1088" y="180"/>
                    <a:pt x="1108" y="200"/>
                    <a:pt x="1108" y="225"/>
                  </a:cubicBezTo>
                  <a:cubicBezTo>
                    <a:pt x="1108" y="446"/>
                    <a:pt x="1108" y="446"/>
                    <a:pt x="1108" y="446"/>
                  </a:cubicBezTo>
                  <a:cubicBezTo>
                    <a:pt x="1108" y="470"/>
                    <a:pt x="1088" y="490"/>
                    <a:pt x="1064" y="490"/>
                  </a:cubicBezTo>
                  <a:cubicBezTo>
                    <a:pt x="709" y="490"/>
                    <a:pt x="709" y="490"/>
                    <a:pt x="709" y="490"/>
                  </a:cubicBezTo>
                  <a:cubicBezTo>
                    <a:pt x="685" y="490"/>
                    <a:pt x="665" y="470"/>
                    <a:pt x="665" y="446"/>
                  </a:cubicBezTo>
                  <a:cubicBezTo>
                    <a:pt x="665" y="421"/>
                    <a:pt x="685" y="402"/>
                    <a:pt x="709" y="402"/>
                  </a:cubicBezTo>
                  <a:cubicBezTo>
                    <a:pt x="1020" y="402"/>
                    <a:pt x="1020" y="402"/>
                    <a:pt x="1020" y="402"/>
                  </a:cubicBezTo>
                  <a:cubicBezTo>
                    <a:pt x="1020" y="269"/>
                    <a:pt x="1020" y="269"/>
                    <a:pt x="1020" y="269"/>
                  </a:cubicBezTo>
                  <a:cubicBezTo>
                    <a:pt x="488" y="269"/>
                    <a:pt x="488" y="269"/>
                    <a:pt x="488" y="269"/>
                  </a:cubicBezTo>
                  <a:cubicBezTo>
                    <a:pt x="464" y="269"/>
                    <a:pt x="444" y="249"/>
                    <a:pt x="444" y="225"/>
                  </a:cubicBezTo>
                  <a:cubicBezTo>
                    <a:pt x="444" y="129"/>
                    <a:pt x="444" y="129"/>
                    <a:pt x="444" y="129"/>
                  </a:cubicBezTo>
                  <a:cubicBezTo>
                    <a:pt x="125" y="336"/>
                    <a:pt x="125" y="336"/>
                    <a:pt x="125" y="336"/>
                  </a:cubicBezTo>
                  <a:cubicBezTo>
                    <a:pt x="440" y="536"/>
                    <a:pt x="440" y="536"/>
                    <a:pt x="440" y="536"/>
                  </a:cubicBezTo>
                  <a:cubicBezTo>
                    <a:pt x="461" y="549"/>
                    <a:pt x="466" y="577"/>
                    <a:pt x="453" y="597"/>
                  </a:cubicBezTo>
                  <a:cubicBezTo>
                    <a:pt x="444" y="610"/>
                    <a:pt x="430" y="617"/>
                    <a:pt x="416" y="617"/>
                  </a:cubicBezTo>
                  <a:cubicBezTo>
                    <a:pt x="407" y="617"/>
                    <a:pt x="399" y="615"/>
                    <a:pt x="391" y="610"/>
                  </a:cubicBezTo>
                  <a:cubicBezTo>
                    <a:pt x="20" y="372"/>
                    <a:pt x="20" y="372"/>
                    <a:pt x="20" y="372"/>
                  </a:cubicBezTo>
                  <a:cubicBezTo>
                    <a:pt x="8" y="364"/>
                    <a:pt x="0" y="350"/>
                    <a:pt x="0" y="335"/>
                  </a:cubicBezTo>
                  <a:cubicBezTo>
                    <a:pt x="0" y="320"/>
                    <a:pt x="8" y="306"/>
                    <a:pt x="20" y="298"/>
                  </a:cubicBezTo>
                  <a:cubicBezTo>
                    <a:pt x="464" y="10"/>
                    <a:pt x="464" y="10"/>
                    <a:pt x="464" y="10"/>
                  </a:cubicBezTo>
                  <a:cubicBezTo>
                    <a:pt x="478" y="1"/>
                    <a:pt x="495" y="0"/>
                    <a:pt x="509" y="8"/>
                  </a:cubicBezTo>
                  <a:cubicBezTo>
                    <a:pt x="523" y="16"/>
                    <a:pt x="532" y="31"/>
                    <a:pt x="532" y="47"/>
                  </a:cubicBezTo>
                  <a:cubicBezTo>
                    <a:pt x="532" y="180"/>
                    <a:pt x="532" y="180"/>
                    <a:pt x="532" y="180"/>
                  </a:cubicBezTo>
                  <a:lnTo>
                    <a:pt x="1064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042B41D8-3CAE-E1FA-D825-387CC9D7B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3" y="2851151"/>
              <a:ext cx="3105150" cy="1733550"/>
            </a:xfrm>
            <a:custGeom>
              <a:avLst/>
              <a:gdLst>
                <a:gd name="T0" fmla="*/ 1089 w 1108"/>
                <a:gd name="T1" fmla="*/ 249 h 618"/>
                <a:gd name="T2" fmla="*/ 1108 w 1108"/>
                <a:gd name="T3" fmla="*/ 286 h 618"/>
                <a:gd name="T4" fmla="*/ 1088 w 1108"/>
                <a:gd name="T5" fmla="*/ 323 h 618"/>
                <a:gd name="T6" fmla="*/ 645 w 1108"/>
                <a:gd name="T7" fmla="*/ 611 h 618"/>
                <a:gd name="T8" fmla="*/ 620 w 1108"/>
                <a:gd name="T9" fmla="*/ 618 h 618"/>
                <a:gd name="T10" fmla="*/ 599 w 1108"/>
                <a:gd name="T11" fmla="*/ 613 h 618"/>
                <a:gd name="T12" fmla="*/ 576 w 1108"/>
                <a:gd name="T13" fmla="*/ 574 h 618"/>
                <a:gd name="T14" fmla="*/ 576 w 1108"/>
                <a:gd name="T15" fmla="*/ 441 h 618"/>
                <a:gd name="T16" fmla="*/ 45 w 1108"/>
                <a:gd name="T17" fmla="*/ 441 h 618"/>
                <a:gd name="T18" fmla="*/ 0 w 1108"/>
                <a:gd name="T19" fmla="*/ 396 h 618"/>
                <a:gd name="T20" fmla="*/ 0 w 1108"/>
                <a:gd name="T21" fmla="*/ 175 h 618"/>
                <a:gd name="T22" fmla="*/ 45 w 1108"/>
                <a:gd name="T23" fmla="*/ 131 h 618"/>
                <a:gd name="T24" fmla="*/ 399 w 1108"/>
                <a:gd name="T25" fmla="*/ 131 h 618"/>
                <a:gd name="T26" fmla="*/ 443 w 1108"/>
                <a:gd name="T27" fmla="*/ 175 h 618"/>
                <a:gd name="T28" fmla="*/ 399 w 1108"/>
                <a:gd name="T29" fmla="*/ 219 h 618"/>
                <a:gd name="T30" fmla="*/ 89 w 1108"/>
                <a:gd name="T31" fmla="*/ 219 h 618"/>
                <a:gd name="T32" fmla="*/ 89 w 1108"/>
                <a:gd name="T33" fmla="*/ 352 h 618"/>
                <a:gd name="T34" fmla="*/ 620 w 1108"/>
                <a:gd name="T35" fmla="*/ 352 h 618"/>
                <a:gd name="T36" fmla="*/ 665 w 1108"/>
                <a:gd name="T37" fmla="*/ 396 h 618"/>
                <a:gd name="T38" fmla="*/ 665 w 1108"/>
                <a:gd name="T39" fmla="*/ 492 h 618"/>
                <a:gd name="T40" fmla="*/ 983 w 1108"/>
                <a:gd name="T41" fmla="*/ 285 h 618"/>
                <a:gd name="T42" fmla="*/ 666 w 1108"/>
                <a:gd name="T43" fmla="*/ 87 h 618"/>
                <a:gd name="T44" fmla="*/ 654 w 1108"/>
                <a:gd name="T45" fmla="*/ 26 h 618"/>
                <a:gd name="T46" fmla="*/ 715 w 1108"/>
                <a:gd name="T47" fmla="*/ 13 h 618"/>
                <a:gd name="T48" fmla="*/ 1089 w 1108"/>
                <a:gd name="T49" fmla="*/ 249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8">
                  <a:moveTo>
                    <a:pt x="1089" y="249"/>
                  </a:moveTo>
                  <a:cubicBezTo>
                    <a:pt x="1101" y="257"/>
                    <a:pt x="1108" y="271"/>
                    <a:pt x="1108" y="286"/>
                  </a:cubicBezTo>
                  <a:cubicBezTo>
                    <a:pt x="1108" y="301"/>
                    <a:pt x="1101" y="315"/>
                    <a:pt x="1088" y="323"/>
                  </a:cubicBezTo>
                  <a:cubicBezTo>
                    <a:pt x="645" y="611"/>
                    <a:pt x="645" y="611"/>
                    <a:pt x="645" y="611"/>
                  </a:cubicBezTo>
                  <a:cubicBezTo>
                    <a:pt x="637" y="616"/>
                    <a:pt x="629" y="618"/>
                    <a:pt x="620" y="618"/>
                  </a:cubicBezTo>
                  <a:cubicBezTo>
                    <a:pt x="613" y="618"/>
                    <a:pt x="606" y="616"/>
                    <a:pt x="599" y="613"/>
                  </a:cubicBezTo>
                  <a:cubicBezTo>
                    <a:pt x="585" y="605"/>
                    <a:pt x="576" y="590"/>
                    <a:pt x="576" y="574"/>
                  </a:cubicBezTo>
                  <a:cubicBezTo>
                    <a:pt x="576" y="441"/>
                    <a:pt x="576" y="441"/>
                    <a:pt x="576" y="441"/>
                  </a:cubicBezTo>
                  <a:cubicBezTo>
                    <a:pt x="45" y="441"/>
                    <a:pt x="45" y="441"/>
                    <a:pt x="45" y="441"/>
                  </a:cubicBezTo>
                  <a:cubicBezTo>
                    <a:pt x="20" y="441"/>
                    <a:pt x="0" y="421"/>
                    <a:pt x="0" y="396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51"/>
                    <a:pt x="20" y="131"/>
                    <a:pt x="45" y="131"/>
                  </a:cubicBezTo>
                  <a:cubicBezTo>
                    <a:pt x="399" y="131"/>
                    <a:pt x="399" y="131"/>
                    <a:pt x="399" y="131"/>
                  </a:cubicBezTo>
                  <a:cubicBezTo>
                    <a:pt x="424" y="131"/>
                    <a:pt x="443" y="151"/>
                    <a:pt x="443" y="175"/>
                  </a:cubicBezTo>
                  <a:cubicBezTo>
                    <a:pt x="443" y="200"/>
                    <a:pt x="424" y="219"/>
                    <a:pt x="399" y="219"/>
                  </a:cubicBezTo>
                  <a:cubicBezTo>
                    <a:pt x="89" y="219"/>
                    <a:pt x="89" y="219"/>
                    <a:pt x="89" y="219"/>
                  </a:cubicBezTo>
                  <a:cubicBezTo>
                    <a:pt x="89" y="352"/>
                    <a:pt x="89" y="352"/>
                    <a:pt x="89" y="352"/>
                  </a:cubicBezTo>
                  <a:cubicBezTo>
                    <a:pt x="620" y="352"/>
                    <a:pt x="620" y="352"/>
                    <a:pt x="620" y="352"/>
                  </a:cubicBezTo>
                  <a:cubicBezTo>
                    <a:pt x="645" y="352"/>
                    <a:pt x="665" y="372"/>
                    <a:pt x="665" y="396"/>
                  </a:cubicBezTo>
                  <a:cubicBezTo>
                    <a:pt x="665" y="492"/>
                    <a:pt x="665" y="492"/>
                    <a:pt x="665" y="492"/>
                  </a:cubicBezTo>
                  <a:cubicBezTo>
                    <a:pt x="983" y="285"/>
                    <a:pt x="983" y="285"/>
                    <a:pt x="983" y="285"/>
                  </a:cubicBezTo>
                  <a:cubicBezTo>
                    <a:pt x="666" y="87"/>
                    <a:pt x="666" y="87"/>
                    <a:pt x="666" y="87"/>
                  </a:cubicBezTo>
                  <a:cubicBezTo>
                    <a:pt x="646" y="74"/>
                    <a:pt x="640" y="46"/>
                    <a:pt x="654" y="26"/>
                  </a:cubicBezTo>
                  <a:cubicBezTo>
                    <a:pt x="668" y="5"/>
                    <a:pt x="695" y="0"/>
                    <a:pt x="715" y="13"/>
                  </a:cubicBezTo>
                  <a:lnTo>
                    <a:pt x="1089" y="2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24" name="Freeform 10">
              <a:extLst>
                <a:ext uri="{FF2B5EF4-FFF2-40B4-BE49-F238E27FC236}">
                  <a16:creationId xmlns:a16="http://schemas.microsoft.com/office/drawing/2014/main" id="{8E7DBD65-F00E-7C77-4F31-A1FC37516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100" y="239713"/>
              <a:ext cx="4927600" cy="4927600"/>
            </a:xfrm>
            <a:custGeom>
              <a:avLst/>
              <a:gdLst>
                <a:gd name="T0" fmla="*/ 879 w 1758"/>
                <a:gd name="T1" fmla="*/ 1757 h 1757"/>
                <a:gd name="T2" fmla="*/ 258 w 1758"/>
                <a:gd name="T3" fmla="*/ 1500 h 1757"/>
                <a:gd name="T4" fmla="*/ 0 w 1758"/>
                <a:gd name="T5" fmla="*/ 879 h 1757"/>
                <a:gd name="T6" fmla="*/ 10 w 1758"/>
                <a:gd name="T7" fmla="*/ 747 h 1757"/>
                <a:gd name="T8" fmla="*/ 304 w 1758"/>
                <a:gd name="T9" fmla="*/ 215 h 1757"/>
                <a:gd name="T10" fmla="*/ 879 w 1758"/>
                <a:gd name="T11" fmla="*/ 0 h 1757"/>
                <a:gd name="T12" fmla="*/ 1457 w 1758"/>
                <a:gd name="T13" fmla="*/ 216 h 1757"/>
                <a:gd name="T14" fmla="*/ 1749 w 1758"/>
                <a:gd name="T15" fmla="*/ 752 h 1757"/>
                <a:gd name="T16" fmla="*/ 1749 w 1758"/>
                <a:gd name="T17" fmla="*/ 752 h 1757"/>
                <a:gd name="T18" fmla="*/ 1758 w 1758"/>
                <a:gd name="T19" fmla="*/ 879 h 1757"/>
                <a:gd name="T20" fmla="*/ 1703 w 1758"/>
                <a:gd name="T21" fmla="*/ 933 h 1757"/>
                <a:gd name="T22" fmla="*/ 1649 w 1758"/>
                <a:gd name="T23" fmla="*/ 879 h 1757"/>
                <a:gd name="T24" fmla="*/ 1641 w 1758"/>
                <a:gd name="T25" fmla="*/ 767 h 1757"/>
                <a:gd name="T26" fmla="*/ 1385 w 1758"/>
                <a:gd name="T27" fmla="*/ 299 h 1757"/>
                <a:gd name="T28" fmla="*/ 879 w 1758"/>
                <a:gd name="T29" fmla="*/ 109 h 1757"/>
                <a:gd name="T30" fmla="*/ 375 w 1758"/>
                <a:gd name="T31" fmla="*/ 297 h 1757"/>
                <a:gd name="T32" fmla="*/ 118 w 1758"/>
                <a:gd name="T33" fmla="*/ 763 h 1757"/>
                <a:gd name="T34" fmla="*/ 110 w 1758"/>
                <a:gd name="T35" fmla="*/ 879 h 1757"/>
                <a:gd name="T36" fmla="*/ 335 w 1758"/>
                <a:gd name="T37" fmla="*/ 1423 h 1757"/>
                <a:gd name="T38" fmla="*/ 879 w 1758"/>
                <a:gd name="T39" fmla="*/ 1648 h 1757"/>
                <a:gd name="T40" fmla="*/ 934 w 1758"/>
                <a:gd name="T41" fmla="*/ 1703 h 1757"/>
                <a:gd name="T42" fmla="*/ 879 w 1758"/>
                <a:gd name="T43" fmla="*/ 1757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8" h="1757">
                  <a:moveTo>
                    <a:pt x="879" y="1757"/>
                  </a:moveTo>
                  <a:cubicBezTo>
                    <a:pt x="644" y="1757"/>
                    <a:pt x="424" y="1666"/>
                    <a:pt x="258" y="1500"/>
                  </a:cubicBezTo>
                  <a:cubicBezTo>
                    <a:pt x="92" y="1334"/>
                    <a:pt x="0" y="1113"/>
                    <a:pt x="0" y="879"/>
                  </a:cubicBezTo>
                  <a:cubicBezTo>
                    <a:pt x="0" y="834"/>
                    <a:pt x="4" y="790"/>
                    <a:pt x="10" y="747"/>
                  </a:cubicBezTo>
                  <a:cubicBezTo>
                    <a:pt x="41" y="541"/>
                    <a:pt x="146" y="352"/>
                    <a:pt x="304" y="215"/>
                  </a:cubicBezTo>
                  <a:cubicBezTo>
                    <a:pt x="463" y="76"/>
                    <a:pt x="668" y="0"/>
                    <a:pt x="879" y="0"/>
                  </a:cubicBezTo>
                  <a:cubicBezTo>
                    <a:pt x="1092" y="0"/>
                    <a:pt x="1297" y="77"/>
                    <a:pt x="1457" y="216"/>
                  </a:cubicBezTo>
                  <a:cubicBezTo>
                    <a:pt x="1615" y="355"/>
                    <a:pt x="1719" y="545"/>
                    <a:pt x="1749" y="752"/>
                  </a:cubicBezTo>
                  <a:cubicBezTo>
                    <a:pt x="1749" y="752"/>
                    <a:pt x="1749" y="752"/>
                    <a:pt x="1749" y="752"/>
                  </a:cubicBezTo>
                  <a:cubicBezTo>
                    <a:pt x="1755" y="794"/>
                    <a:pt x="1758" y="836"/>
                    <a:pt x="1758" y="879"/>
                  </a:cubicBezTo>
                  <a:cubicBezTo>
                    <a:pt x="1758" y="909"/>
                    <a:pt x="1733" y="933"/>
                    <a:pt x="1703" y="933"/>
                  </a:cubicBezTo>
                  <a:cubicBezTo>
                    <a:pt x="1673" y="933"/>
                    <a:pt x="1649" y="909"/>
                    <a:pt x="1649" y="879"/>
                  </a:cubicBezTo>
                  <a:cubicBezTo>
                    <a:pt x="1649" y="841"/>
                    <a:pt x="1646" y="804"/>
                    <a:pt x="1641" y="767"/>
                  </a:cubicBezTo>
                  <a:cubicBezTo>
                    <a:pt x="1614" y="586"/>
                    <a:pt x="1524" y="420"/>
                    <a:pt x="1385" y="299"/>
                  </a:cubicBezTo>
                  <a:cubicBezTo>
                    <a:pt x="1245" y="177"/>
                    <a:pt x="1065" y="109"/>
                    <a:pt x="879" y="109"/>
                  </a:cubicBezTo>
                  <a:cubicBezTo>
                    <a:pt x="694" y="109"/>
                    <a:pt x="515" y="176"/>
                    <a:pt x="375" y="297"/>
                  </a:cubicBezTo>
                  <a:cubicBezTo>
                    <a:pt x="237" y="417"/>
                    <a:pt x="146" y="583"/>
                    <a:pt x="118" y="763"/>
                  </a:cubicBezTo>
                  <a:cubicBezTo>
                    <a:pt x="113" y="801"/>
                    <a:pt x="110" y="840"/>
                    <a:pt x="110" y="879"/>
                  </a:cubicBezTo>
                  <a:cubicBezTo>
                    <a:pt x="110" y="1084"/>
                    <a:pt x="190" y="1277"/>
                    <a:pt x="335" y="1423"/>
                  </a:cubicBezTo>
                  <a:cubicBezTo>
                    <a:pt x="480" y="1568"/>
                    <a:pt x="674" y="1648"/>
                    <a:pt x="879" y="1648"/>
                  </a:cubicBezTo>
                  <a:cubicBezTo>
                    <a:pt x="909" y="1648"/>
                    <a:pt x="934" y="1673"/>
                    <a:pt x="934" y="1703"/>
                  </a:cubicBezTo>
                  <a:cubicBezTo>
                    <a:pt x="934" y="1733"/>
                    <a:pt x="909" y="1757"/>
                    <a:pt x="879" y="17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25" name="TextBox 7">
            <a:extLst>
              <a:ext uri="{FF2B5EF4-FFF2-40B4-BE49-F238E27FC236}">
                <a16:creationId xmlns:a16="http://schemas.microsoft.com/office/drawing/2014/main" id="{37D03EEE-5B5C-7F2A-6C8D-2C26EBDBE331}"/>
              </a:ext>
            </a:extLst>
          </p:cNvPr>
          <p:cNvSpPr txBox="1"/>
          <p:nvPr userDrawn="1"/>
        </p:nvSpPr>
        <p:spPr>
          <a:xfrm>
            <a:off x="10646452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126" name="TextBox 7">
            <a:extLst>
              <a:ext uri="{FF2B5EF4-FFF2-40B4-BE49-F238E27FC236}">
                <a16:creationId xmlns:a16="http://schemas.microsoft.com/office/drawing/2014/main" id="{DED9CEA3-8CC1-5107-DCE6-0C3829B9A39E}"/>
              </a:ext>
            </a:extLst>
          </p:cNvPr>
          <p:cNvSpPr txBox="1"/>
          <p:nvPr userDrawn="1"/>
        </p:nvSpPr>
        <p:spPr>
          <a:xfrm>
            <a:off x="12420980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74F5E85-B646-3900-F812-C3C40B1581B9}"/>
              </a:ext>
            </a:extLst>
          </p:cNvPr>
          <p:cNvGrpSpPr/>
          <p:nvPr userDrawn="1"/>
        </p:nvGrpSpPr>
        <p:grpSpPr>
          <a:xfrm>
            <a:off x="10961138" y="6229151"/>
            <a:ext cx="1108536" cy="1034363"/>
            <a:chOff x="12894468" y="258762"/>
            <a:chExt cx="4768851" cy="4449763"/>
          </a:xfrm>
        </p:grpSpPr>
        <p:sp>
          <p:nvSpPr>
            <p:cNvPr id="128" name="Freeform 18">
              <a:extLst>
                <a:ext uri="{FF2B5EF4-FFF2-40B4-BE49-F238E27FC236}">
                  <a16:creationId xmlns:a16="http://schemas.microsoft.com/office/drawing/2014/main" id="{423A1047-F6BB-FEFF-DDD1-E4D6C4446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4468" y="258762"/>
              <a:ext cx="317500" cy="4449763"/>
            </a:xfrm>
            <a:custGeom>
              <a:avLst/>
              <a:gdLst>
                <a:gd name="T0" fmla="*/ 57 w 113"/>
                <a:gd name="T1" fmla="*/ 0 h 1586"/>
                <a:gd name="T2" fmla="*/ 0 w 113"/>
                <a:gd name="T3" fmla="*/ 57 h 1586"/>
                <a:gd name="T4" fmla="*/ 0 w 113"/>
                <a:gd name="T5" fmla="*/ 1530 h 1586"/>
                <a:gd name="T6" fmla="*/ 57 w 113"/>
                <a:gd name="T7" fmla="*/ 1586 h 1586"/>
                <a:gd name="T8" fmla="*/ 113 w 113"/>
                <a:gd name="T9" fmla="*/ 1530 h 1586"/>
                <a:gd name="T10" fmla="*/ 113 w 113"/>
                <a:gd name="T11" fmla="*/ 57 h 1586"/>
                <a:gd name="T12" fmla="*/ 57 w 113"/>
                <a:gd name="T13" fmla="*/ 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586">
                  <a:moveTo>
                    <a:pt x="57" y="0"/>
                  </a:moveTo>
                  <a:cubicBezTo>
                    <a:pt x="25" y="0"/>
                    <a:pt x="0" y="26"/>
                    <a:pt x="0" y="57"/>
                  </a:cubicBezTo>
                  <a:cubicBezTo>
                    <a:pt x="0" y="1530"/>
                    <a:pt x="0" y="1530"/>
                    <a:pt x="0" y="1530"/>
                  </a:cubicBezTo>
                  <a:cubicBezTo>
                    <a:pt x="0" y="1561"/>
                    <a:pt x="25" y="1586"/>
                    <a:pt x="57" y="1586"/>
                  </a:cubicBezTo>
                  <a:cubicBezTo>
                    <a:pt x="88" y="1586"/>
                    <a:pt x="113" y="1561"/>
                    <a:pt x="113" y="1530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3" y="26"/>
                    <a:pt x="88" y="0"/>
                    <a:pt x="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29" name="Freeform 19">
              <a:extLst>
                <a:ext uri="{FF2B5EF4-FFF2-40B4-BE49-F238E27FC236}">
                  <a16:creationId xmlns:a16="http://schemas.microsoft.com/office/drawing/2014/main" id="{E1A47BD1-E507-F3CB-1875-8EAB917B6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1056" y="4391025"/>
              <a:ext cx="2862263" cy="317500"/>
            </a:xfrm>
            <a:custGeom>
              <a:avLst/>
              <a:gdLst>
                <a:gd name="T0" fmla="*/ 964 w 1021"/>
                <a:gd name="T1" fmla="*/ 0 h 113"/>
                <a:gd name="T2" fmla="*/ 57 w 1021"/>
                <a:gd name="T3" fmla="*/ 0 h 113"/>
                <a:gd name="T4" fmla="*/ 0 w 1021"/>
                <a:gd name="T5" fmla="*/ 57 h 113"/>
                <a:gd name="T6" fmla="*/ 57 w 1021"/>
                <a:gd name="T7" fmla="*/ 113 h 113"/>
                <a:gd name="T8" fmla="*/ 964 w 1021"/>
                <a:gd name="T9" fmla="*/ 113 h 113"/>
                <a:gd name="T10" fmla="*/ 1021 w 1021"/>
                <a:gd name="T11" fmla="*/ 57 h 113"/>
                <a:gd name="T12" fmla="*/ 964 w 1021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1" h="113">
                  <a:moveTo>
                    <a:pt x="964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964" y="113"/>
                    <a:pt x="964" y="113"/>
                    <a:pt x="964" y="113"/>
                  </a:cubicBezTo>
                  <a:cubicBezTo>
                    <a:pt x="995" y="113"/>
                    <a:pt x="1021" y="88"/>
                    <a:pt x="1021" y="57"/>
                  </a:cubicBezTo>
                  <a:cubicBezTo>
                    <a:pt x="1021" y="25"/>
                    <a:pt x="995" y="0"/>
                    <a:pt x="9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0" name="Freeform 20">
              <a:extLst>
                <a:ext uri="{FF2B5EF4-FFF2-40B4-BE49-F238E27FC236}">
                  <a16:creationId xmlns:a16="http://schemas.microsoft.com/office/drawing/2014/main" id="{9C8E60B5-2F13-96A0-DE6F-CD8AB2C25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6768" y="895350"/>
              <a:ext cx="1287463" cy="1274763"/>
            </a:xfrm>
            <a:custGeom>
              <a:avLst/>
              <a:gdLst>
                <a:gd name="T0" fmla="*/ 62 w 459"/>
                <a:gd name="T1" fmla="*/ 454 h 454"/>
                <a:gd name="T2" fmla="*/ 103 w 459"/>
                <a:gd name="T3" fmla="*/ 437 h 454"/>
                <a:gd name="T4" fmla="*/ 346 w 459"/>
                <a:gd name="T5" fmla="*/ 194 h 454"/>
                <a:gd name="T6" fmla="*/ 346 w 459"/>
                <a:gd name="T7" fmla="*/ 284 h 454"/>
                <a:gd name="T8" fmla="*/ 403 w 459"/>
                <a:gd name="T9" fmla="*/ 340 h 454"/>
                <a:gd name="T10" fmla="*/ 459 w 459"/>
                <a:gd name="T11" fmla="*/ 284 h 454"/>
                <a:gd name="T12" fmla="*/ 459 w 459"/>
                <a:gd name="T13" fmla="*/ 57 h 454"/>
                <a:gd name="T14" fmla="*/ 459 w 459"/>
                <a:gd name="T15" fmla="*/ 57 h 454"/>
                <a:gd name="T16" fmla="*/ 459 w 459"/>
                <a:gd name="T17" fmla="*/ 51 h 454"/>
                <a:gd name="T18" fmla="*/ 459 w 459"/>
                <a:gd name="T19" fmla="*/ 49 h 454"/>
                <a:gd name="T20" fmla="*/ 458 w 459"/>
                <a:gd name="T21" fmla="*/ 46 h 454"/>
                <a:gd name="T22" fmla="*/ 458 w 459"/>
                <a:gd name="T23" fmla="*/ 43 h 454"/>
                <a:gd name="T24" fmla="*/ 457 w 459"/>
                <a:gd name="T25" fmla="*/ 40 h 454"/>
                <a:gd name="T26" fmla="*/ 456 w 459"/>
                <a:gd name="T27" fmla="*/ 38 h 454"/>
                <a:gd name="T28" fmla="*/ 455 w 459"/>
                <a:gd name="T29" fmla="*/ 35 h 454"/>
                <a:gd name="T30" fmla="*/ 454 w 459"/>
                <a:gd name="T31" fmla="*/ 33 h 454"/>
                <a:gd name="T32" fmla="*/ 453 w 459"/>
                <a:gd name="T33" fmla="*/ 30 h 454"/>
                <a:gd name="T34" fmla="*/ 451 w 459"/>
                <a:gd name="T35" fmla="*/ 28 h 454"/>
                <a:gd name="T36" fmla="*/ 450 w 459"/>
                <a:gd name="T37" fmla="*/ 25 h 454"/>
                <a:gd name="T38" fmla="*/ 448 w 459"/>
                <a:gd name="T39" fmla="*/ 23 h 454"/>
                <a:gd name="T40" fmla="*/ 446 w 459"/>
                <a:gd name="T41" fmla="*/ 21 h 454"/>
                <a:gd name="T42" fmla="*/ 439 w 459"/>
                <a:gd name="T43" fmla="*/ 13 h 454"/>
                <a:gd name="T44" fmla="*/ 437 w 459"/>
                <a:gd name="T45" fmla="*/ 12 h 454"/>
                <a:gd name="T46" fmla="*/ 434 w 459"/>
                <a:gd name="T47" fmla="*/ 10 h 454"/>
                <a:gd name="T48" fmla="*/ 432 w 459"/>
                <a:gd name="T49" fmla="*/ 8 h 454"/>
                <a:gd name="T50" fmla="*/ 429 w 459"/>
                <a:gd name="T51" fmla="*/ 7 h 454"/>
                <a:gd name="T52" fmla="*/ 427 w 459"/>
                <a:gd name="T53" fmla="*/ 6 h 454"/>
                <a:gd name="T54" fmla="*/ 424 w 459"/>
                <a:gd name="T55" fmla="*/ 4 h 454"/>
                <a:gd name="T56" fmla="*/ 422 w 459"/>
                <a:gd name="T57" fmla="*/ 3 h 454"/>
                <a:gd name="T58" fmla="*/ 419 w 459"/>
                <a:gd name="T59" fmla="*/ 3 h 454"/>
                <a:gd name="T60" fmla="*/ 417 w 459"/>
                <a:gd name="T61" fmla="*/ 2 h 454"/>
                <a:gd name="T62" fmla="*/ 414 w 459"/>
                <a:gd name="T63" fmla="*/ 1 h 454"/>
                <a:gd name="T64" fmla="*/ 411 w 459"/>
                <a:gd name="T65" fmla="*/ 1 h 454"/>
                <a:gd name="T66" fmla="*/ 408 w 459"/>
                <a:gd name="T67" fmla="*/ 0 h 454"/>
                <a:gd name="T68" fmla="*/ 403 w 459"/>
                <a:gd name="T69" fmla="*/ 0 h 454"/>
                <a:gd name="T70" fmla="*/ 403 w 459"/>
                <a:gd name="T71" fmla="*/ 0 h 454"/>
                <a:gd name="T72" fmla="*/ 176 w 459"/>
                <a:gd name="T73" fmla="*/ 0 h 454"/>
                <a:gd name="T74" fmla="*/ 119 w 459"/>
                <a:gd name="T75" fmla="*/ 57 h 454"/>
                <a:gd name="T76" fmla="*/ 176 w 459"/>
                <a:gd name="T77" fmla="*/ 113 h 454"/>
                <a:gd name="T78" fmla="*/ 266 w 459"/>
                <a:gd name="T79" fmla="*/ 113 h 454"/>
                <a:gd name="T80" fmla="*/ 22 w 459"/>
                <a:gd name="T81" fmla="*/ 357 h 454"/>
                <a:gd name="T82" fmla="*/ 22 w 459"/>
                <a:gd name="T83" fmla="*/ 437 h 454"/>
                <a:gd name="T84" fmla="*/ 62 w 459"/>
                <a:gd name="T85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9" h="454">
                  <a:moveTo>
                    <a:pt x="62" y="454"/>
                  </a:moveTo>
                  <a:cubicBezTo>
                    <a:pt x="77" y="454"/>
                    <a:pt x="91" y="448"/>
                    <a:pt x="103" y="437"/>
                  </a:cubicBezTo>
                  <a:cubicBezTo>
                    <a:pt x="346" y="194"/>
                    <a:pt x="346" y="194"/>
                    <a:pt x="346" y="194"/>
                  </a:cubicBezTo>
                  <a:cubicBezTo>
                    <a:pt x="346" y="284"/>
                    <a:pt x="346" y="284"/>
                    <a:pt x="346" y="284"/>
                  </a:cubicBezTo>
                  <a:cubicBezTo>
                    <a:pt x="346" y="315"/>
                    <a:pt x="371" y="340"/>
                    <a:pt x="403" y="340"/>
                  </a:cubicBezTo>
                  <a:cubicBezTo>
                    <a:pt x="434" y="340"/>
                    <a:pt x="459" y="315"/>
                    <a:pt x="459" y="284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5"/>
                    <a:pt x="459" y="53"/>
                    <a:pt x="459" y="51"/>
                  </a:cubicBezTo>
                  <a:cubicBezTo>
                    <a:pt x="459" y="50"/>
                    <a:pt x="459" y="49"/>
                    <a:pt x="459" y="49"/>
                  </a:cubicBezTo>
                  <a:cubicBezTo>
                    <a:pt x="459" y="48"/>
                    <a:pt x="458" y="47"/>
                    <a:pt x="458" y="46"/>
                  </a:cubicBezTo>
                  <a:cubicBezTo>
                    <a:pt x="458" y="45"/>
                    <a:pt x="458" y="44"/>
                    <a:pt x="458" y="43"/>
                  </a:cubicBezTo>
                  <a:cubicBezTo>
                    <a:pt x="457" y="42"/>
                    <a:pt x="457" y="41"/>
                    <a:pt x="457" y="40"/>
                  </a:cubicBezTo>
                  <a:cubicBezTo>
                    <a:pt x="457" y="39"/>
                    <a:pt x="456" y="38"/>
                    <a:pt x="456" y="38"/>
                  </a:cubicBezTo>
                  <a:cubicBezTo>
                    <a:pt x="456" y="37"/>
                    <a:pt x="455" y="36"/>
                    <a:pt x="455" y="35"/>
                  </a:cubicBezTo>
                  <a:cubicBezTo>
                    <a:pt x="455" y="34"/>
                    <a:pt x="454" y="33"/>
                    <a:pt x="454" y="33"/>
                  </a:cubicBezTo>
                  <a:cubicBezTo>
                    <a:pt x="453" y="32"/>
                    <a:pt x="453" y="31"/>
                    <a:pt x="453" y="30"/>
                  </a:cubicBezTo>
                  <a:cubicBezTo>
                    <a:pt x="452" y="29"/>
                    <a:pt x="452" y="28"/>
                    <a:pt x="451" y="28"/>
                  </a:cubicBezTo>
                  <a:cubicBezTo>
                    <a:pt x="451" y="27"/>
                    <a:pt x="450" y="26"/>
                    <a:pt x="450" y="25"/>
                  </a:cubicBezTo>
                  <a:cubicBezTo>
                    <a:pt x="449" y="24"/>
                    <a:pt x="448" y="24"/>
                    <a:pt x="448" y="23"/>
                  </a:cubicBezTo>
                  <a:cubicBezTo>
                    <a:pt x="447" y="22"/>
                    <a:pt x="447" y="21"/>
                    <a:pt x="446" y="21"/>
                  </a:cubicBezTo>
                  <a:cubicBezTo>
                    <a:pt x="444" y="18"/>
                    <a:pt x="441" y="15"/>
                    <a:pt x="439" y="13"/>
                  </a:cubicBezTo>
                  <a:cubicBezTo>
                    <a:pt x="438" y="12"/>
                    <a:pt x="437" y="12"/>
                    <a:pt x="437" y="12"/>
                  </a:cubicBezTo>
                  <a:cubicBezTo>
                    <a:pt x="436" y="11"/>
                    <a:pt x="435" y="10"/>
                    <a:pt x="434" y="10"/>
                  </a:cubicBezTo>
                  <a:cubicBezTo>
                    <a:pt x="433" y="9"/>
                    <a:pt x="433" y="9"/>
                    <a:pt x="432" y="8"/>
                  </a:cubicBezTo>
                  <a:cubicBezTo>
                    <a:pt x="431" y="8"/>
                    <a:pt x="430" y="7"/>
                    <a:pt x="429" y="7"/>
                  </a:cubicBezTo>
                  <a:cubicBezTo>
                    <a:pt x="429" y="6"/>
                    <a:pt x="428" y="6"/>
                    <a:pt x="427" y="6"/>
                  </a:cubicBezTo>
                  <a:cubicBezTo>
                    <a:pt x="426" y="5"/>
                    <a:pt x="425" y="5"/>
                    <a:pt x="424" y="4"/>
                  </a:cubicBezTo>
                  <a:cubicBezTo>
                    <a:pt x="423" y="4"/>
                    <a:pt x="423" y="4"/>
                    <a:pt x="422" y="3"/>
                  </a:cubicBezTo>
                  <a:cubicBezTo>
                    <a:pt x="421" y="3"/>
                    <a:pt x="420" y="3"/>
                    <a:pt x="419" y="3"/>
                  </a:cubicBezTo>
                  <a:cubicBezTo>
                    <a:pt x="418" y="2"/>
                    <a:pt x="417" y="2"/>
                    <a:pt x="417" y="2"/>
                  </a:cubicBezTo>
                  <a:cubicBezTo>
                    <a:pt x="416" y="2"/>
                    <a:pt x="415" y="1"/>
                    <a:pt x="414" y="1"/>
                  </a:cubicBezTo>
                  <a:cubicBezTo>
                    <a:pt x="413" y="1"/>
                    <a:pt x="412" y="1"/>
                    <a:pt x="411" y="1"/>
                  </a:cubicBezTo>
                  <a:cubicBezTo>
                    <a:pt x="410" y="1"/>
                    <a:pt x="409" y="0"/>
                    <a:pt x="408" y="0"/>
                  </a:cubicBezTo>
                  <a:cubicBezTo>
                    <a:pt x="406" y="0"/>
                    <a:pt x="405" y="0"/>
                    <a:pt x="40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45" y="0"/>
                    <a:pt x="119" y="25"/>
                    <a:pt x="119" y="57"/>
                  </a:cubicBezTo>
                  <a:cubicBezTo>
                    <a:pt x="119" y="88"/>
                    <a:pt x="145" y="113"/>
                    <a:pt x="17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0" y="379"/>
                    <a:pt x="0" y="415"/>
                    <a:pt x="22" y="437"/>
                  </a:cubicBezTo>
                  <a:cubicBezTo>
                    <a:pt x="33" y="448"/>
                    <a:pt x="48" y="454"/>
                    <a:pt x="62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1" name="Freeform 21">
              <a:extLst>
                <a:ext uri="{FF2B5EF4-FFF2-40B4-BE49-F238E27FC236}">
                  <a16:creationId xmlns:a16="http://schemas.microsoft.com/office/drawing/2014/main" id="{926A3558-A844-DBAD-31F8-7AB6D8500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5181" y="2006600"/>
              <a:ext cx="2255838" cy="1752600"/>
            </a:xfrm>
            <a:custGeom>
              <a:avLst/>
              <a:gdLst>
                <a:gd name="T0" fmla="*/ 702 w 805"/>
                <a:gd name="T1" fmla="*/ 268 h 625"/>
                <a:gd name="T2" fmla="*/ 783 w 805"/>
                <a:gd name="T3" fmla="*/ 268 h 625"/>
                <a:gd name="T4" fmla="*/ 783 w 805"/>
                <a:gd name="T5" fmla="*/ 188 h 625"/>
                <a:gd name="T6" fmla="*/ 613 w 805"/>
                <a:gd name="T7" fmla="*/ 16 h 625"/>
                <a:gd name="T8" fmla="*/ 573 w 805"/>
                <a:gd name="T9" fmla="*/ 0 h 625"/>
                <a:gd name="T10" fmla="*/ 573 w 805"/>
                <a:gd name="T11" fmla="*/ 0 h 625"/>
                <a:gd name="T12" fmla="*/ 533 w 805"/>
                <a:gd name="T13" fmla="*/ 16 h 625"/>
                <a:gd name="T14" fmla="*/ 22 w 805"/>
                <a:gd name="T15" fmla="*/ 528 h 625"/>
                <a:gd name="T16" fmla="*/ 22 w 805"/>
                <a:gd name="T17" fmla="*/ 608 h 625"/>
                <a:gd name="T18" fmla="*/ 62 w 805"/>
                <a:gd name="T19" fmla="*/ 625 h 625"/>
                <a:gd name="T20" fmla="*/ 103 w 805"/>
                <a:gd name="T21" fmla="*/ 608 h 625"/>
                <a:gd name="T22" fmla="*/ 573 w 805"/>
                <a:gd name="T23" fmla="*/ 137 h 625"/>
                <a:gd name="T24" fmla="*/ 702 w 805"/>
                <a:gd name="T25" fmla="*/ 26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5" h="625">
                  <a:moveTo>
                    <a:pt x="702" y="268"/>
                  </a:moveTo>
                  <a:cubicBezTo>
                    <a:pt x="724" y="290"/>
                    <a:pt x="760" y="290"/>
                    <a:pt x="783" y="268"/>
                  </a:cubicBezTo>
                  <a:cubicBezTo>
                    <a:pt x="805" y="246"/>
                    <a:pt x="805" y="210"/>
                    <a:pt x="783" y="188"/>
                  </a:cubicBezTo>
                  <a:cubicBezTo>
                    <a:pt x="613" y="16"/>
                    <a:pt x="613" y="16"/>
                    <a:pt x="613" y="16"/>
                  </a:cubicBezTo>
                  <a:cubicBezTo>
                    <a:pt x="602" y="6"/>
                    <a:pt x="588" y="0"/>
                    <a:pt x="57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58" y="0"/>
                    <a:pt x="543" y="6"/>
                    <a:pt x="533" y="16"/>
                  </a:cubicBezTo>
                  <a:cubicBezTo>
                    <a:pt x="22" y="528"/>
                    <a:pt x="22" y="528"/>
                    <a:pt x="22" y="528"/>
                  </a:cubicBezTo>
                  <a:cubicBezTo>
                    <a:pt x="0" y="550"/>
                    <a:pt x="0" y="586"/>
                    <a:pt x="22" y="608"/>
                  </a:cubicBezTo>
                  <a:cubicBezTo>
                    <a:pt x="33" y="619"/>
                    <a:pt x="48" y="625"/>
                    <a:pt x="62" y="625"/>
                  </a:cubicBezTo>
                  <a:cubicBezTo>
                    <a:pt x="77" y="625"/>
                    <a:pt x="91" y="619"/>
                    <a:pt x="103" y="608"/>
                  </a:cubicBezTo>
                  <a:cubicBezTo>
                    <a:pt x="573" y="137"/>
                    <a:pt x="573" y="137"/>
                    <a:pt x="573" y="137"/>
                  </a:cubicBezTo>
                  <a:lnTo>
                    <a:pt x="702" y="2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134F3278-F7B8-E3F0-F738-AAB2A3E625F5}"/>
              </a:ext>
            </a:extLst>
          </p:cNvPr>
          <p:cNvGrpSpPr/>
          <p:nvPr userDrawn="1"/>
        </p:nvGrpSpPr>
        <p:grpSpPr>
          <a:xfrm>
            <a:off x="14462153" y="6329443"/>
            <a:ext cx="963447" cy="927174"/>
            <a:chOff x="623888" y="355600"/>
            <a:chExt cx="4132262" cy="3976688"/>
          </a:xfrm>
        </p:grpSpPr>
        <p:sp>
          <p:nvSpPr>
            <p:cNvPr id="133" name="Freeform 5">
              <a:extLst>
                <a:ext uri="{FF2B5EF4-FFF2-40B4-BE49-F238E27FC236}">
                  <a16:creationId xmlns:a16="http://schemas.microsoft.com/office/drawing/2014/main" id="{43AA6D07-CC5E-6900-4634-30319504D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8" y="2900363"/>
              <a:ext cx="319087" cy="1431925"/>
            </a:xfrm>
            <a:custGeom>
              <a:avLst/>
              <a:gdLst>
                <a:gd name="T0" fmla="*/ 57 w 114"/>
                <a:gd name="T1" fmla="*/ 510 h 510"/>
                <a:gd name="T2" fmla="*/ 0 w 114"/>
                <a:gd name="T3" fmla="*/ 453 h 510"/>
                <a:gd name="T4" fmla="*/ 0 w 114"/>
                <a:gd name="T5" fmla="*/ 56 h 510"/>
                <a:gd name="T6" fmla="*/ 57 w 114"/>
                <a:gd name="T7" fmla="*/ 0 h 510"/>
                <a:gd name="T8" fmla="*/ 114 w 114"/>
                <a:gd name="T9" fmla="*/ 56 h 510"/>
                <a:gd name="T10" fmla="*/ 114 w 114"/>
                <a:gd name="T11" fmla="*/ 453 h 510"/>
                <a:gd name="T12" fmla="*/ 57 w 114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510">
                  <a:moveTo>
                    <a:pt x="57" y="510"/>
                  </a:moveTo>
                  <a:cubicBezTo>
                    <a:pt x="26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453"/>
                    <a:pt x="114" y="453"/>
                    <a:pt x="114" y="453"/>
                  </a:cubicBezTo>
                  <a:cubicBezTo>
                    <a:pt x="114" y="485"/>
                    <a:pt x="88" y="510"/>
                    <a:pt x="57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4" name="Freeform 6">
              <a:extLst>
                <a:ext uri="{FF2B5EF4-FFF2-40B4-BE49-F238E27FC236}">
                  <a16:creationId xmlns:a16="http://schemas.microsoft.com/office/drawing/2014/main" id="{C7E5E00F-6BB3-0809-50BE-AF465701B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88" y="2263775"/>
              <a:ext cx="320675" cy="2068513"/>
            </a:xfrm>
            <a:custGeom>
              <a:avLst/>
              <a:gdLst>
                <a:gd name="T0" fmla="*/ 57 w 114"/>
                <a:gd name="T1" fmla="*/ 737 h 737"/>
                <a:gd name="T2" fmla="*/ 0 w 114"/>
                <a:gd name="T3" fmla="*/ 680 h 737"/>
                <a:gd name="T4" fmla="*/ 0 w 114"/>
                <a:gd name="T5" fmla="*/ 57 h 737"/>
                <a:gd name="T6" fmla="*/ 57 w 114"/>
                <a:gd name="T7" fmla="*/ 0 h 737"/>
                <a:gd name="T8" fmla="*/ 114 w 114"/>
                <a:gd name="T9" fmla="*/ 57 h 737"/>
                <a:gd name="T10" fmla="*/ 114 w 114"/>
                <a:gd name="T11" fmla="*/ 680 h 737"/>
                <a:gd name="T12" fmla="*/ 57 w 114"/>
                <a:gd name="T13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737">
                  <a:moveTo>
                    <a:pt x="57" y="737"/>
                  </a:moveTo>
                  <a:cubicBezTo>
                    <a:pt x="26" y="737"/>
                    <a:pt x="0" y="712"/>
                    <a:pt x="0" y="68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7"/>
                  </a:cubicBezTo>
                  <a:cubicBezTo>
                    <a:pt x="114" y="680"/>
                    <a:pt x="114" y="680"/>
                    <a:pt x="114" y="680"/>
                  </a:cubicBezTo>
                  <a:cubicBezTo>
                    <a:pt x="114" y="712"/>
                    <a:pt x="88" y="737"/>
                    <a:pt x="57" y="7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5" name="Freeform 7">
              <a:extLst>
                <a:ext uri="{FF2B5EF4-FFF2-40B4-BE49-F238E27FC236}">
                  <a16:creationId xmlns:a16="http://schemas.microsoft.com/office/drawing/2014/main" id="{3DD4E641-006C-842F-1001-210499FA4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650" y="2900363"/>
              <a:ext cx="315912" cy="1431925"/>
            </a:xfrm>
            <a:custGeom>
              <a:avLst/>
              <a:gdLst>
                <a:gd name="T0" fmla="*/ 56 w 113"/>
                <a:gd name="T1" fmla="*/ 510 h 510"/>
                <a:gd name="T2" fmla="*/ 0 w 113"/>
                <a:gd name="T3" fmla="*/ 453 h 510"/>
                <a:gd name="T4" fmla="*/ 0 w 113"/>
                <a:gd name="T5" fmla="*/ 56 h 510"/>
                <a:gd name="T6" fmla="*/ 56 w 113"/>
                <a:gd name="T7" fmla="*/ 0 h 510"/>
                <a:gd name="T8" fmla="*/ 113 w 113"/>
                <a:gd name="T9" fmla="*/ 56 h 510"/>
                <a:gd name="T10" fmla="*/ 113 w 113"/>
                <a:gd name="T11" fmla="*/ 453 h 510"/>
                <a:gd name="T12" fmla="*/ 56 w 113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510">
                  <a:moveTo>
                    <a:pt x="56" y="510"/>
                  </a:moveTo>
                  <a:cubicBezTo>
                    <a:pt x="25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485"/>
                    <a:pt x="88" y="510"/>
                    <a:pt x="56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6" name="Freeform 8">
              <a:extLst>
                <a:ext uri="{FF2B5EF4-FFF2-40B4-BE49-F238E27FC236}">
                  <a16:creationId xmlns:a16="http://schemas.microsoft.com/office/drawing/2014/main" id="{947F41AC-2E45-EC0D-3720-D150712C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150" y="989013"/>
              <a:ext cx="317500" cy="3343275"/>
            </a:xfrm>
            <a:custGeom>
              <a:avLst/>
              <a:gdLst>
                <a:gd name="T0" fmla="*/ 56 w 113"/>
                <a:gd name="T1" fmla="*/ 1191 h 1191"/>
                <a:gd name="T2" fmla="*/ 0 w 113"/>
                <a:gd name="T3" fmla="*/ 1134 h 1191"/>
                <a:gd name="T4" fmla="*/ 0 w 113"/>
                <a:gd name="T5" fmla="*/ 57 h 1191"/>
                <a:gd name="T6" fmla="*/ 56 w 113"/>
                <a:gd name="T7" fmla="*/ 0 h 1191"/>
                <a:gd name="T8" fmla="*/ 113 w 113"/>
                <a:gd name="T9" fmla="*/ 57 h 1191"/>
                <a:gd name="T10" fmla="*/ 113 w 113"/>
                <a:gd name="T11" fmla="*/ 1134 h 1191"/>
                <a:gd name="T12" fmla="*/ 56 w 113"/>
                <a:gd name="T13" fmla="*/ 1191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191">
                  <a:moveTo>
                    <a:pt x="56" y="1191"/>
                  </a:moveTo>
                  <a:cubicBezTo>
                    <a:pt x="25" y="1191"/>
                    <a:pt x="0" y="1166"/>
                    <a:pt x="0" y="113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5" y="0"/>
                    <a:pt x="56" y="0"/>
                  </a:cubicBezTo>
                  <a:cubicBezTo>
                    <a:pt x="88" y="0"/>
                    <a:pt x="113" y="26"/>
                    <a:pt x="113" y="57"/>
                  </a:cubicBezTo>
                  <a:cubicBezTo>
                    <a:pt x="113" y="1134"/>
                    <a:pt x="113" y="1134"/>
                    <a:pt x="113" y="1134"/>
                  </a:cubicBezTo>
                  <a:cubicBezTo>
                    <a:pt x="113" y="1166"/>
                    <a:pt x="88" y="1191"/>
                    <a:pt x="56" y="11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7" name="Freeform 9">
              <a:extLst>
                <a:ext uri="{FF2B5EF4-FFF2-40B4-BE49-F238E27FC236}">
                  <a16:creationId xmlns:a16="http://schemas.microsoft.com/office/drawing/2014/main" id="{BD4E5369-2143-97F9-64DD-82D39FFBB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238" y="355600"/>
              <a:ext cx="315912" cy="3976688"/>
            </a:xfrm>
            <a:custGeom>
              <a:avLst/>
              <a:gdLst>
                <a:gd name="T0" fmla="*/ 57 w 113"/>
                <a:gd name="T1" fmla="*/ 1417 h 1417"/>
                <a:gd name="T2" fmla="*/ 0 w 113"/>
                <a:gd name="T3" fmla="*/ 1360 h 1417"/>
                <a:gd name="T4" fmla="*/ 0 w 113"/>
                <a:gd name="T5" fmla="*/ 56 h 1417"/>
                <a:gd name="T6" fmla="*/ 57 w 113"/>
                <a:gd name="T7" fmla="*/ 0 h 1417"/>
                <a:gd name="T8" fmla="*/ 113 w 113"/>
                <a:gd name="T9" fmla="*/ 56 h 1417"/>
                <a:gd name="T10" fmla="*/ 113 w 113"/>
                <a:gd name="T11" fmla="*/ 1360 h 1417"/>
                <a:gd name="T12" fmla="*/ 57 w 113"/>
                <a:gd name="T13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417">
                  <a:moveTo>
                    <a:pt x="57" y="1417"/>
                  </a:moveTo>
                  <a:cubicBezTo>
                    <a:pt x="25" y="1417"/>
                    <a:pt x="0" y="1392"/>
                    <a:pt x="0" y="13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1360"/>
                    <a:pt x="113" y="1360"/>
                    <a:pt x="113" y="1360"/>
                  </a:cubicBezTo>
                  <a:cubicBezTo>
                    <a:pt x="113" y="1392"/>
                    <a:pt x="88" y="1417"/>
                    <a:pt x="57" y="14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38" name="Freeform 13">
            <a:extLst>
              <a:ext uri="{FF2B5EF4-FFF2-40B4-BE49-F238E27FC236}">
                <a16:creationId xmlns:a16="http://schemas.microsoft.com/office/drawing/2014/main" id="{C31D48CD-B7E2-ED2B-CC49-2D098F2FAD3E}"/>
              </a:ext>
            </a:extLst>
          </p:cNvPr>
          <p:cNvSpPr>
            <a:spLocks/>
          </p:cNvSpPr>
          <p:nvPr userDrawn="1"/>
        </p:nvSpPr>
        <p:spPr bwMode="auto">
          <a:xfrm>
            <a:off x="12715881" y="6434899"/>
            <a:ext cx="1148106" cy="821012"/>
          </a:xfrm>
          <a:custGeom>
            <a:avLst/>
            <a:gdLst>
              <a:gd name="T0" fmla="*/ 851 w 1984"/>
              <a:gd name="T1" fmla="*/ 1417 h 1417"/>
              <a:gd name="T2" fmla="*/ 567 w 1984"/>
              <a:gd name="T3" fmla="*/ 1417 h 1417"/>
              <a:gd name="T4" fmla="*/ 510 w 1984"/>
              <a:gd name="T5" fmla="*/ 1360 h 1417"/>
              <a:gd name="T6" fmla="*/ 510 w 1984"/>
              <a:gd name="T7" fmla="*/ 1077 h 1417"/>
              <a:gd name="T8" fmla="*/ 397 w 1984"/>
              <a:gd name="T9" fmla="*/ 1077 h 1417"/>
              <a:gd name="T10" fmla="*/ 397 w 1984"/>
              <a:gd name="T11" fmla="*/ 1360 h 1417"/>
              <a:gd name="T12" fmla="*/ 340 w 1984"/>
              <a:gd name="T13" fmla="*/ 1417 h 1417"/>
              <a:gd name="T14" fmla="*/ 57 w 1984"/>
              <a:gd name="T15" fmla="*/ 1417 h 1417"/>
              <a:gd name="T16" fmla="*/ 0 w 1984"/>
              <a:gd name="T17" fmla="*/ 1360 h 1417"/>
              <a:gd name="T18" fmla="*/ 57 w 1984"/>
              <a:gd name="T19" fmla="*/ 1304 h 1417"/>
              <a:gd name="T20" fmla="*/ 284 w 1984"/>
              <a:gd name="T21" fmla="*/ 1304 h 1417"/>
              <a:gd name="T22" fmla="*/ 284 w 1984"/>
              <a:gd name="T23" fmla="*/ 1020 h 1417"/>
              <a:gd name="T24" fmla="*/ 340 w 1984"/>
              <a:gd name="T25" fmla="*/ 963 h 1417"/>
              <a:gd name="T26" fmla="*/ 567 w 1984"/>
              <a:gd name="T27" fmla="*/ 963 h 1417"/>
              <a:gd name="T28" fmla="*/ 624 w 1984"/>
              <a:gd name="T29" fmla="*/ 1020 h 1417"/>
              <a:gd name="T30" fmla="*/ 624 w 1984"/>
              <a:gd name="T31" fmla="*/ 1304 h 1417"/>
              <a:gd name="T32" fmla="*/ 794 w 1984"/>
              <a:gd name="T33" fmla="*/ 1304 h 1417"/>
              <a:gd name="T34" fmla="*/ 794 w 1984"/>
              <a:gd name="T35" fmla="*/ 396 h 1417"/>
              <a:gd name="T36" fmla="*/ 851 w 1984"/>
              <a:gd name="T37" fmla="*/ 340 h 1417"/>
              <a:gd name="T38" fmla="*/ 1078 w 1984"/>
              <a:gd name="T39" fmla="*/ 340 h 1417"/>
              <a:gd name="T40" fmla="*/ 1134 w 1984"/>
              <a:gd name="T41" fmla="*/ 396 h 1417"/>
              <a:gd name="T42" fmla="*/ 1134 w 1984"/>
              <a:gd name="T43" fmla="*/ 1304 h 1417"/>
              <a:gd name="T44" fmla="*/ 1361 w 1984"/>
              <a:gd name="T45" fmla="*/ 1304 h 1417"/>
              <a:gd name="T46" fmla="*/ 1361 w 1984"/>
              <a:gd name="T47" fmla="*/ 56 h 1417"/>
              <a:gd name="T48" fmla="*/ 1418 w 1984"/>
              <a:gd name="T49" fmla="*/ 0 h 1417"/>
              <a:gd name="T50" fmla="*/ 1644 w 1984"/>
              <a:gd name="T51" fmla="*/ 0 h 1417"/>
              <a:gd name="T52" fmla="*/ 1701 w 1984"/>
              <a:gd name="T53" fmla="*/ 56 h 1417"/>
              <a:gd name="T54" fmla="*/ 1701 w 1984"/>
              <a:gd name="T55" fmla="*/ 1304 h 1417"/>
              <a:gd name="T56" fmla="*/ 1928 w 1984"/>
              <a:gd name="T57" fmla="*/ 1304 h 1417"/>
              <a:gd name="T58" fmla="*/ 1984 w 1984"/>
              <a:gd name="T59" fmla="*/ 1360 h 1417"/>
              <a:gd name="T60" fmla="*/ 1928 w 1984"/>
              <a:gd name="T61" fmla="*/ 1417 h 1417"/>
              <a:gd name="T62" fmla="*/ 1644 w 1984"/>
              <a:gd name="T63" fmla="*/ 1417 h 1417"/>
              <a:gd name="T64" fmla="*/ 1588 w 1984"/>
              <a:gd name="T65" fmla="*/ 1360 h 1417"/>
              <a:gd name="T66" fmla="*/ 1588 w 1984"/>
              <a:gd name="T67" fmla="*/ 113 h 1417"/>
              <a:gd name="T68" fmla="*/ 1474 w 1984"/>
              <a:gd name="T69" fmla="*/ 113 h 1417"/>
              <a:gd name="T70" fmla="*/ 1474 w 1984"/>
              <a:gd name="T71" fmla="*/ 1360 h 1417"/>
              <a:gd name="T72" fmla="*/ 1418 w 1984"/>
              <a:gd name="T73" fmla="*/ 1417 h 1417"/>
              <a:gd name="T74" fmla="*/ 1078 w 1984"/>
              <a:gd name="T75" fmla="*/ 1417 h 1417"/>
              <a:gd name="T76" fmla="*/ 1021 w 1984"/>
              <a:gd name="T77" fmla="*/ 1360 h 1417"/>
              <a:gd name="T78" fmla="*/ 1021 w 1984"/>
              <a:gd name="T79" fmla="*/ 453 h 1417"/>
              <a:gd name="T80" fmla="*/ 907 w 1984"/>
              <a:gd name="T81" fmla="*/ 453 h 1417"/>
              <a:gd name="T82" fmla="*/ 907 w 1984"/>
              <a:gd name="T83" fmla="*/ 1360 h 1417"/>
              <a:gd name="T84" fmla="*/ 851 w 1984"/>
              <a:gd name="T85" fmla="*/ 1417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84" h="1417">
                <a:moveTo>
                  <a:pt x="851" y="1417"/>
                </a:moveTo>
                <a:cubicBezTo>
                  <a:pt x="567" y="1417"/>
                  <a:pt x="567" y="1417"/>
                  <a:pt x="567" y="1417"/>
                </a:cubicBezTo>
                <a:cubicBezTo>
                  <a:pt x="536" y="1417"/>
                  <a:pt x="510" y="1392"/>
                  <a:pt x="510" y="1360"/>
                </a:cubicBezTo>
                <a:cubicBezTo>
                  <a:pt x="510" y="1077"/>
                  <a:pt x="510" y="1077"/>
                  <a:pt x="510" y="1077"/>
                </a:cubicBezTo>
                <a:cubicBezTo>
                  <a:pt x="397" y="1077"/>
                  <a:pt x="397" y="1077"/>
                  <a:pt x="397" y="1077"/>
                </a:cubicBezTo>
                <a:cubicBezTo>
                  <a:pt x="397" y="1360"/>
                  <a:pt x="397" y="1360"/>
                  <a:pt x="397" y="1360"/>
                </a:cubicBezTo>
                <a:cubicBezTo>
                  <a:pt x="397" y="1392"/>
                  <a:pt x="372" y="1417"/>
                  <a:pt x="340" y="1417"/>
                </a:cubicBezTo>
                <a:cubicBezTo>
                  <a:pt x="57" y="1417"/>
                  <a:pt x="57" y="1417"/>
                  <a:pt x="57" y="1417"/>
                </a:cubicBezTo>
                <a:cubicBezTo>
                  <a:pt x="26" y="1417"/>
                  <a:pt x="0" y="1392"/>
                  <a:pt x="0" y="1360"/>
                </a:cubicBezTo>
                <a:cubicBezTo>
                  <a:pt x="0" y="1329"/>
                  <a:pt x="26" y="1304"/>
                  <a:pt x="57" y="1304"/>
                </a:cubicBezTo>
                <a:cubicBezTo>
                  <a:pt x="284" y="1304"/>
                  <a:pt x="284" y="1304"/>
                  <a:pt x="284" y="1304"/>
                </a:cubicBezTo>
                <a:cubicBezTo>
                  <a:pt x="284" y="1020"/>
                  <a:pt x="284" y="1020"/>
                  <a:pt x="284" y="1020"/>
                </a:cubicBezTo>
                <a:cubicBezTo>
                  <a:pt x="284" y="989"/>
                  <a:pt x="309" y="963"/>
                  <a:pt x="340" y="963"/>
                </a:cubicBezTo>
                <a:cubicBezTo>
                  <a:pt x="567" y="963"/>
                  <a:pt x="567" y="963"/>
                  <a:pt x="567" y="963"/>
                </a:cubicBezTo>
                <a:cubicBezTo>
                  <a:pt x="598" y="963"/>
                  <a:pt x="624" y="989"/>
                  <a:pt x="624" y="1020"/>
                </a:cubicBezTo>
                <a:cubicBezTo>
                  <a:pt x="624" y="1304"/>
                  <a:pt x="624" y="1304"/>
                  <a:pt x="624" y="1304"/>
                </a:cubicBezTo>
                <a:cubicBezTo>
                  <a:pt x="794" y="1304"/>
                  <a:pt x="794" y="1304"/>
                  <a:pt x="794" y="1304"/>
                </a:cubicBezTo>
                <a:cubicBezTo>
                  <a:pt x="794" y="396"/>
                  <a:pt x="794" y="396"/>
                  <a:pt x="794" y="396"/>
                </a:cubicBezTo>
                <a:cubicBezTo>
                  <a:pt x="794" y="365"/>
                  <a:pt x="819" y="340"/>
                  <a:pt x="851" y="340"/>
                </a:cubicBezTo>
                <a:cubicBezTo>
                  <a:pt x="1078" y="340"/>
                  <a:pt x="1078" y="340"/>
                  <a:pt x="1078" y="340"/>
                </a:cubicBezTo>
                <a:cubicBezTo>
                  <a:pt x="1109" y="340"/>
                  <a:pt x="1134" y="365"/>
                  <a:pt x="1134" y="396"/>
                </a:cubicBezTo>
                <a:cubicBezTo>
                  <a:pt x="1134" y="1304"/>
                  <a:pt x="1134" y="1304"/>
                  <a:pt x="1134" y="1304"/>
                </a:cubicBezTo>
                <a:cubicBezTo>
                  <a:pt x="1361" y="1304"/>
                  <a:pt x="1361" y="1304"/>
                  <a:pt x="1361" y="1304"/>
                </a:cubicBezTo>
                <a:cubicBezTo>
                  <a:pt x="1361" y="56"/>
                  <a:pt x="1361" y="56"/>
                  <a:pt x="1361" y="56"/>
                </a:cubicBezTo>
                <a:cubicBezTo>
                  <a:pt x="1361" y="25"/>
                  <a:pt x="1386" y="0"/>
                  <a:pt x="1418" y="0"/>
                </a:cubicBezTo>
                <a:cubicBezTo>
                  <a:pt x="1644" y="0"/>
                  <a:pt x="1644" y="0"/>
                  <a:pt x="1644" y="0"/>
                </a:cubicBezTo>
                <a:cubicBezTo>
                  <a:pt x="1676" y="0"/>
                  <a:pt x="1701" y="25"/>
                  <a:pt x="1701" y="56"/>
                </a:cubicBezTo>
                <a:cubicBezTo>
                  <a:pt x="1701" y="1304"/>
                  <a:pt x="1701" y="1304"/>
                  <a:pt x="1701" y="1304"/>
                </a:cubicBezTo>
                <a:cubicBezTo>
                  <a:pt x="1928" y="1304"/>
                  <a:pt x="1928" y="1304"/>
                  <a:pt x="1928" y="1304"/>
                </a:cubicBezTo>
                <a:cubicBezTo>
                  <a:pt x="1959" y="1304"/>
                  <a:pt x="1984" y="1329"/>
                  <a:pt x="1984" y="1360"/>
                </a:cubicBezTo>
                <a:cubicBezTo>
                  <a:pt x="1984" y="1392"/>
                  <a:pt x="1959" y="1417"/>
                  <a:pt x="1928" y="1417"/>
                </a:cubicBezTo>
                <a:cubicBezTo>
                  <a:pt x="1644" y="1417"/>
                  <a:pt x="1644" y="1417"/>
                  <a:pt x="1644" y="1417"/>
                </a:cubicBezTo>
                <a:cubicBezTo>
                  <a:pt x="1613" y="1417"/>
                  <a:pt x="1588" y="1392"/>
                  <a:pt x="1588" y="1360"/>
                </a:cubicBezTo>
                <a:cubicBezTo>
                  <a:pt x="1588" y="113"/>
                  <a:pt x="1588" y="113"/>
                  <a:pt x="1588" y="113"/>
                </a:cubicBezTo>
                <a:cubicBezTo>
                  <a:pt x="1474" y="113"/>
                  <a:pt x="1474" y="113"/>
                  <a:pt x="1474" y="113"/>
                </a:cubicBezTo>
                <a:cubicBezTo>
                  <a:pt x="1474" y="1360"/>
                  <a:pt x="1474" y="1360"/>
                  <a:pt x="1474" y="1360"/>
                </a:cubicBezTo>
                <a:cubicBezTo>
                  <a:pt x="1474" y="1392"/>
                  <a:pt x="1449" y="1417"/>
                  <a:pt x="1418" y="1417"/>
                </a:cubicBezTo>
                <a:cubicBezTo>
                  <a:pt x="1078" y="1417"/>
                  <a:pt x="1078" y="1417"/>
                  <a:pt x="1078" y="1417"/>
                </a:cubicBezTo>
                <a:cubicBezTo>
                  <a:pt x="1046" y="1417"/>
                  <a:pt x="1021" y="1392"/>
                  <a:pt x="1021" y="1360"/>
                </a:cubicBezTo>
                <a:cubicBezTo>
                  <a:pt x="1021" y="453"/>
                  <a:pt x="1021" y="453"/>
                  <a:pt x="1021" y="453"/>
                </a:cubicBezTo>
                <a:cubicBezTo>
                  <a:pt x="907" y="453"/>
                  <a:pt x="907" y="453"/>
                  <a:pt x="907" y="453"/>
                </a:cubicBezTo>
                <a:cubicBezTo>
                  <a:pt x="907" y="1360"/>
                  <a:pt x="907" y="1360"/>
                  <a:pt x="907" y="1360"/>
                </a:cubicBezTo>
                <a:cubicBezTo>
                  <a:pt x="907" y="1392"/>
                  <a:pt x="882" y="1417"/>
                  <a:pt x="851" y="14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39" name="TextBox 7">
            <a:extLst>
              <a:ext uri="{FF2B5EF4-FFF2-40B4-BE49-F238E27FC236}">
                <a16:creationId xmlns:a16="http://schemas.microsoft.com/office/drawing/2014/main" id="{EBC9F547-8D2F-A179-5443-B7A2CCDFCC27}"/>
              </a:ext>
            </a:extLst>
          </p:cNvPr>
          <p:cNvSpPr txBox="1"/>
          <p:nvPr userDrawn="1"/>
        </p:nvSpPr>
        <p:spPr>
          <a:xfrm>
            <a:off x="14074922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140" name="TextBox 7">
            <a:extLst>
              <a:ext uri="{FF2B5EF4-FFF2-40B4-BE49-F238E27FC236}">
                <a16:creationId xmlns:a16="http://schemas.microsoft.com/office/drawing/2014/main" id="{4BD10CD7-310E-3FB8-B620-91699D755D30}"/>
              </a:ext>
            </a:extLst>
          </p:cNvPr>
          <p:cNvSpPr txBox="1"/>
          <p:nvPr userDrawn="1"/>
        </p:nvSpPr>
        <p:spPr>
          <a:xfrm>
            <a:off x="14074922" y="9652737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Druckweiter-verarbeitung</a:t>
            </a:r>
          </a:p>
        </p:txBody>
      </p:sp>
      <p:sp>
        <p:nvSpPr>
          <p:cNvPr id="141" name="TextBox 7">
            <a:extLst>
              <a:ext uri="{FF2B5EF4-FFF2-40B4-BE49-F238E27FC236}">
                <a16:creationId xmlns:a16="http://schemas.microsoft.com/office/drawing/2014/main" id="{BC5BA86B-B05E-10A5-4E1A-A11FA7EDBC4E}"/>
              </a:ext>
            </a:extLst>
          </p:cNvPr>
          <p:cNvSpPr txBox="1"/>
          <p:nvPr userDrawn="1"/>
        </p:nvSpPr>
        <p:spPr>
          <a:xfrm>
            <a:off x="15687398" y="9652737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Versand</a:t>
            </a:r>
          </a:p>
        </p:txBody>
      </p:sp>
      <p:sp>
        <p:nvSpPr>
          <p:cNvPr id="142" name="TextBox 7">
            <a:extLst>
              <a:ext uri="{FF2B5EF4-FFF2-40B4-BE49-F238E27FC236}">
                <a16:creationId xmlns:a16="http://schemas.microsoft.com/office/drawing/2014/main" id="{07429F52-D9D3-569D-A597-3EC8709E7D14}"/>
              </a:ext>
            </a:extLst>
          </p:cNvPr>
          <p:cNvSpPr txBox="1"/>
          <p:nvPr userDrawn="1"/>
        </p:nvSpPr>
        <p:spPr>
          <a:xfrm>
            <a:off x="10950147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Druckvorstufe</a:t>
            </a:r>
          </a:p>
        </p:txBody>
      </p:sp>
      <p:sp>
        <p:nvSpPr>
          <p:cNvPr id="143" name="TextBox 7">
            <a:extLst>
              <a:ext uri="{FF2B5EF4-FFF2-40B4-BE49-F238E27FC236}">
                <a16:creationId xmlns:a16="http://schemas.microsoft.com/office/drawing/2014/main" id="{7BD60688-5C92-02D7-92A2-71FB478B4D4A}"/>
              </a:ext>
            </a:extLst>
          </p:cNvPr>
          <p:cNvSpPr txBox="1"/>
          <p:nvPr userDrawn="1"/>
        </p:nvSpPr>
        <p:spPr>
          <a:xfrm>
            <a:off x="12654385" y="9652737"/>
            <a:ext cx="12710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Druckproduktion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82FFC8EE-84DA-80FA-62EA-998853797A49}"/>
              </a:ext>
            </a:extLst>
          </p:cNvPr>
          <p:cNvSpPr txBox="1"/>
          <p:nvPr userDrawn="1"/>
        </p:nvSpPr>
        <p:spPr>
          <a:xfrm>
            <a:off x="12420980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Kundenservice</a:t>
            </a:r>
          </a:p>
        </p:txBody>
      </p:sp>
      <p:sp>
        <p:nvSpPr>
          <p:cNvPr id="145" name="Freeform 23">
            <a:extLst>
              <a:ext uri="{FF2B5EF4-FFF2-40B4-BE49-F238E27FC236}">
                <a16:creationId xmlns:a16="http://schemas.microsoft.com/office/drawing/2014/main" id="{65EFEE57-25A2-BDDE-42C8-4241C835D43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2780178" y="4403074"/>
            <a:ext cx="1019513" cy="513202"/>
          </a:xfrm>
          <a:custGeom>
            <a:avLst/>
            <a:gdLst>
              <a:gd name="T0" fmla="*/ 1814 w 1927"/>
              <a:gd name="T1" fmla="*/ 154 h 968"/>
              <a:gd name="T2" fmla="*/ 1587 w 1927"/>
              <a:gd name="T3" fmla="*/ 778 h 968"/>
              <a:gd name="T4" fmla="*/ 1530 w 1927"/>
              <a:gd name="T5" fmla="*/ 98 h 968"/>
              <a:gd name="T6" fmla="*/ 1253 w 1927"/>
              <a:gd name="T7" fmla="*/ 154 h 968"/>
              <a:gd name="T8" fmla="*/ 1220 w 1927"/>
              <a:gd name="T9" fmla="*/ 0 h 968"/>
              <a:gd name="T10" fmla="*/ 655 w 1927"/>
              <a:gd name="T11" fmla="*/ 65 h 968"/>
              <a:gd name="T12" fmla="*/ 453 w 1927"/>
              <a:gd name="T13" fmla="*/ 154 h 968"/>
              <a:gd name="T14" fmla="*/ 56 w 1927"/>
              <a:gd name="T15" fmla="*/ 98 h 968"/>
              <a:gd name="T16" fmla="*/ 0 w 1927"/>
              <a:gd name="T17" fmla="*/ 835 h 968"/>
              <a:gd name="T18" fmla="*/ 113 w 1927"/>
              <a:gd name="T19" fmla="*/ 835 h 968"/>
              <a:gd name="T20" fmla="*/ 340 w 1927"/>
              <a:gd name="T21" fmla="*/ 211 h 968"/>
              <a:gd name="T22" fmla="*/ 340 w 1927"/>
              <a:gd name="T23" fmla="*/ 835 h 968"/>
              <a:gd name="T24" fmla="*/ 453 w 1927"/>
              <a:gd name="T25" fmla="*/ 835 h 968"/>
              <a:gd name="T26" fmla="*/ 569 w 1927"/>
              <a:gd name="T27" fmla="*/ 778 h 968"/>
              <a:gd name="T28" fmla="*/ 757 w 1927"/>
              <a:gd name="T29" fmla="*/ 968 h 968"/>
              <a:gd name="T30" fmla="*/ 1317 w 1927"/>
              <a:gd name="T31" fmla="*/ 833 h 968"/>
              <a:gd name="T32" fmla="*/ 1360 w 1927"/>
              <a:gd name="T33" fmla="*/ 776 h 968"/>
              <a:gd name="T34" fmla="*/ 1474 w 1927"/>
              <a:gd name="T35" fmla="*/ 835 h 968"/>
              <a:gd name="T36" fmla="*/ 1870 w 1927"/>
              <a:gd name="T37" fmla="*/ 891 h 968"/>
              <a:gd name="T38" fmla="*/ 1927 w 1927"/>
              <a:gd name="T39" fmla="*/ 154 h 968"/>
              <a:gd name="T40" fmla="*/ 777 w 1927"/>
              <a:gd name="T41" fmla="*/ 848 h 968"/>
              <a:gd name="T42" fmla="*/ 596 w 1927"/>
              <a:gd name="T43" fmla="*/ 665 h 968"/>
              <a:gd name="T44" fmla="*/ 453 w 1927"/>
              <a:gd name="T45" fmla="*/ 268 h 968"/>
              <a:gd name="T46" fmla="*/ 640 w 1927"/>
              <a:gd name="T47" fmla="*/ 249 h 968"/>
              <a:gd name="T48" fmla="*/ 803 w 1927"/>
              <a:gd name="T49" fmla="*/ 114 h 968"/>
              <a:gd name="T50" fmla="*/ 1066 w 1927"/>
              <a:gd name="T51" fmla="*/ 154 h 968"/>
              <a:gd name="T52" fmla="*/ 980 w 1927"/>
              <a:gd name="T53" fmla="*/ 154 h 968"/>
              <a:gd name="T54" fmla="*/ 618 w 1927"/>
              <a:gd name="T55" fmla="*/ 446 h 968"/>
              <a:gd name="T56" fmla="*/ 779 w 1927"/>
              <a:gd name="T57" fmla="*/ 626 h 968"/>
              <a:gd name="T58" fmla="*/ 970 w 1927"/>
              <a:gd name="T59" fmla="*/ 572 h 968"/>
              <a:gd name="T60" fmla="*/ 1205 w 1927"/>
              <a:gd name="T61" fmla="*/ 744 h 968"/>
              <a:gd name="T62" fmla="*/ 1285 w 1927"/>
              <a:gd name="T63" fmla="*/ 663 h 968"/>
              <a:gd name="T64" fmla="*/ 1084 w 1927"/>
              <a:gd name="T65" fmla="*/ 406 h 968"/>
              <a:gd name="T66" fmla="*/ 1082 w 1927"/>
              <a:gd name="T67" fmla="*/ 404 h 968"/>
              <a:gd name="T68" fmla="*/ 1078 w 1927"/>
              <a:gd name="T69" fmla="*/ 400 h 968"/>
              <a:gd name="T70" fmla="*/ 1074 w 1927"/>
              <a:gd name="T71" fmla="*/ 396 h 968"/>
              <a:gd name="T72" fmla="*/ 1069 w 1927"/>
              <a:gd name="T73" fmla="*/ 393 h 968"/>
              <a:gd name="T74" fmla="*/ 1064 w 1927"/>
              <a:gd name="T75" fmla="*/ 390 h 968"/>
              <a:gd name="T76" fmla="*/ 1059 w 1927"/>
              <a:gd name="T77" fmla="*/ 388 h 968"/>
              <a:gd name="T78" fmla="*/ 1054 w 1927"/>
              <a:gd name="T79" fmla="*/ 386 h 968"/>
              <a:gd name="T80" fmla="*/ 1048 w 1927"/>
              <a:gd name="T81" fmla="*/ 385 h 968"/>
              <a:gd name="T82" fmla="*/ 1043 w 1927"/>
              <a:gd name="T83" fmla="*/ 385 h 968"/>
              <a:gd name="T84" fmla="*/ 1038 w 1927"/>
              <a:gd name="T85" fmla="*/ 385 h 968"/>
              <a:gd name="T86" fmla="*/ 1032 w 1927"/>
              <a:gd name="T87" fmla="*/ 385 h 968"/>
              <a:gd name="T88" fmla="*/ 1027 w 1927"/>
              <a:gd name="T89" fmla="*/ 386 h 968"/>
              <a:gd name="T90" fmla="*/ 1022 w 1927"/>
              <a:gd name="T91" fmla="*/ 388 h 968"/>
              <a:gd name="T92" fmla="*/ 1016 w 1927"/>
              <a:gd name="T93" fmla="*/ 390 h 968"/>
              <a:gd name="T94" fmla="*/ 1011 w 1927"/>
              <a:gd name="T95" fmla="*/ 392 h 968"/>
              <a:gd name="T96" fmla="*/ 1007 w 1927"/>
              <a:gd name="T97" fmla="*/ 395 h 968"/>
              <a:gd name="T98" fmla="*/ 1004 w 1927"/>
              <a:gd name="T99" fmla="*/ 397 h 968"/>
              <a:gd name="T100" fmla="*/ 898 w 1927"/>
              <a:gd name="T101" fmla="*/ 484 h 968"/>
              <a:gd name="T102" fmla="*/ 738 w 1927"/>
              <a:gd name="T103" fmla="*/ 493 h 968"/>
              <a:gd name="T104" fmla="*/ 1020 w 1927"/>
              <a:gd name="T105" fmla="*/ 268 h 968"/>
              <a:gd name="T106" fmla="*/ 1474 w 1927"/>
              <a:gd name="T107" fmla="*/ 268 h 968"/>
              <a:gd name="T108" fmla="*/ 1285 w 1927"/>
              <a:gd name="T109" fmla="*/ 663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927" h="968">
                <a:moveTo>
                  <a:pt x="1870" y="98"/>
                </a:moveTo>
                <a:cubicBezTo>
                  <a:pt x="1839" y="98"/>
                  <a:pt x="1814" y="123"/>
                  <a:pt x="1814" y="154"/>
                </a:cubicBezTo>
                <a:cubicBezTo>
                  <a:pt x="1814" y="778"/>
                  <a:pt x="1814" y="778"/>
                  <a:pt x="1814" y="778"/>
                </a:cubicBezTo>
                <a:cubicBezTo>
                  <a:pt x="1587" y="778"/>
                  <a:pt x="1587" y="778"/>
                  <a:pt x="1587" y="778"/>
                </a:cubicBezTo>
                <a:cubicBezTo>
                  <a:pt x="1587" y="154"/>
                  <a:pt x="1587" y="154"/>
                  <a:pt x="1587" y="154"/>
                </a:cubicBezTo>
                <a:cubicBezTo>
                  <a:pt x="1587" y="123"/>
                  <a:pt x="1562" y="98"/>
                  <a:pt x="1530" y="98"/>
                </a:cubicBezTo>
                <a:cubicBezTo>
                  <a:pt x="1499" y="98"/>
                  <a:pt x="1474" y="123"/>
                  <a:pt x="1474" y="154"/>
                </a:cubicBezTo>
                <a:cubicBezTo>
                  <a:pt x="1253" y="154"/>
                  <a:pt x="1253" y="154"/>
                  <a:pt x="1253" y="154"/>
                </a:cubicBezTo>
                <a:cubicBezTo>
                  <a:pt x="1268" y="125"/>
                  <a:pt x="1277" y="92"/>
                  <a:pt x="1277" y="57"/>
                </a:cubicBezTo>
                <a:cubicBezTo>
                  <a:pt x="1277" y="26"/>
                  <a:pt x="1252" y="0"/>
                  <a:pt x="1220" y="0"/>
                </a:cubicBezTo>
                <a:cubicBezTo>
                  <a:pt x="803" y="0"/>
                  <a:pt x="803" y="0"/>
                  <a:pt x="803" y="0"/>
                </a:cubicBezTo>
                <a:cubicBezTo>
                  <a:pt x="747" y="0"/>
                  <a:pt x="693" y="24"/>
                  <a:pt x="655" y="65"/>
                </a:cubicBezTo>
                <a:cubicBezTo>
                  <a:pt x="573" y="154"/>
                  <a:pt x="573" y="154"/>
                  <a:pt x="573" y="154"/>
                </a:cubicBezTo>
                <a:cubicBezTo>
                  <a:pt x="453" y="154"/>
                  <a:pt x="453" y="154"/>
                  <a:pt x="453" y="154"/>
                </a:cubicBezTo>
                <a:cubicBezTo>
                  <a:pt x="453" y="123"/>
                  <a:pt x="428" y="98"/>
                  <a:pt x="396" y="98"/>
                </a:cubicBezTo>
                <a:cubicBezTo>
                  <a:pt x="56" y="98"/>
                  <a:pt x="56" y="98"/>
                  <a:pt x="56" y="98"/>
                </a:cubicBezTo>
                <a:cubicBezTo>
                  <a:pt x="25" y="98"/>
                  <a:pt x="0" y="123"/>
                  <a:pt x="0" y="154"/>
                </a:cubicBezTo>
                <a:cubicBezTo>
                  <a:pt x="0" y="835"/>
                  <a:pt x="0" y="835"/>
                  <a:pt x="0" y="835"/>
                </a:cubicBezTo>
                <a:cubicBezTo>
                  <a:pt x="0" y="866"/>
                  <a:pt x="25" y="891"/>
                  <a:pt x="56" y="891"/>
                </a:cubicBezTo>
                <a:cubicBezTo>
                  <a:pt x="88" y="891"/>
                  <a:pt x="113" y="866"/>
                  <a:pt x="113" y="835"/>
                </a:cubicBezTo>
                <a:cubicBezTo>
                  <a:pt x="113" y="211"/>
                  <a:pt x="113" y="211"/>
                  <a:pt x="113" y="211"/>
                </a:cubicBezTo>
                <a:cubicBezTo>
                  <a:pt x="340" y="211"/>
                  <a:pt x="340" y="211"/>
                  <a:pt x="340" y="211"/>
                </a:cubicBezTo>
                <a:cubicBezTo>
                  <a:pt x="340" y="721"/>
                  <a:pt x="340" y="721"/>
                  <a:pt x="340" y="721"/>
                </a:cubicBezTo>
                <a:cubicBezTo>
                  <a:pt x="340" y="835"/>
                  <a:pt x="340" y="835"/>
                  <a:pt x="340" y="835"/>
                </a:cubicBezTo>
                <a:cubicBezTo>
                  <a:pt x="340" y="866"/>
                  <a:pt x="365" y="891"/>
                  <a:pt x="396" y="891"/>
                </a:cubicBezTo>
                <a:cubicBezTo>
                  <a:pt x="428" y="891"/>
                  <a:pt x="453" y="866"/>
                  <a:pt x="453" y="835"/>
                </a:cubicBezTo>
                <a:cubicBezTo>
                  <a:pt x="453" y="778"/>
                  <a:pt x="453" y="778"/>
                  <a:pt x="453" y="778"/>
                </a:cubicBezTo>
                <a:cubicBezTo>
                  <a:pt x="569" y="778"/>
                  <a:pt x="569" y="778"/>
                  <a:pt x="569" y="778"/>
                </a:cubicBezTo>
                <a:cubicBezTo>
                  <a:pt x="714" y="948"/>
                  <a:pt x="714" y="948"/>
                  <a:pt x="714" y="948"/>
                </a:cubicBezTo>
                <a:cubicBezTo>
                  <a:pt x="724" y="961"/>
                  <a:pt x="740" y="968"/>
                  <a:pt x="757" y="968"/>
                </a:cubicBezTo>
                <a:cubicBezTo>
                  <a:pt x="761" y="968"/>
                  <a:pt x="766" y="968"/>
                  <a:pt x="770" y="967"/>
                </a:cubicBezTo>
                <a:cubicBezTo>
                  <a:pt x="1317" y="833"/>
                  <a:pt x="1317" y="833"/>
                  <a:pt x="1317" y="833"/>
                </a:cubicBezTo>
                <a:cubicBezTo>
                  <a:pt x="1336" y="829"/>
                  <a:pt x="1351" y="815"/>
                  <a:pt x="1357" y="797"/>
                </a:cubicBezTo>
                <a:cubicBezTo>
                  <a:pt x="1359" y="790"/>
                  <a:pt x="1360" y="783"/>
                  <a:pt x="1360" y="776"/>
                </a:cubicBezTo>
                <a:cubicBezTo>
                  <a:pt x="1474" y="776"/>
                  <a:pt x="1474" y="776"/>
                  <a:pt x="1474" y="776"/>
                </a:cubicBezTo>
                <a:cubicBezTo>
                  <a:pt x="1474" y="835"/>
                  <a:pt x="1474" y="835"/>
                  <a:pt x="1474" y="835"/>
                </a:cubicBezTo>
                <a:cubicBezTo>
                  <a:pt x="1474" y="866"/>
                  <a:pt x="1499" y="891"/>
                  <a:pt x="1530" y="891"/>
                </a:cubicBezTo>
                <a:cubicBezTo>
                  <a:pt x="1870" y="891"/>
                  <a:pt x="1870" y="891"/>
                  <a:pt x="1870" y="891"/>
                </a:cubicBezTo>
                <a:cubicBezTo>
                  <a:pt x="1902" y="891"/>
                  <a:pt x="1927" y="866"/>
                  <a:pt x="1927" y="835"/>
                </a:cubicBezTo>
                <a:cubicBezTo>
                  <a:pt x="1927" y="154"/>
                  <a:pt x="1927" y="154"/>
                  <a:pt x="1927" y="154"/>
                </a:cubicBezTo>
                <a:cubicBezTo>
                  <a:pt x="1927" y="123"/>
                  <a:pt x="1902" y="98"/>
                  <a:pt x="1870" y="98"/>
                </a:cubicBezTo>
                <a:close/>
                <a:moveTo>
                  <a:pt x="777" y="848"/>
                </a:moveTo>
                <a:cubicBezTo>
                  <a:pt x="639" y="685"/>
                  <a:pt x="639" y="685"/>
                  <a:pt x="639" y="685"/>
                </a:cubicBezTo>
                <a:cubicBezTo>
                  <a:pt x="628" y="672"/>
                  <a:pt x="612" y="665"/>
                  <a:pt x="596" y="665"/>
                </a:cubicBezTo>
                <a:cubicBezTo>
                  <a:pt x="453" y="665"/>
                  <a:pt x="453" y="665"/>
                  <a:pt x="453" y="665"/>
                </a:cubicBezTo>
                <a:cubicBezTo>
                  <a:pt x="453" y="268"/>
                  <a:pt x="453" y="268"/>
                  <a:pt x="453" y="268"/>
                </a:cubicBezTo>
                <a:cubicBezTo>
                  <a:pt x="598" y="268"/>
                  <a:pt x="598" y="268"/>
                  <a:pt x="598" y="268"/>
                </a:cubicBezTo>
                <a:cubicBezTo>
                  <a:pt x="614" y="268"/>
                  <a:pt x="629" y="261"/>
                  <a:pt x="640" y="249"/>
                </a:cubicBezTo>
                <a:cubicBezTo>
                  <a:pt x="739" y="142"/>
                  <a:pt x="739" y="142"/>
                  <a:pt x="739" y="142"/>
                </a:cubicBezTo>
                <a:cubicBezTo>
                  <a:pt x="755" y="124"/>
                  <a:pt x="779" y="114"/>
                  <a:pt x="803" y="114"/>
                </a:cubicBezTo>
                <a:cubicBezTo>
                  <a:pt x="1145" y="114"/>
                  <a:pt x="1145" y="114"/>
                  <a:pt x="1145" y="114"/>
                </a:cubicBezTo>
                <a:cubicBezTo>
                  <a:pt x="1128" y="138"/>
                  <a:pt x="1099" y="154"/>
                  <a:pt x="1066" y="154"/>
                </a:cubicBezTo>
                <a:cubicBezTo>
                  <a:pt x="1020" y="154"/>
                  <a:pt x="1020" y="154"/>
                  <a:pt x="1020" y="154"/>
                </a:cubicBezTo>
                <a:cubicBezTo>
                  <a:pt x="980" y="154"/>
                  <a:pt x="980" y="154"/>
                  <a:pt x="980" y="154"/>
                </a:cubicBezTo>
                <a:cubicBezTo>
                  <a:pt x="967" y="154"/>
                  <a:pt x="954" y="159"/>
                  <a:pt x="943" y="168"/>
                </a:cubicBezTo>
                <a:cubicBezTo>
                  <a:pt x="618" y="446"/>
                  <a:pt x="618" y="446"/>
                  <a:pt x="618" y="446"/>
                </a:cubicBezTo>
                <a:cubicBezTo>
                  <a:pt x="596" y="465"/>
                  <a:pt x="592" y="498"/>
                  <a:pt x="609" y="522"/>
                </a:cubicBezTo>
                <a:cubicBezTo>
                  <a:pt x="648" y="579"/>
                  <a:pt x="710" y="616"/>
                  <a:pt x="779" y="626"/>
                </a:cubicBezTo>
                <a:cubicBezTo>
                  <a:pt x="790" y="628"/>
                  <a:pt x="801" y="628"/>
                  <a:pt x="812" y="628"/>
                </a:cubicBezTo>
                <a:cubicBezTo>
                  <a:pt x="870" y="628"/>
                  <a:pt x="926" y="608"/>
                  <a:pt x="970" y="572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205" y="744"/>
                  <a:pt x="1205" y="744"/>
                  <a:pt x="1205" y="744"/>
                </a:cubicBezTo>
                <a:lnTo>
                  <a:pt x="777" y="848"/>
                </a:lnTo>
                <a:close/>
                <a:moveTo>
                  <a:pt x="1285" y="663"/>
                </a:move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5"/>
                </a:cubicBezTo>
                <a:cubicBezTo>
                  <a:pt x="1083" y="405"/>
                  <a:pt x="1083" y="404"/>
                  <a:pt x="1082" y="404"/>
                </a:cubicBezTo>
                <a:cubicBezTo>
                  <a:pt x="1081" y="403"/>
                  <a:pt x="1081" y="402"/>
                  <a:pt x="1080" y="402"/>
                </a:cubicBezTo>
                <a:cubicBezTo>
                  <a:pt x="1079" y="401"/>
                  <a:pt x="1079" y="400"/>
                  <a:pt x="1078" y="400"/>
                </a:cubicBezTo>
                <a:cubicBezTo>
                  <a:pt x="1077" y="399"/>
                  <a:pt x="1077" y="398"/>
                  <a:pt x="1076" y="398"/>
                </a:cubicBezTo>
                <a:cubicBezTo>
                  <a:pt x="1075" y="397"/>
                  <a:pt x="1074" y="397"/>
                  <a:pt x="1074" y="396"/>
                </a:cubicBezTo>
                <a:cubicBezTo>
                  <a:pt x="1073" y="395"/>
                  <a:pt x="1072" y="395"/>
                  <a:pt x="1072" y="394"/>
                </a:cubicBezTo>
                <a:cubicBezTo>
                  <a:pt x="1071" y="394"/>
                  <a:pt x="1070" y="393"/>
                  <a:pt x="1069" y="393"/>
                </a:cubicBezTo>
                <a:cubicBezTo>
                  <a:pt x="1068" y="392"/>
                  <a:pt x="1068" y="392"/>
                  <a:pt x="1067" y="392"/>
                </a:cubicBezTo>
                <a:cubicBezTo>
                  <a:pt x="1066" y="391"/>
                  <a:pt x="1065" y="391"/>
                  <a:pt x="1064" y="390"/>
                </a:cubicBezTo>
                <a:cubicBezTo>
                  <a:pt x="1063" y="390"/>
                  <a:pt x="1063" y="389"/>
                  <a:pt x="1062" y="389"/>
                </a:cubicBezTo>
                <a:cubicBezTo>
                  <a:pt x="1061" y="389"/>
                  <a:pt x="1060" y="388"/>
                  <a:pt x="1059" y="388"/>
                </a:cubicBezTo>
                <a:cubicBezTo>
                  <a:pt x="1058" y="388"/>
                  <a:pt x="1057" y="388"/>
                  <a:pt x="1057" y="387"/>
                </a:cubicBezTo>
                <a:cubicBezTo>
                  <a:pt x="1056" y="387"/>
                  <a:pt x="1055" y="387"/>
                  <a:pt x="1054" y="386"/>
                </a:cubicBezTo>
                <a:cubicBezTo>
                  <a:pt x="1053" y="386"/>
                  <a:pt x="1052" y="386"/>
                  <a:pt x="1051" y="386"/>
                </a:cubicBezTo>
                <a:cubicBezTo>
                  <a:pt x="1050" y="386"/>
                  <a:pt x="1049" y="386"/>
                  <a:pt x="1048" y="385"/>
                </a:cubicBezTo>
                <a:cubicBezTo>
                  <a:pt x="1048" y="385"/>
                  <a:pt x="1047" y="385"/>
                  <a:pt x="1046" y="385"/>
                </a:cubicBezTo>
                <a:cubicBezTo>
                  <a:pt x="1045" y="385"/>
                  <a:pt x="1044" y="385"/>
                  <a:pt x="1043" y="385"/>
                </a:cubicBezTo>
                <a:cubicBezTo>
                  <a:pt x="1042" y="385"/>
                  <a:pt x="1041" y="385"/>
                  <a:pt x="1041" y="385"/>
                </a:cubicBezTo>
                <a:cubicBezTo>
                  <a:pt x="1040" y="385"/>
                  <a:pt x="1039" y="385"/>
                  <a:pt x="1038" y="385"/>
                </a:cubicBezTo>
                <a:cubicBezTo>
                  <a:pt x="1037" y="385"/>
                  <a:pt x="1036" y="385"/>
                  <a:pt x="1035" y="385"/>
                </a:cubicBezTo>
                <a:cubicBezTo>
                  <a:pt x="1034" y="385"/>
                  <a:pt x="1033" y="385"/>
                  <a:pt x="1032" y="385"/>
                </a:cubicBezTo>
                <a:cubicBezTo>
                  <a:pt x="1031" y="385"/>
                  <a:pt x="1031" y="385"/>
                  <a:pt x="1030" y="386"/>
                </a:cubicBezTo>
                <a:cubicBezTo>
                  <a:pt x="1029" y="386"/>
                  <a:pt x="1028" y="386"/>
                  <a:pt x="1027" y="386"/>
                </a:cubicBezTo>
                <a:cubicBezTo>
                  <a:pt x="1026" y="386"/>
                  <a:pt x="1025" y="387"/>
                  <a:pt x="1024" y="387"/>
                </a:cubicBezTo>
                <a:cubicBezTo>
                  <a:pt x="1023" y="387"/>
                  <a:pt x="1022" y="387"/>
                  <a:pt x="1022" y="388"/>
                </a:cubicBezTo>
                <a:cubicBezTo>
                  <a:pt x="1021" y="388"/>
                  <a:pt x="1020" y="388"/>
                  <a:pt x="1019" y="389"/>
                </a:cubicBezTo>
                <a:cubicBezTo>
                  <a:pt x="1018" y="389"/>
                  <a:pt x="1017" y="389"/>
                  <a:pt x="1016" y="390"/>
                </a:cubicBezTo>
                <a:cubicBezTo>
                  <a:pt x="1016" y="390"/>
                  <a:pt x="1015" y="391"/>
                  <a:pt x="1014" y="391"/>
                </a:cubicBezTo>
                <a:cubicBezTo>
                  <a:pt x="1013" y="391"/>
                  <a:pt x="1012" y="392"/>
                  <a:pt x="1011" y="392"/>
                </a:cubicBezTo>
                <a:cubicBezTo>
                  <a:pt x="1011" y="393"/>
                  <a:pt x="1010" y="393"/>
                  <a:pt x="1009" y="394"/>
                </a:cubicBezTo>
                <a:cubicBezTo>
                  <a:pt x="1008" y="394"/>
                  <a:pt x="1007" y="395"/>
                  <a:pt x="1007" y="395"/>
                </a:cubicBezTo>
                <a:cubicBezTo>
                  <a:pt x="1006" y="396"/>
                  <a:pt x="1005" y="396"/>
                  <a:pt x="1005" y="397"/>
                </a:cubicBezTo>
                <a:cubicBezTo>
                  <a:pt x="1005" y="397"/>
                  <a:pt x="1005" y="397"/>
                  <a:pt x="1004" y="397"/>
                </a:cubicBezTo>
                <a:cubicBezTo>
                  <a:pt x="1004" y="397"/>
                  <a:pt x="1004" y="397"/>
                  <a:pt x="1004" y="398"/>
                </a:cubicBezTo>
                <a:cubicBezTo>
                  <a:pt x="898" y="484"/>
                  <a:pt x="898" y="484"/>
                  <a:pt x="898" y="484"/>
                </a:cubicBezTo>
                <a:cubicBezTo>
                  <a:pt x="869" y="508"/>
                  <a:pt x="832" y="519"/>
                  <a:pt x="794" y="514"/>
                </a:cubicBezTo>
                <a:cubicBezTo>
                  <a:pt x="774" y="511"/>
                  <a:pt x="755" y="504"/>
                  <a:pt x="738" y="493"/>
                </a:cubicBezTo>
                <a:cubicBezTo>
                  <a:pt x="1001" y="268"/>
                  <a:pt x="1001" y="268"/>
                  <a:pt x="1001" y="268"/>
                </a:cubicBezTo>
                <a:cubicBezTo>
                  <a:pt x="1020" y="268"/>
                  <a:pt x="1020" y="268"/>
                  <a:pt x="1020" y="268"/>
                </a:cubicBezTo>
                <a:cubicBezTo>
                  <a:pt x="1066" y="268"/>
                  <a:pt x="1066" y="268"/>
                  <a:pt x="1066" y="268"/>
                </a:cubicBezTo>
                <a:cubicBezTo>
                  <a:pt x="1474" y="268"/>
                  <a:pt x="1474" y="268"/>
                  <a:pt x="1474" y="268"/>
                </a:cubicBezTo>
                <a:cubicBezTo>
                  <a:pt x="1474" y="663"/>
                  <a:pt x="1474" y="663"/>
                  <a:pt x="1474" y="663"/>
                </a:cubicBezTo>
                <a:lnTo>
                  <a:pt x="1285" y="6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46" name="Freeform 27">
            <a:extLst>
              <a:ext uri="{FF2B5EF4-FFF2-40B4-BE49-F238E27FC236}">
                <a16:creationId xmlns:a16="http://schemas.microsoft.com/office/drawing/2014/main" id="{D30B506A-8646-8B53-D52D-3E41E10AD1D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4536034" y="8430517"/>
            <a:ext cx="815685" cy="1016396"/>
          </a:xfrm>
          <a:custGeom>
            <a:avLst/>
            <a:gdLst>
              <a:gd name="T0" fmla="*/ 1309 w 1366"/>
              <a:gd name="T1" fmla="*/ 172 h 1703"/>
              <a:gd name="T2" fmla="*/ 912 w 1366"/>
              <a:gd name="T3" fmla="*/ 172 h 1703"/>
              <a:gd name="T4" fmla="*/ 912 w 1366"/>
              <a:gd name="T5" fmla="*/ 59 h 1703"/>
              <a:gd name="T6" fmla="*/ 891 w 1366"/>
              <a:gd name="T7" fmla="*/ 15 h 1703"/>
              <a:gd name="T8" fmla="*/ 844 w 1366"/>
              <a:gd name="T9" fmla="*/ 3 h 1703"/>
              <a:gd name="T10" fmla="*/ 50 w 1366"/>
              <a:gd name="T11" fmla="*/ 173 h 1703"/>
              <a:gd name="T12" fmla="*/ 5 w 1366"/>
              <a:gd name="T13" fmla="*/ 229 h 1703"/>
              <a:gd name="T14" fmla="*/ 5 w 1366"/>
              <a:gd name="T15" fmla="*/ 1079 h 1703"/>
              <a:gd name="T16" fmla="*/ 62 w 1366"/>
              <a:gd name="T17" fmla="*/ 1136 h 1703"/>
              <a:gd name="T18" fmla="*/ 118 w 1366"/>
              <a:gd name="T19" fmla="*/ 1079 h 1703"/>
              <a:gd name="T20" fmla="*/ 118 w 1366"/>
              <a:gd name="T21" fmla="*/ 275 h 1703"/>
              <a:gd name="T22" fmla="*/ 799 w 1366"/>
              <a:gd name="T23" fmla="*/ 129 h 1703"/>
              <a:gd name="T24" fmla="*/ 799 w 1366"/>
              <a:gd name="T25" fmla="*/ 229 h 1703"/>
              <a:gd name="T26" fmla="*/ 799 w 1366"/>
              <a:gd name="T27" fmla="*/ 1476 h 1703"/>
              <a:gd name="T28" fmla="*/ 799 w 1366"/>
              <a:gd name="T29" fmla="*/ 1576 h 1703"/>
              <a:gd name="T30" fmla="*/ 74 w 1366"/>
              <a:gd name="T31" fmla="*/ 1421 h 1703"/>
              <a:gd name="T32" fmla="*/ 6 w 1366"/>
              <a:gd name="T33" fmla="*/ 1464 h 1703"/>
              <a:gd name="T34" fmla="*/ 50 w 1366"/>
              <a:gd name="T35" fmla="*/ 1531 h 1703"/>
              <a:gd name="T36" fmla="*/ 844 w 1366"/>
              <a:gd name="T37" fmla="*/ 1701 h 1703"/>
              <a:gd name="T38" fmla="*/ 855 w 1366"/>
              <a:gd name="T39" fmla="*/ 1703 h 1703"/>
              <a:gd name="T40" fmla="*/ 891 w 1366"/>
              <a:gd name="T41" fmla="*/ 1690 h 1703"/>
              <a:gd name="T42" fmla="*/ 912 w 1366"/>
              <a:gd name="T43" fmla="*/ 1646 h 1703"/>
              <a:gd name="T44" fmla="*/ 912 w 1366"/>
              <a:gd name="T45" fmla="*/ 1533 h 1703"/>
              <a:gd name="T46" fmla="*/ 1309 w 1366"/>
              <a:gd name="T47" fmla="*/ 1533 h 1703"/>
              <a:gd name="T48" fmla="*/ 1366 w 1366"/>
              <a:gd name="T49" fmla="*/ 1476 h 1703"/>
              <a:gd name="T50" fmla="*/ 1366 w 1366"/>
              <a:gd name="T51" fmla="*/ 229 h 1703"/>
              <a:gd name="T52" fmla="*/ 1309 w 1366"/>
              <a:gd name="T53" fmla="*/ 172 h 1703"/>
              <a:gd name="T54" fmla="*/ 1252 w 1366"/>
              <a:gd name="T55" fmla="*/ 1419 h 1703"/>
              <a:gd name="T56" fmla="*/ 912 w 1366"/>
              <a:gd name="T57" fmla="*/ 1419 h 1703"/>
              <a:gd name="T58" fmla="*/ 912 w 1366"/>
              <a:gd name="T59" fmla="*/ 1022 h 1703"/>
              <a:gd name="T60" fmla="*/ 1082 w 1366"/>
              <a:gd name="T61" fmla="*/ 1022 h 1703"/>
              <a:gd name="T62" fmla="*/ 1139 w 1366"/>
              <a:gd name="T63" fmla="*/ 966 h 1703"/>
              <a:gd name="T64" fmla="*/ 1082 w 1366"/>
              <a:gd name="T65" fmla="*/ 909 h 1703"/>
              <a:gd name="T66" fmla="*/ 912 w 1366"/>
              <a:gd name="T67" fmla="*/ 909 h 1703"/>
              <a:gd name="T68" fmla="*/ 912 w 1366"/>
              <a:gd name="T69" fmla="*/ 796 h 1703"/>
              <a:gd name="T70" fmla="*/ 1082 w 1366"/>
              <a:gd name="T71" fmla="*/ 796 h 1703"/>
              <a:gd name="T72" fmla="*/ 1139 w 1366"/>
              <a:gd name="T73" fmla="*/ 739 h 1703"/>
              <a:gd name="T74" fmla="*/ 1082 w 1366"/>
              <a:gd name="T75" fmla="*/ 682 h 1703"/>
              <a:gd name="T76" fmla="*/ 912 w 1366"/>
              <a:gd name="T77" fmla="*/ 682 h 1703"/>
              <a:gd name="T78" fmla="*/ 912 w 1366"/>
              <a:gd name="T79" fmla="*/ 569 h 1703"/>
              <a:gd name="T80" fmla="*/ 1082 w 1366"/>
              <a:gd name="T81" fmla="*/ 569 h 1703"/>
              <a:gd name="T82" fmla="*/ 1139 w 1366"/>
              <a:gd name="T83" fmla="*/ 512 h 1703"/>
              <a:gd name="T84" fmla="*/ 1082 w 1366"/>
              <a:gd name="T85" fmla="*/ 455 h 1703"/>
              <a:gd name="T86" fmla="*/ 912 w 1366"/>
              <a:gd name="T87" fmla="*/ 455 h 1703"/>
              <a:gd name="T88" fmla="*/ 912 w 1366"/>
              <a:gd name="T89" fmla="*/ 285 h 1703"/>
              <a:gd name="T90" fmla="*/ 1252 w 1366"/>
              <a:gd name="T91" fmla="*/ 285 h 1703"/>
              <a:gd name="T92" fmla="*/ 1252 w 1366"/>
              <a:gd name="T93" fmla="*/ 1419 h 1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66" h="1703">
                <a:moveTo>
                  <a:pt x="1309" y="172"/>
                </a:moveTo>
                <a:cubicBezTo>
                  <a:pt x="912" y="172"/>
                  <a:pt x="912" y="172"/>
                  <a:pt x="912" y="172"/>
                </a:cubicBezTo>
                <a:cubicBezTo>
                  <a:pt x="912" y="59"/>
                  <a:pt x="912" y="59"/>
                  <a:pt x="912" y="59"/>
                </a:cubicBezTo>
                <a:cubicBezTo>
                  <a:pt x="912" y="42"/>
                  <a:pt x="904" y="25"/>
                  <a:pt x="891" y="15"/>
                </a:cubicBezTo>
                <a:cubicBezTo>
                  <a:pt x="878" y="4"/>
                  <a:pt x="860" y="0"/>
                  <a:pt x="844" y="3"/>
                </a:cubicBezTo>
                <a:cubicBezTo>
                  <a:pt x="50" y="173"/>
                  <a:pt x="50" y="173"/>
                  <a:pt x="50" y="173"/>
                </a:cubicBezTo>
                <a:cubicBezTo>
                  <a:pt x="24" y="179"/>
                  <a:pt x="5" y="202"/>
                  <a:pt x="5" y="229"/>
                </a:cubicBezTo>
                <a:cubicBezTo>
                  <a:pt x="5" y="1079"/>
                  <a:pt x="5" y="1079"/>
                  <a:pt x="5" y="1079"/>
                </a:cubicBezTo>
                <a:cubicBezTo>
                  <a:pt x="5" y="1110"/>
                  <a:pt x="30" y="1136"/>
                  <a:pt x="62" y="1136"/>
                </a:cubicBezTo>
                <a:cubicBezTo>
                  <a:pt x="93" y="1136"/>
                  <a:pt x="118" y="1110"/>
                  <a:pt x="118" y="1079"/>
                </a:cubicBezTo>
                <a:cubicBezTo>
                  <a:pt x="118" y="275"/>
                  <a:pt x="118" y="275"/>
                  <a:pt x="118" y="275"/>
                </a:cubicBezTo>
                <a:cubicBezTo>
                  <a:pt x="799" y="129"/>
                  <a:pt x="799" y="129"/>
                  <a:pt x="799" y="129"/>
                </a:cubicBezTo>
                <a:cubicBezTo>
                  <a:pt x="799" y="229"/>
                  <a:pt x="799" y="229"/>
                  <a:pt x="799" y="229"/>
                </a:cubicBezTo>
                <a:cubicBezTo>
                  <a:pt x="799" y="1476"/>
                  <a:pt x="799" y="1476"/>
                  <a:pt x="799" y="1476"/>
                </a:cubicBezTo>
                <a:cubicBezTo>
                  <a:pt x="799" y="1576"/>
                  <a:pt x="799" y="1576"/>
                  <a:pt x="799" y="1576"/>
                </a:cubicBezTo>
                <a:cubicBezTo>
                  <a:pt x="74" y="1421"/>
                  <a:pt x="74" y="1421"/>
                  <a:pt x="74" y="1421"/>
                </a:cubicBezTo>
                <a:cubicBezTo>
                  <a:pt x="43" y="1414"/>
                  <a:pt x="13" y="1433"/>
                  <a:pt x="6" y="1464"/>
                </a:cubicBezTo>
                <a:cubicBezTo>
                  <a:pt x="0" y="1495"/>
                  <a:pt x="19" y="1525"/>
                  <a:pt x="50" y="1531"/>
                </a:cubicBezTo>
                <a:cubicBezTo>
                  <a:pt x="844" y="1701"/>
                  <a:pt x="844" y="1701"/>
                  <a:pt x="844" y="1701"/>
                </a:cubicBezTo>
                <a:cubicBezTo>
                  <a:pt x="847" y="1702"/>
                  <a:pt x="851" y="1703"/>
                  <a:pt x="855" y="1703"/>
                </a:cubicBezTo>
                <a:cubicBezTo>
                  <a:pt x="868" y="1703"/>
                  <a:pt x="881" y="1698"/>
                  <a:pt x="891" y="1690"/>
                </a:cubicBezTo>
                <a:cubicBezTo>
                  <a:pt x="904" y="1679"/>
                  <a:pt x="912" y="1663"/>
                  <a:pt x="912" y="1646"/>
                </a:cubicBezTo>
                <a:cubicBezTo>
                  <a:pt x="912" y="1533"/>
                  <a:pt x="912" y="1533"/>
                  <a:pt x="912" y="1533"/>
                </a:cubicBezTo>
                <a:cubicBezTo>
                  <a:pt x="1309" y="1533"/>
                  <a:pt x="1309" y="1533"/>
                  <a:pt x="1309" y="1533"/>
                </a:cubicBezTo>
                <a:cubicBezTo>
                  <a:pt x="1340" y="1533"/>
                  <a:pt x="1366" y="1507"/>
                  <a:pt x="1366" y="1476"/>
                </a:cubicBezTo>
                <a:cubicBezTo>
                  <a:pt x="1366" y="229"/>
                  <a:pt x="1366" y="229"/>
                  <a:pt x="1366" y="229"/>
                </a:cubicBezTo>
                <a:cubicBezTo>
                  <a:pt x="1366" y="197"/>
                  <a:pt x="1340" y="172"/>
                  <a:pt x="1309" y="172"/>
                </a:cubicBezTo>
                <a:close/>
                <a:moveTo>
                  <a:pt x="1252" y="1419"/>
                </a:moveTo>
                <a:cubicBezTo>
                  <a:pt x="912" y="1419"/>
                  <a:pt x="912" y="1419"/>
                  <a:pt x="912" y="1419"/>
                </a:cubicBezTo>
                <a:cubicBezTo>
                  <a:pt x="912" y="1022"/>
                  <a:pt x="912" y="1022"/>
                  <a:pt x="912" y="1022"/>
                </a:cubicBezTo>
                <a:cubicBezTo>
                  <a:pt x="1082" y="1022"/>
                  <a:pt x="1082" y="1022"/>
                  <a:pt x="1082" y="1022"/>
                </a:cubicBezTo>
                <a:cubicBezTo>
                  <a:pt x="1113" y="1022"/>
                  <a:pt x="1139" y="997"/>
                  <a:pt x="1139" y="966"/>
                </a:cubicBezTo>
                <a:cubicBezTo>
                  <a:pt x="1139" y="934"/>
                  <a:pt x="1113" y="909"/>
                  <a:pt x="1082" y="909"/>
                </a:cubicBezTo>
                <a:cubicBezTo>
                  <a:pt x="912" y="909"/>
                  <a:pt x="912" y="909"/>
                  <a:pt x="912" y="909"/>
                </a:cubicBezTo>
                <a:cubicBezTo>
                  <a:pt x="912" y="796"/>
                  <a:pt x="912" y="796"/>
                  <a:pt x="912" y="796"/>
                </a:cubicBezTo>
                <a:cubicBezTo>
                  <a:pt x="1082" y="796"/>
                  <a:pt x="1082" y="796"/>
                  <a:pt x="1082" y="796"/>
                </a:cubicBezTo>
                <a:cubicBezTo>
                  <a:pt x="1113" y="796"/>
                  <a:pt x="1139" y="770"/>
                  <a:pt x="1139" y="739"/>
                </a:cubicBezTo>
                <a:cubicBezTo>
                  <a:pt x="1139" y="708"/>
                  <a:pt x="1113" y="682"/>
                  <a:pt x="1082" y="682"/>
                </a:cubicBezTo>
                <a:cubicBezTo>
                  <a:pt x="912" y="682"/>
                  <a:pt x="912" y="682"/>
                  <a:pt x="912" y="682"/>
                </a:cubicBezTo>
                <a:cubicBezTo>
                  <a:pt x="912" y="569"/>
                  <a:pt x="912" y="569"/>
                  <a:pt x="912" y="569"/>
                </a:cubicBezTo>
                <a:cubicBezTo>
                  <a:pt x="1082" y="569"/>
                  <a:pt x="1082" y="569"/>
                  <a:pt x="1082" y="569"/>
                </a:cubicBezTo>
                <a:cubicBezTo>
                  <a:pt x="1113" y="569"/>
                  <a:pt x="1139" y="543"/>
                  <a:pt x="1139" y="512"/>
                </a:cubicBezTo>
                <a:cubicBezTo>
                  <a:pt x="1139" y="481"/>
                  <a:pt x="1113" y="455"/>
                  <a:pt x="1082" y="455"/>
                </a:cubicBezTo>
                <a:cubicBezTo>
                  <a:pt x="912" y="455"/>
                  <a:pt x="912" y="455"/>
                  <a:pt x="912" y="455"/>
                </a:cubicBezTo>
                <a:cubicBezTo>
                  <a:pt x="912" y="285"/>
                  <a:pt x="912" y="285"/>
                  <a:pt x="912" y="285"/>
                </a:cubicBezTo>
                <a:cubicBezTo>
                  <a:pt x="1252" y="285"/>
                  <a:pt x="1252" y="285"/>
                  <a:pt x="1252" y="285"/>
                </a:cubicBezTo>
                <a:lnTo>
                  <a:pt x="1252" y="14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47" name="Gruppieren 146">
            <a:extLst>
              <a:ext uri="{FF2B5EF4-FFF2-40B4-BE49-F238E27FC236}">
                <a16:creationId xmlns:a16="http://schemas.microsoft.com/office/drawing/2014/main" id="{25E267AA-E783-E3EA-E265-47CE5E214519}"/>
              </a:ext>
            </a:extLst>
          </p:cNvPr>
          <p:cNvGrpSpPr/>
          <p:nvPr userDrawn="1"/>
        </p:nvGrpSpPr>
        <p:grpSpPr>
          <a:xfrm>
            <a:off x="12778270" y="8477653"/>
            <a:ext cx="1023328" cy="851924"/>
            <a:chOff x="6410325" y="5826125"/>
            <a:chExt cx="4776788" cy="3976688"/>
          </a:xfrm>
        </p:grpSpPr>
        <p:sp>
          <p:nvSpPr>
            <p:cNvPr id="148" name="Freeform 31">
              <a:extLst>
                <a:ext uri="{FF2B5EF4-FFF2-40B4-BE49-F238E27FC236}">
                  <a16:creationId xmlns:a16="http://schemas.microsoft.com/office/drawing/2014/main" id="{8F44195F-780C-5B0F-EE37-72B295D7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1338" y="7891463"/>
              <a:ext cx="1590675" cy="319088"/>
            </a:xfrm>
            <a:custGeom>
              <a:avLst/>
              <a:gdLst>
                <a:gd name="T0" fmla="*/ 567 w 567"/>
                <a:gd name="T1" fmla="*/ 57 h 114"/>
                <a:gd name="T2" fmla="*/ 510 w 567"/>
                <a:gd name="T3" fmla="*/ 0 h 114"/>
                <a:gd name="T4" fmla="*/ 57 w 567"/>
                <a:gd name="T5" fmla="*/ 0 h 114"/>
                <a:gd name="T6" fmla="*/ 0 w 567"/>
                <a:gd name="T7" fmla="*/ 57 h 114"/>
                <a:gd name="T8" fmla="*/ 57 w 567"/>
                <a:gd name="T9" fmla="*/ 114 h 114"/>
                <a:gd name="T10" fmla="*/ 510 w 567"/>
                <a:gd name="T11" fmla="*/ 114 h 114"/>
                <a:gd name="T12" fmla="*/ 567 w 567"/>
                <a:gd name="T13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4">
                  <a:moveTo>
                    <a:pt x="567" y="57"/>
                  </a:moveTo>
                  <a:cubicBezTo>
                    <a:pt x="567" y="26"/>
                    <a:pt x="542" y="0"/>
                    <a:pt x="51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6"/>
                    <a:pt x="0" y="57"/>
                  </a:cubicBezTo>
                  <a:cubicBezTo>
                    <a:pt x="0" y="88"/>
                    <a:pt x="25" y="114"/>
                    <a:pt x="57" y="114"/>
                  </a:cubicBezTo>
                  <a:cubicBezTo>
                    <a:pt x="510" y="114"/>
                    <a:pt x="510" y="114"/>
                    <a:pt x="510" y="114"/>
                  </a:cubicBezTo>
                  <a:cubicBezTo>
                    <a:pt x="542" y="114"/>
                    <a:pt x="567" y="88"/>
                    <a:pt x="567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9" name="Freeform 32">
              <a:extLst>
                <a:ext uri="{FF2B5EF4-FFF2-40B4-BE49-F238E27FC236}">
                  <a16:creationId xmlns:a16="http://schemas.microsoft.com/office/drawing/2014/main" id="{9A27EF0F-717D-DE26-8A41-7EBE3D95C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9175" y="8688388"/>
              <a:ext cx="1589088" cy="317500"/>
            </a:xfrm>
            <a:custGeom>
              <a:avLst/>
              <a:gdLst>
                <a:gd name="T0" fmla="*/ 511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1 w 567"/>
                <a:gd name="T9" fmla="*/ 113 h 113"/>
                <a:gd name="T10" fmla="*/ 567 w 567"/>
                <a:gd name="T11" fmla="*/ 56 h 113"/>
                <a:gd name="T12" fmla="*/ 511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1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1" y="113"/>
                    <a:pt x="511" y="113"/>
                    <a:pt x="511" y="113"/>
                  </a:cubicBezTo>
                  <a:cubicBezTo>
                    <a:pt x="542" y="113"/>
                    <a:pt x="567" y="88"/>
                    <a:pt x="567" y="56"/>
                  </a:cubicBezTo>
                  <a:cubicBezTo>
                    <a:pt x="567" y="25"/>
                    <a:pt x="542" y="0"/>
                    <a:pt x="5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0" name="Freeform 33">
              <a:extLst>
                <a:ext uri="{FF2B5EF4-FFF2-40B4-BE49-F238E27FC236}">
                  <a16:creationId xmlns:a16="http://schemas.microsoft.com/office/drawing/2014/main" id="{0636C3BD-2B1E-C7B3-4FF4-FFDC38AFF8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10325" y="5826125"/>
              <a:ext cx="4776788" cy="3976688"/>
            </a:xfrm>
            <a:custGeom>
              <a:avLst/>
              <a:gdLst>
                <a:gd name="T0" fmla="*/ 1465 w 1704"/>
                <a:gd name="T1" fmla="*/ 705 h 1417"/>
                <a:gd name="T2" fmla="*/ 1646 w 1704"/>
                <a:gd name="T3" fmla="*/ 311 h 1417"/>
                <a:gd name="T4" fmla="*/ 909 w 1704"/>
                <a:gd name="T5" fmla="*/ 0 h 1417"/>
                <a:gd name="T6" fmla="*/ 909 w 1704"/>
                <a:gd name="T7" fmla="*/ 113 h 1417"/>
                <a:gd name="T8" fmla="*/ 1533 w 1704"/>
                <a:gd name="T9" fmla="*/ 311 h 1417"/>
                <a:gd name="T10" fmla="*/ 552 w 1704"/>
                <a:gd name="T11" fmla="*/ 510 h 1417"/>
                <a:gd name="T12" fmla="*/ 312 w 1704"/>
                <a:gd name="T13" fmla="*/ 0 h 1417"/>
                <a:gd name="T14" fmla="*/ 0 w 1704"/>
                <a:gd name="T15" fmla="*/ 325 h 1417"/>
                <a:gd name="T16" fmla="*/ 1 w 1704"/>
                <a:gd name="T17" fmla="*/ 339 h 1417"/>
                <a:gd name="T18" fmla="*/ 2 w 1704"/>
                <a:gd name="T19" fmla="*/ 353 h 1417"/>
                <a:gd name="T20" fmla="*/ 5 w 1704"/>
                <a:gd name="T21" fmla="*/ 367 h 1417"/>
                <a:gd name="T22" fmla="*/ 7 w 1704"/>
                <a:gd name="T23" fmla="*/ 380 h 1417"/>
                <a:gd name="T24" fmla="*/ 11 w 1704"/>
                <a:gd name="T25" fmla="*/ 394 h 1417"/>
                <a:gd name="T26" fmla="*/ 15 w 1704"/>
                <a:gd name="T27" fmla="*/ 407 h 1417"/>
                <a:gd name="T28" fmla="*/ 19 w 1704"/>
                <a:gd name="T29" fmla="*/ 420 h 1417"/>
                <a:gd name="T30" fmla="*/ 24 w 1704"/>
                <a:gd name="T31" fmla="*/ 433 h 1417"/>
                <a:gd name="T32" fmla="*/ 30 w 1704"/>
                <a:gd name="T33" fmla="*/ 445 h 1417"/>
                <a:gd name="T34" fmla="*/ 36 w 1704"/>
                <a:gd name="T35" fmla="*/ 458 h 1417"/>
                <a:gd name="T36" fmla="*/ 43 w 1704"/>
                <a:gd name="T37" fmla="*/ 470 h 1417"/>
                <a:gd name="T38" fmla="*/ 50 w 1704"/>
                <a:gd name="T39" fmla="*/ 481 h 1417"/>
                <a:gd name="T40" fmla="*/ 58 w 1704"/>
                <a:gd name="T41" fmla="*/ 493 h 1417"/>
                <a:gd name="T42" fmla="*/ 66 w 1704"/>
                <a:gd name="T43" fmla="*/ 504 h 1417"/>
                <a:gd name="T44" fmla="*/ 75 w 1704"/>
                <a:gd name="T45" fmla="*/ 515 h 1417"/>
                <a:gd name="T46" fmla="*/ 462 w 1704"/>
                <a:gd name="T47" fmla="*/ 975 h 1417"/>
                <a:gd name="T48" fmla="*/ 314 w 1704"/>
                <a:gd name="T49" fmla="*/ 1304 h 1417"/>
                <a:gd name="T50" fmla="*/ 311 w 1704"/>
                <a:gd name="T51" fmla="*/ 1304 h 1417"/>
                <a:gd name="T52" fmla="*/ 228 w 1704"/>
                <a:gd name="T53" fmla="*/ 1162 h 1417"/>
                <a:gd name="T54" fmla="*/ 228 w 1704"/>
                <a:gd name="T55" fmla="*/ 1048 h 1417"/>
                <a:gd name="T56" fmla="*/ 0 w 1704"/>
                <a:gd name="T57" fmla="*/ 1105 h 1417"/>
                <a:gd name="T58" fmla="*/ 314 w 1704"/>
                <a:gd name="T59" fmla="*/ 1417 h 1417"/>
                <a:gd name="T60" fmla="*/ 1395 w 1704"/>
                <a:gd name="T61" fmla="*/ 1417 h 1417"/>
                <a:gd name="T62" fmla="*/ 1703 w 1704"/>
                <a:gd name="T63" fmla="*/ 1106 h 1417"/>
                <a:gd name="T64" fmla="*/ 312 w 1704"/>
                <a:gd name="T65" fmla="*/ 113 h 1417"/>
                <a:gd name="T66" fmla="*/ 312 w 1704"/>
                <a:gd name="T67" fmla="*/ 510 h 1417"/>
                <a:gd name="T68" fmla="*/ 113 w 1704"/>
                <a:gd name="T69" fmla="*/ 311 h 1417"/>
                <a:gd name="T70" fmla="*/ 1533 w 1704"/>
                <a:gd name="T71" fmla="*/ 1245 h 1417"/>
                <a:gd name="T72" fmla="*/ 552 w 1704"/>
                <a:gd name="T73" fmla="*/ 1304 h 1417"/>
                <a:gd name="T74" fmla="*/ 548 w 1704"/>
                <a:gd name="T75" fmla="*/ 901 h 1417"/>
                <a:gd name="T76" fmla="*/ 1251 w 1704"/>
                <a:gd name="T77" fmla="*/ 623 h 1417"/>
                <a:gd name="T78" fmla="*/ 1531 w 1704"/>
                <a:gd name="T79" fmla="*/ 963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04" h="1417">
                  <a:moveTo>
                    <a:pt x="1615" y="886"/>
                  </a:moveTo>
                  <a:cubicBezTo>
                    <a:pt x="1568" y="834"/>
                    <a:pt x="1515" y="769"/>
                    <a:pt x="1465" y="705"/>
                  </a:cubicBezTo>
                  <a:cubicBezTo>
                    <a:pt x="1441" y="676"/>
                    <a:pt x="1418" y="646"/>
                    <a:pt x="1394" y="617"/>
                  </a:cubicBezTo>
                  <a:cubicBezTo>
                    <a:pt x="1538" y="589"/>
                    <a:pt x="1646" y="463"/>
                    <a:pt x="1646" y="311"/>
                  </a:cubicBezTo>
                  <a:cubicBezTo>
                    <a:pt x="1646" y="140"/>
                    <a:pt x="1506" y="0"/>
                    <a:pt x="1334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877" y="0"/>
                    <a:pt x="852" y="25"/>
                    <a:pt x="852" y="56"/>
                  </a:cubicBezTo>
                  <a:cubicBezTo>
                    <a:pt x="852" y="88"/>
                    <a:pt x="877" y="113"/>
                    <a:pt x="909" y="113"/>
                  </a:cubicBezTo>
                  <a:cubicBezTo>
                    <a:pt x="1334" y="113"/>
                    <a:pt x="1334" y="113"/>
                    <a:pt x="1334" y="113"/>
                  </a:cubicBezTo>
                  <a:cubicBezTo>
                    <a:pt x="1444" y="113"/>
                    <a:pt x="1533" y="202"/>
                    <a:pt x="1533" y="311"/>
                  </a:cubicBezTo>
                  <a:cubicBezTo>
                    <a:pt x="1533" y="421"/>
                    <a:pt x="1444" y="510"/>
                    <a:pt x="1334" y="510"/>
                  </a:cubicBezTo>
                  <a:cubicBezTo>
                    <a:pt x="552" y="510"/>
                    <a:pt x="552" y="510"/>
                    <a:pt x="552" y="510"/>
                  </a:cubicBezTo>
                  <a:cubicBezTo>
                    <a:pt x="596" y="456"/>
                    <a:pt x="623" y="387"/>
                    <a:pt x="623" y="311"/>
                  </a:cubicBezTo>
                  <a:cubicBezTo>
                    <a:pt x="623" y="140"/>
                    <a:pt x="483" y="0"/>
                    <a:pt x="312" y="0"/>
                  </a:cubicBezTo>
                  <a:cubicBezTo>
                    <a:pt x="140" y="0"/>
                    <a:pt x="0" y="140"/>
                    <a:pt x="0" y="311"/>
                  </a:cubicBezTo>
                  <a:cubicBezTo>
                    <a:pt x="0" y="316"/>
                    <a:pt x="0" y="321"/>
                    <a:pt x="0" y="325"/>
                  </a:cubicBezTo>
                  <a:cubicBezTo>
                    <a:pt x="0" y="327"/>
                    <a:pt x="0" y="328"/>
                    <a:pt x="0" y="329"/>
                  </a:cubicBezTo>
                  <a:cubicBezTo>
                    <a:pt x="0" y="333"/>
                    <a:pt x="1" y="336"/>
                    <a:pt x="1" y="339"/>
                  </a:cubicBezTo>
                  <a:cubicBezTo>
                    <a:pt x="1" y="342"/>
                    <a:pt x="1" y="344"/>
                    <a:pt x="2" y="346"/>
                  </a:cubicBezTo>
                  <a:cubicBezTo>
                    <a:pt x="2" y="349"/>
                    <a:pt x="2" y="351"/>
                    <a:pt x="2" y="353"/>
                  </a:cubicBezTo>
                  <a:cubicBezTo>
                    <a:pt x="3" y="356"/>
                    <a:pt x="3" y="358"/>
                    <a:pt x="4" y="361"/>
                  </a:cubicBezTo>
                  <a:cubicBezTo>
                    <a:pt x="4" y="363"/>
                    <a:pt x="4" y="365"/>
                    <a:pt x="5" y="367"/>
                  </a:cubicBezTo>
                  <a:cubicBezTo>
                    <a:pt x="5" y="369"/>
                    <a:pt x="6" y="372"/>
                    <a:pt x="6" y="375"/>
                  </a:cubicBezTo>
                  <a:cubicBezTo>
                    <a:pt x="7" y="377"/>
                    <a:pt x="7" y="378"/>
                    <a:pt x="7" y="380"/>
                  </a:cubicBezTo>
                  <a:cubicBezTo>
                    <a:pt x="8" y="383"/>
                    <a:pt x="9" y="386"/>
                    <a:pt x="9" y="388"/>
                  </a:cubicBezTo>
                  <a:cubicBezTo>
                    <a:pt x="10" y="390"/>
                    <a:pt x="10" y="392"/>
                    <a:pt x="11" y="394"/>
                  </a:cubicBezTo>
                  <a:cubicBezTo>
                    <a:pt x="11" y="396"/>
                    <a:pt x="12" y="399"/>
                    <a:pt x="13" y="402"/>
                  </a:cubicBezTo>
                  <a:cubicBezTo>
                    <a:pt x="14" y="403"/>
                    <a:pt x="14" y="405"/>
                    <a:pt x="15" y="407"/>
                  </a:cubicBezTo>
                  <a:cubicBezTo>
                    <a:pt x="15" y="409"/>
                    <a:pt x="16" y="412"/>
                    <a:pt x="17" y="415"/>
                  </a:cubicBezTo>
                  <a:cubicBezTo>
                    <a:pt x="18" y="416"/>
                    <a:pt x="18" y="418"/>
                    <a:pt x="19" y="420"/>
                  </a:cubicBezTo>
                  <a:cubicBezTo>
                    <a:pt x="20" y="422"/>
                    <a:pt x="21" y="425"/>
                    <a:pt x="22" y="428"/>
                  </a:cubicBezTo>
                  <a:cubicBezTo>
                    <a:pt x="23" y="429"/>
                    <a:pt x="23" y="431"/>
                    <a:pt x="24" y="433"/>
                  </a:cubicBezTo>
                  <a:cubicBezTo>
                    <a:pt x="25" y="435"/>
                    <a:pt x="26" y="437"/>
                    <a:pt x="27" y="440"/>
                  </a:cubicBezTo>
                  <a:cubicBezTo>
                    <a:pt x="28" y="442"/>
                    <a:pt x="29" y="443"/>
                    <a:pt x="30" y="445"/>
                  </a:cubicBezTo>
                  <a:cubicBezTo>
                    <a:pt x="31" y="447"/>
                    <a:pt x="32" y="450"/>
                    <a:pt x="33" y="452"/>
                  </a:cubicBezTo>
                  <a:cubicBezTo>
                    <a:pt x="34" y="454"/>
                    <a:pt x="35" y="456"/>
                    <a:pt x="36" y="458"/>
                  </a:cubicBezTo>
                  <a:cubicBezTo>
                    <a:pt x="37" y="460"/>
                    <a:pt x="38" y="462"/>
                    <a:pt x="39" y="464"/>
                  </a:cubicBezTo>
                  <a:cubicBezTo>
                    <a:pt x="41" y="466"/>
                    <a:pt x="42" y="468"/>
                    <a:pt x="43" y="470"/>
                  </a:cubicBezTo>
                  <a:cubicBezTo>
                    <a:pt x="44" y="472"/>
                    <a:pt x="45" y="473"/>
                    <a:pt x="46" y="475"/>
                  </a:cubicBezTo>
                  <a:cubicBezTo>
                    <a:pt x="48" y="477"/>
                    <a:pt x="49" y="479"/>
                    <a:pt x="50" y="481"/>
                  </a:cubicBezTo>
                  <a:cubicBezTo>
                    <a:pt x="51" y="483"/>
                    <a:pt x="52" y="485"/>
                    <a:pt x="54" y="487"/>
                  </a:cubicBezTo>
                  <a:cubicBezTo>
                    <a:pt x="55" y="489"/>
                    <a:pt x="56" y="491"/>
                    <a:pt x="58" y="493"/>
                  </a:cubicBezTo>
                  <a:cubicBezTo>
                    <a:pt x="59" y="494"/>
                    <a:pt x="60" y="496"/>
                    <a:pt x="61" y="498"/>
                  </a:cubicBezTo>
                  <a:cubicBezTo>
                    <a:pt x="63" y="500"/>
                    <a:pt x="65" y="502"/>
                    <a:pt x="66" y="504"/>
                  </a:cubicBezTo>
                  <a:cubicBezTo>
                    <a:pt x="67" y="505"/>
                    <a:pt x="69" y="507"/>
                    <a:pt x="70" y="508"/>
                  </a:cubicBezTo>
                  <a:cubicBezTo>
                    <a:pt x="71" y="510"/>
                    <a:pt x="73" y="512"/>
                    <a:pt x="75" y="515"/>
                  </a:cubicBezTo>
                  <a:cubicBezTo>
                    <a:pt x="461" y="975"/>
                    <a:pt x="461" y="975"/>
                    <a:pt x="461" y="975"/>
                  </a:cubicBezTo>
                  <a:cubicBezTo>
                    <a:pt x="461" y="975"/>
                    <a:pt x="461" y="975"/>
                    <a:pt x="462" y="975"/>
                  </a:cubicBezTo>
                  <a:cubicBezTo>
                    <a:pt x="493" y="1011"/>
                    <a:pt x="510" y="1057"/>
                    <a:pt x="510" y="1105"/>
                  </a:cubicBezTo>
                  <a:cubicBezTo>
                    <a:pt x="510" y="1214"/>
                    <a:pt x="422" y="1302"/>
                    <a:pt x="314" y="1304"/>
                  </a:cubicBezTo>
                  <a:cubicBezTo>
                    <a:pt x="312" y="1304"/>
                    <a:pt x="312" y="1304"/>
                    <a:pt x="312" y="1304"/>
                  </a:cubicBezTo>
                  <a:cubicBezTo>
                    <a:pt x="311" y="1304"/>
                    <a:pt x="311" y="1304"/>
                    <a:pt x="311" y="1304"/>
                  </a:cubicBezTo>
                  <a:cubicBezTo>
                    <a:pt x="221" y="1303"/>
                    <a:pt x="146" y="1243"/>
                    <a:pt x="121" y="1162"/>
                  </a:cubicBezTo>
                  <a:cubicBezTo>
                    <a:pt x="228" y="1162"/>
                    <a:pt x="228" y="1162"/>
                    <a:pt x="228" y="1162"/>
                  </a:cubicBezTo>
                  <a:cubicBezTo>
                    <a:pt x="259" y="1162"/>
                    <a:pt x="284" y="1136"/>
                    <a:pt x="284" y="1105"/>
                  </a:cubicBezTo>
                  <a:cubicBezTo>
                    <a:pt x="284" y="1074"/>
                    <a:pt x="259" y="1048"/>
                    <a:pt x="228" y="1048"/>
                  </a:cubicBezTo>
                  <a:cubicBezTo>
                    <a:pt x="56" y="1048"/>
                    <a:pt x="56" y="1048"/>
                    <a:pt x="56" y="1048"/>
                  </a:cubicBezTo>
                  <a:cubicBezTo>
                    <a:pt x="25" y="1048"/>
                    <a:pt x="0" y="1074"/>
                    <a:pt x="0" y="1105"/>
                  </a:cubicBezTo>
                  <a:cubicBezTo>
                    <a:pt x="0" y="1277"/>
                    <a:pt x="140" y="1417"/>
                    <a:pt x="312" y="1417"/>
                  </a:cubicBezTo>
                  <a:cubicBezTo>
                    <a:pt x="312" y="1417"/>
                    <a:pt x="313" y="1417"/>
                    <a:pt x="314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478" y="1416"/>
                    <a:pt x="1555" y="1384"/>
                    <a:pt x="1613" y="1326"/>
                  </a:cubicBezTo>
                  <a:cubicBezTo>
                    <a:pt x="1672" y="1267"/>
                    <a:pt x="1704" y="1189"/>
                    <a:pt x="1703" y="1106"/>
                  </a:cubicBezTo>
                  <a:cubicBezTo>
                    <a:pt x="1702" y="1026"/>
                    <a:pt x="1671" y="948"/>
                    <a:pt x="1615" y="886"/>
                  </a:cubicBezTo>
                  <a:close/>
                  <a:moveTo>
                    <a:pt x="312" y="113"/>
                  </a:moveTo>
                  <a:cubicBezTo>
                    <a:pt x="421" y="113"/>
                    <a:pt x="510" y="202"/>
                    <a:pt x="510" y="311"/>
                  </a:cubicBezTo>
                  <a:cubicBezTo>
                    <a:pt x="510" y="421"/>
                    <a:pt x="421" y="510"/>
                    <a:pt x="312" y="510"/>
                  </a:cubicBezTo>
                  <a:cubicBezTo>
                    <a:pt x="254" y="510"/>
                    <a:pt x="199" y="485"/>
                    <a:pt x="161" y="441"/>
                  </a:cubicBezTo>
                  <a:cubicBezTo>
                    <a:pt x="130" y="405"/>
                    <a:pt x="113" y="359"/>
                    <a:pt x="113" y="311"/>
                  </a:cubicBezTo>
                  <a:cubicBezTo>
                    <a:pt x="113" y="202"/>
                    <a:pt x="202" y="113"/>
                    <a:pt x="312" y="113"/>
                  </a:cubicBezTo>
                  <a:close/>
                  <a:moveTo>
                    <a:pt x="1533" y="1245"/>
                  </a:moveTo>
                  <a:cubicBezTo>
                    <a:pt x="1496" y="1282"/>
                    <a:pt x="1447" y="1303"/>
                    <a:pt x="1394" y="1304"/>
                  </a:cubicBezTo>
                  <a:cubicBezTo>
                    <a:pt x="552" y="1304"/>
                    <a:pt x="552" y="1304"/>
                    <a:pt x="552" y="1304"/>
                  </a:cubicBezTo>
                  <a:cubicBezTo>
                    <a:pt x="596" y="1250"/>
                    <a:pt x="623" y="1180"/>
                    <a:pt x="623" y="1105"/>
                  </a:cubicBezTo>
                  <a:cubicBezTo>
                    <a:pt x="623" y="1030"/>
                    <a:pt x="596" y="958"/>
                    <a:pt x="548" y="901"/>
                  </a:cubicBezTo>
                  <a:cubicBezTo>
                    <a:pt x="314" y="623"/>
                    <a:pt x="314" y="623"/>
                    <a:pt x="314" y="623"/>
                  </a:cubicBezTo>
                  <a:cubicBezTo>
                    <a:pt x="1251" y="623"/>
                    <a:pt x="1251" y="623"/>
                    <a:pt x="1251" y="623"/>
                  </a:cubicBezTo>
                  <a:cubicBezTo>
                    <a:pt x="1291" y="669"/>
                    <a:pt x="1334" y="723"/>
                    <a:pt x="1376" y="776"/>
                  </a:cubicBezTo>
                  <a:cubicBezTo>
                    <a:pt x="1428" y="841"/>
                    <a:pt x="1481" y="908"/>
                    <a:pt x="1531" y="963"/>
                  </a:cubicBezTo>
                  <a:cubicBezTo>
                    <a:pt x="1609" y="1048"/>
                    <a:pt x="1610" y="1169"/>
                    <a:pt x="1533" y="12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1" name="Gruppieren 150">
            <a:extLst>
              <a:ext uri="{FF2B5EF4-FFF2-40B4-BE49-F238E27FC236}">
                <a16:creationId xmlns:a16="http://schemas.microsoft.com/office/drawing/2014/main" id="{29BDF724-E7BD-2F42-3200-87184B70424B}"/>
              </a:ext>
            </a:extLst>
          </p:cNvPr>
          <p:cNvGrpSpPr/>
          <p:nvPr userDrawn="1"/>
        </p:nvGrpSpPr>
        <p:grpSpPr>
          <a:xfrm>
            <a:off x="11141588" y="8406972"/>
            <a:ext cx="747637" cy="972898"/>
            <a:chOff x="14141450" y="5181600"/>
            <a:chExt cx="3667126" cy="4772025"/>
          </a:xfrm>
        </p:grpSpPr>
        <p:sp>
          <p:nvSpPr>
            <p:cNvPr id="152" name="Freeform 37">
              <a:extLst>
                <a:ext uri="{FF2B5EF4-FFF2-40B4-BE49-F238E27FC236}">
                  <a16:creationId xmlns:a16="http://schemas.microsoft.com/office/drawing/2014/main" id="{77B42541-B3FE-449E-7226-884A17CCC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1450" y="5181600"/>
              <a:ext cx="3667126" cy="4772025"/>
            </a:xfrm>
            <a:custGeom>
              <a:avLst/>
              <a:gdLst>
                <a:gd name="T0" fmla="*/ 794 w 1308"/>
                <a:gd name="T1" fmla="*/ 1701 h 1701"/>
                <a:gd name="T2" fmla="*/ 57 w 1308"/>
                <a:gd name="T3" fmla="*/ 1701 h 1701"/>
                <a:gd name="T4" fmla="*/ 0 w 1308"/>
                <a:gd name="T5" fmla="*/ 1644 h 1701"/>
                <a:gd name="T6" fmla="*/ 0 w 1308"/>
                <a:gd name="T7" fmla="*/ 57 h 1701"/>
                <a:gd name="T8" fmla="*/ 57 w 1308"/>
                <a:gd name="T9" fmla="*/ 0 h 1701"/>
                <a:gd name="T10" fmla="*/ 1248 w 1308"/>
                <a:gd name="T11" fmla="*/ 0 h 1701"/>
                <a:gd name="T12" fmla="*/ 1304 w 1308"/>
                <a:gd name="T13" fmla="*/ 57 h 1701"/>
                <a:gd name="T14" fmla="*/ 1304 w 1308"/>
                <a:gd name="T15" fmla="*/ 850 h 1701"/>
                <a:gd name="T16" fmla="*/ 1248 w 1308"/>
                <a:gd name="T17" fmla="*/ 907 h 1701"/>
                <a:gd name="T18" fmla="*/ 1191 w 1308"/>
                <a:gd name="T19" fmla="*/ 850 h 1701"/>
                <a:gd name="T20" fmla="*/ 1191 w 1308"/>
                <a:gd name="T21" fmla="*/ 113 h 1701"/>
                <a:gd name="T22" fmla="*/ 114 w 1308"/>
                <a:gd name="T23" fmla="*/ 113 h 1701"/>
                <a:gd name="T24" fmla="*/ 114 w 1308"/>
                <a:gd name="T25" fmla="*/ 1587 h 1701"/>
                <a:gd name="T26" fmla="*/ 769 w 1308"/>
                <a:gd name="T27" fmla="*/ 1587 h 1701"/>
                <a:gd name="T28" fmla="*/ 1121 w 1308"/>
                <a:gd name="T29" fmla="*/ 1190 h 1701"/>
                <a:gd name="T30" fmla="*/ 851 w 1308"/>
                <a:gd name="T31" fmla="*/ 1190 h 1701"/>
                <a:gd name="T32" fmla="*/ 851 w 1308"/>
                <a:gd name="T33" fmla="*/ 1361 h 1701"/>
                <a:gd name="T34" fmla="*/ 794 w 1308"/>
                <a:gd name="T35" fmla="*/ 1417 h 1701"/>
                <a:gd name="T36" fmla="*/ 737 w 1308"/>
                <a:gd name="T37" fmla="*/ 1361 h 1701"/>
                <a:gd name="T38" fmla="*/ 737 w 1308"/>
                <a:gd name="T39" fmla="*/ 1134 h 1701"/>
                <a:gd name="T40" fmla="*/ 794 w 1308"/>
                <a:gd name="T41" fmla="*/ 1077 h 1701"/>
                <a:gd name="T42" fmla="*/ 1248 w 1308"/>
                <a:gd name="T43" fmla="*/ 1077 h 1701"/>
                <a:gd name="T44" fmla="*/ 1299 w 1308"/>
                <a:gd name="T45" fmla="*/ 1111 h 1701"/>
                <a:gd name="T46" fmla="*/ 1290 w 1308"/>
                <a:gd name="T47" fmla="*/ 1171 h 1701"/>
                <a:gd name="T48" fmla="*/ 836 w 1308"/>
                <a:gd name="T49" fmla="*/ 1682 h 1701"/>
                <a:gd name="T50" fmla="*/ 794 w 1308"/>
                <a:gd name="T51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8" h="1701">
                  <a:moveTo>
                    <a:pt x="794" y="1701"/>
                  </a:moveTo>
                  <a:cubicBezTo>
                    <a:pt x="57" y="1701"/>
                    <a:pt x="57" y="1701"/>
                    <a:pt x="57" y="1701"/>
                  </a:cubicBezTo>
                  <a:cubicBezTo>
                    <a:pt x="26" y="1701"/>
                    <a:pt x="0" y="1675"/>
                    <a:pt x="0" y="164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5"/>
                    <a:pt x="1304" y="57"/>
                  </a:cubicBezTo>
                  <a:cubicBezTo>
                    <a:pt x="1304" y="850"/>
                    <a:pt x="1304" y="850"/>
                    <a:pt x="1304" y="850"/>
                  </a:cubicBezTo>
                  <a:cubicBezTo>
                    <a:pt x="1304" y="882"/>
                    <a:pt x="1279" y="907"/>
                    <a:pt x="1248" y="907"/>
                  </a:cubicBezTo>
                  <a:cubicBezTo>
                    <a:pt x="1216" y="907"/>
                    <a:pt x="1191" y="882"/>
                    <a:pt x="1191" y="850"/>
                  </a:cubicBezTo>
                  <a:cubicBezTo>
                    <a:pt x="1191" y="113"/>
                    <a:pt x="1191" y="113"/>
                    <a:pt x="1191" y="113"/>
                  </a:cubicBezTo>
                  <a:cubicBezTo>
                    <a:pt x="114" y="113"/>
                    <a:pt x="114" y="113"/>
                    <a:pt x="114" y="113"/>
                  </a:cubicBezTo>
                  <a:cubicBezTo>
                    <a:pt x="114" y="1587"/>
                    <a:pt x="114" y="1587"/>
                    <a:pt x="114" y="1587"/>
                  </a:cubicBezTo>
                  <a:cubicBezTo>
                    <a:pt x="769" y="1587"/>
                    <a:pt x="769" y="1587"/>
                    <a:pt x="769" y="1587"/>
                  </a:cubicBezTo>
                  <a:cubicBezTo>
                    <a:pt x="1121" y="1190"/>
                    <a:pt x="1121" y="1190"/>
                    <a:pt x="1121" y="1190"/>
                  </a:cubicBezTo>
                  <a:cubicBezTo>
                    <a:pt x="851" y="1190"/>
                    <a:pt x="851" y="1190"/>
                    <a:pt x="851" y="1190"/>
                  </a:cubicBezTo>
                  <a:cubicBezTo>
                    <a:pt x="851" y="1361"/>
                    <a:pt x="851" y="1361"/>
                    <a:pt x="851" y="1361"/>
                  </a:cubicBezTo>
                  <a:cubicBezTo>
                    <a:pt x="851" y="1392"/>
                    <a:pt x="825" y="1417"/>
                    <a:pt x="794" y="1417"/>
                  </a:cubicBezTo>
                  <a:cubicBezTo>
                    <a:pt x="763" y="1417"/>
                    <a:pt x="737" y="1392"/>
                    <a:pt x="737" y="1361"/>
                  </a:cubicBezTo>
                  <a:cubicBezTo>
                    <a:pt x="737" y="1134"/>
                    <a:pt x="737" y="1134"/>
                    <a:pt x="737" y="1134"/>
                  </a:cubicBezTo>
                  <a:cubicBezTo>
                    <a:pt x="737" y="1102"/>
                    <a:pt x="763" y="1077"/>
                    <a:pt x="794" y="1077"/>
                  </a:cubicBezTo>
                  <a:cubicBezTo>
                    <a:pt x="1248" y="1077"/>
                    <a:pt x="1248" y="1077"/>
                    <a:pt x="1248" y="1077"/>
                  </a:cubicBezTo>
                  <a:cubicBezTo>
                    <a:pt x="1270" y="1077"/>
                    <a:pt x="1290" y="1090"/>
                    <a:pt x="1299" y="1111"/>
                  </a:cubicBezTo>
                  <a:cubicBezTo>
                    <a:pt x="1308" y="1131"/>
                    <a:pt x="1305" y="1155"/>
                    <a:pt x="1290" y="1171"/>
                  </a:cubicBezTo>
                  <a:cubicBezTo>
                    <a:pt x="836" y="1682"/>
                    <a:pt x="836" y="1682"/>
                    <a:pt x="836" y="1682"/>
                  </a:cubicBezTo>
                  <a:cubicBezTo>
                    <a:pt x="826" y="1694"/>
                    <a:pt x="810" y="1701"/>
                    <a:pt x="794" y="17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3" name="Freeform 38">
              <a:extLst>
                <a:ext uri="{FF2B5EF4-FFF2-40B4-BE49-F238E27FC236}">
                  <a16:creationId xmlns:a16="http://schemas.microsoft.com/office/drawing/2014/main" id="{3CE9B1E7-D082-4BEB-9D67-165FB7811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1763" y="6508750"/>
              <a:ext cx="1155700" cy="1217613"/>
            </a:xfrm>
            <a:custGeom>
              <a:avLst/>
              <a:gdLst>
                <a:gd name="T0" fmla="*/ 216 w 412"/>
                <a:gd name="T1" fmla="*/ 434 h 434"/>
                <a:gd name="T2" fmla="*/ 0 w 412"/>
                <a:gd name="T3" fmla="*/ 218 h 434"/>
                <a:gd name="T4" fmla="*/ 57 w 412"/>
                <a:gd name="T5" fmla="*/ 72 h 434"/>
                <a:gd name="T6" fmla="*/ 195 w 412"/>
                <a:gd name="T7" fmla="*/ 3 h 434"/>
                <a:gd name="T8" fmla="*/ 257 w 412"/>
                <a:gd name="T9" fmla="*/ 54 h 434"/>
                <a:gd name="T10" fmla="*/ 206 w 412"/>
                <a:gd name="T11" fmla="*/ 116 h 434"/>
                <a:gd name="T12" fmla="*/ 113 w 412"/>
                <a:gd name="T13" fmla="*/ 218 h 434"/>
                <a:gd name="T14" fmla="*/ 216 w 412"/>
                <a:gd name="T15" fmla="*/ 321 h 434"/>
                <a:gd name="T16" fmla="*/ 298 w 412"/>
                <a:gd name="T17" fmla="*/ 321 h 434"/>
                <a:gd name="T18" fmla="*/ 298 w 412"/>
                <a:gd name="T19" fmla="*/ 244 h 434"/>
                <a:gd name="T20" fmla="*/ 355 w 412"/>
                <a:gd name="T21" fmla="*/ 187 h 434"/>
                <a:gd name="T22" fmla="*/ 355 w 412"/>
                <a:gd name="T23" fmla="*/ 187 h 434"/>
                <a:gd name="T24" fmla="*/ 412 w 412"/>
                <a:gd name="T25" fmla="*/ 244 h 434"/>
                <a:gd name="T26" fmla="*/ 412 w 412"/>
                <a:gd name="T27" fmla="*/ 378 h 434"/>
                <a:gd name="T28" fmla="*/ 395 w 412"/>
                <a:gd name="T29" fmla="*/ 418 h 434"/>
                <a:gd name="T30" fmla="*/ 355 w 412"/>
                <a:gd name="T31" fmla="*/ 434 h 434"/>
                <a:gd name="T32" fmla="*/ 216 w 412"/>
                <a:gd name="T33" fmla="*/ 434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2" h="434">
                  <a:moveTo>
                    <a:pt x="216" y="434"/>
                  </a:moveTo>
                  <a:cubicBezTo>
                    <a:pt x="97" y="434"/>
                    <a:pt x="0" y="337"/>
                    <a:pt x="0" y="218"/>
                  </a:cubicBezTo>
                  <a:cubicBezTo>
                    <a:pt x="0" y="164"/>
                    <a:pt x="20" y="112"/>
                    <a:pt x="57" y="72"/>
                  </a:cubicBezTo>
                  <a:cubicBezTo>
                    <a:pt x="93" y="33"/>
                    <a:pt x="142" y="8"/>
                    <a:pt x="195" y="3"/>
                  </a:cubicBezTo>
                  <a:cubicBezTo>
                    <a:pt x="226" y="0"/>
                    <a:pt x="254" y="23"/>
                    <a:pt x="257" y="54"/>
                  </a:cubicBezTo>
                  <a:cubicBezTo>
                    <a:pt x="260" y="85"/>
                    <a:pt x="237" y="113"/>
                    <a:pt x="206" y="116"/>
                  </a:cubicBezTo>
                  <a:cubicBezTo>
                    <a:pt x="153" y="121"/>
                    <a:pt x="113" y="165"/>
                    <a:pt x="113" y="218"/>
                  </a:cubicBezTo>
                  <a:cubicBezTo>
                    <a:pt x="113" y="275"/>
                    <a:pt x="159" y="321"/>
                    <a:pt x="216" y="321"/>
                  </a:cubicBezTo>
                  <a:cubicBezTo>
                    <a:pt x="298" y="321"/>
                    <a:pt x="298" y="321"/>
                    <a:pt x="298" y="321"/>
                  </a:cubicBezTo>
                  <a:cubicBezTo>
                    <a:pt x="298" y="244"/>
                    <a:pt x="298" y="244"/>
                    <a:pt x="298" y="244"/>
                  </a:cubicBezTo>
                  <a:cubicBezTo>
                    <a:pt x="298" y="213"/>
                    <a:pt x="324" y="187"/>
                    <a:pt x="355" y="187"/>
                  </a:cubicBezTo>
                  <a:cubicBezTo>
                    <a:pt x="355" y="187"/>
                    <a:pt x="355" y="187"/>
                    <a:pt x="355" y="187"/>
                  </a:cubicBezTo>
                  <a:cubicBezTo>
                    <a:pt x="386" y="187"/>
                    <a:pt x="412" y="213"/>
                    <a:pt x="412" y="244"/>
                  </a:cubicBezTo>
                  <a:cubicBezTo>
                    <a:pt x="412" y="378"/>
                    <a:pt x="412" y="378"/>
                    <a:pt x="412" y="378"/>
                  </a:cubicBezTo>
                  <a:cubicBezTo>
                    <a:pt x="412" y="393"/>
                    <a:pt x="406" y="407"/>
                    <a:pt x="395" y="418"/>
                  </a:cubicBezTo>
                  <a:cubicBezTo>
                    <a:pt x="384" y="428"/>
                    <a:pt x="370" y="434"/>
                    <a:pt x="355" y="434"/>
                  </a:cubicBezTo>
                  <a:lnTo>
                    <a:pt x="216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3C60CBD1-7565-F4A4-14C5-B3C5E61E3049}"/>
              </a:ext>
            </a:extLst>
          </p:cNvPr>
          <p:cNvGrpSpPr/>
          <p:nvPr userDrawn="1"/>
        </p:nvGrpSpPr>
        <p:grpSpPr>
          <a:xfrm>
            <a:off x="16016617" y="8627217"/>
            <a:ext cx="1079471" cy="766974"/>
            <a:chOff x="12531725" y="5983288"/>
            <a:chExt cx="4924426" cy="3498850"/>
          </a:xfrm>
        </p:grpSpPr>
        <p:sp>
          <p:nvSpPr>
            <p:cNvPr id="155" name="Freeform 25">
              <a:extLst>
                <a:ext uri="{FF2B5EF4-FFF2-40B4-BE49-F238E27FC236}">
                  <a16:creationId xmlns:a16="http://schemas.microsoft.com/office/drawing/2014/main" id="{5262063E-3A6C-AA80-BE99-E8989AD3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1725" y="5983288"/>
              <a:ext cx="3971925" cy="3498850"/>
            </a:xfrm>
            <a:custGeom>
              <a:avLst/>
              <a:gdLst>
                <a:gd name="T0" fmla="*/ 1360 w 1417"/>
                <a:gd name="T1" fmla="*/ 1134 h 1247"/>
                <a:gd name="T2" fmla="*/ 226 w 1417"/>
                <a:gd name="T3" fmla="*/ 1134 h 1247"/>
                <a:gd name="T4" fmla="*/ 226 w 1417"/>
                <a:gd name="T5" fmla="*/ 453 h 1247"/>
                <a:gd name="T6" fmla="*/ 510 w 1417"/>
                <a:gd name="T7" fmla="*/ 453 h 1247"/>
                <a:gd name="T8" fmla="*/ 567 w 1417"/>
                <a:gd name="T9" fmla="*/ 397 h 1247"/>
                <a:gd name="T10" fmla="*/ 510 w 1417"/>
                <a:gd name="T11" fmla="*/ 340 h 1247"/>
                <a:gd name="T12" fmla="*/ 113 w 1417"/>
                <a:gd name="T13" fmla="*/ 340 h 1247"/>
                <a:gd name="T14" fmla="*/ 113 w 1417"/>
                <a:gd name="T15" fmla="*/ 113 h 1247"/>
                <a:gd name="T16" fmla="*/ 1009 w 1417"/>
                <a:gd name="T17" fmla="*/ 113 h 1247"/>
                <a:gd name="T18" fmla="*/ 1066 w 1417"/>
                <a:gd name="T19" fmla="*/ 56 h 1247"/>
                <a:gd name="T20" fmla="*/ 1009 w 1417"/>
                <a:gd name="T21" fmla="*/ 0 h 1247"/>
                <a:gd name="T22" fmla="*/ 56 w 1417"/>
                <a:gd name="T23" fmla="*/ 0 h 1247"/>
                <a:gd name="T24" fmla="*/ 0 w 1417"/>
                <a:gd name="T25" fmla="*/ 56 h 1247"/>
                <a:gd name="T26" fmla="*/ 0 w 1417"/>
                <a:gd name="T27" fmla="*/ 397 h 1247"/>
                <a:gd name="T28" fmla="*/ 56 w 1417"/>
                <a:gd name="T29" fmla="*/ 453 h 1247"/>
                <a:gd name="T30" fmla="*/ 113 w 1417"/>
                <a:gd name="T31" fmla="*/ 453 h 1247"/>
                <a:gd name="T32" fmla="*/ 113 w 1417"/>
                <a:gd name="T33" fmla="*/ 1190 h 1247"/>
                <a:gd name="T34" fmla="*/ 170 w 1417"/>
                <a:gd name="T35" fmla="*/ 1247 h 1247"/>
                <a:gd name="T36" fmla="*/ 1360 w 1417"/>
                <a:gd name="T37" fmla="*/ 1247 h 1247"/>
                <a:gd name="T38" fmla="*/ 1417 w 1417"/>
                <a:gd name="T39" fmla="*/ 1190 h 1247"/>
                <a:gd name="T40" fmla="*/ 1360 w 1417"/>
                <a:gd name="T41" fmla="*/ 1134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17" h="1247">
                  <a:moveTo>
                    <a:pt x="1360" y="1134"/>
                  </a:moveTo>
                  <a:cubicBezTo>
                    <a:pt x="226" y="1134"/>
                    <a:pt x="226" y="1134"/>
                    <a:pt x="226" y="1134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510" y="453"/>
                    <a:pt x="510" y="453"/>
                    <a:pt x="510" y="453"/>
                  </a:cubicBezTo>
                  <a:cubicBezTo>
                    <a:pt x="541" y="453"/>
                    <a:pt x="567" y="428"/>
                    <a:pt x="567" y="397"/>
                  </a:cubicBezTo>
                  <a:cubicBezTo>
                    <a:pt x="567" y="365"/>
                    <a:pt x="541" y="340"/>
                    <a:pt x="510" y="340"/>
                  </a:cubicBezTo>
                  <a:cubicBezTo>
                    <a:pt x="113" y="340"/>
                    <a:pt x="113" y="340"/>
                    <a:pt x="113" y="340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009" y="113"/>
                    <a:pt x="1009" y="113"/>
                    <a:pt x="1009" y="113"/>
                  </a:cubicBezTo>
                  <a:cubicBezTo>
                    <a:pt x="1040" y="113"/>
                    <a:pt x="1066" y="88"/>
                    <a:pt x="1066" y="56"/>
                  </a:cubicBezTo>
                  <a:cubicBezTo>
                    <a:pt x="1066" y="25"/>
                    <a:pt x="1040" y="0"/>
                    <a:pt x="1009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28"/>
                    <a:pt x="25" y="453"/>
                    <a:pt x="56" y="453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1190"/>
                    <a:pt x="113" y="1190"/>
                    <a:pt x="113" y="1190"/>
                  </a:cubicBezTo>
                  <a:cubicBezTo>
                    <a:pt x="113" y="1222"/>
                    <a:pt x="138" y="1247"/>
                    <a:pt x="170" y="1247"/>
                  </a:cubicBezTo>
                  <a:cubicBezTo>
                    <a:pt x="1360" y="1247"/>
                    <a:pt x="1360" y="1247"/>
                    <a:pt x="1360" y="1247"/>
                  </a:cubicBezTo>
                  <a:cubicBezTo>
                    <a:pt x="1392" y="1247"/>
                    <a:pt x="1417" y="1222"/>
                    <a:pt x="1417" y="1190"/>
                  </a:cubicBezTo>
                  <a:cubicBezTo>
                    <a:pt x="1417" y="1159"/>
                    <a:pt x="1392" y="1134"/>
                    <a:pt x="1360" y="11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6" name="Freeform 26">
              <a:extLst>
                <a:ext uri="{FF2B5EF4-FFF2-40B4-BE49-F238E27FC236}">
                  <a16:creationId xmlns:a16="http://schemas.microsoft.com/office/drawing/2014/main" id="{1FD3F2B6-8A2A-720D-3F36-3F7B4CC06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4563" y="6440490"/>
              <a:ext cx="2541588" cy="1598614"/>
            </a:xfrm>
            <a:custGeom>
              <a:avLst/>
              <a:gdLst>
                <a:gd name="T0" fmla="*/ 881 w 907"/>
                <a:gd name="T1" fmla="*/ 270 h 570"/>
                <a:gd name="T2" fmla="*/ 484 w 907"/>
                <a:gd name="T3" fmla="*/ 12 h 570"/>
                <a:gd name="T4" fmla="*/ 426 w 907"/>
                <a:gd name="T5" fmla="*/ 10 h 570"/>
                <a:gd name="T6" fmla="*/ 397 w 907"/>
                <a:gd name="T7" fmla="*/ 60 h 570"/>
                <a:gd name="T8" fmla="*/ 397 w 907"/>
                <a:gd name="T9" fmla="*/ 176 h 570"/>
                <a:gd name="T10" fmla="*/ 57 w 907"/>
                <a:gd name="T11" fmla="*/ 176 h 570"/>
                <a:gd name="T12" fmla="*/ 0 w 907"/>
                <a:gd name="T13" fmla="*/ 232 h 570"/>
                <a:gd name="T14" fmla="*/ 57 w 907"/>
                <a:gd name="T15" fmla="*/ 289 h 570"/>
                <a:gd name="T16" fmla="*/ 454 w 907"/>
                <a:gd name="T17" fmla="*/ 289 h 570"/>
                <a:gd name="T18" fmla="*/ 510 w 907"/>
                <a:gd name="T19" fmla="*/ 232 h 570"/>
                <a:gd name="T20" fmla="*/ 510 w 907"/>
                <a:gd name="T21" fmla="*/ 164 h 570"/>
                <a:gd name="T22" fmla="*/ 747 w 907"/>
                <a:gd name="T23" fmla="*/ 318 h 570"/>
                <a:gd name="T24" fmla="*/ 525 w 907"/>
                <a:gd name="T25" fmla="*/ 467 h 570"/>
                <a:gd name="T26" fmla="*/ 510 w 907"/>
                <a:gd name="T27" fmla="*/ 545 h 570"/>
                <a:gd name="T28" fmla="*/ 557 w 907"/>
                <a:gd name="T29" fmla="*/ 570 h 570"/>
                <a:gd name="T30" fmla="*/ 588 w 907"/>
                <a:gd name="T31" fmla="*/ 561 h 570"/>
                <a:gd name="T32" fmla="*/ 882 w 907"/>
                <a:gd name="T33" fmla="*/ 365 h 570"/>
                <a:gd name="T34" fmla="*/ 907 w 907"/>
                <a:gd name="T35" fmla="*/ 317 h 570"/>
                <a:gd name="T36" fmla="*/ 881 w 907"/>
                <a:gd name="T37" fmla="*/ 2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7" h="570">
                  <a:moveTo>
                    <a:pt x="881" y="270"/>
                  </a:moveTo>
                  <a:cubicBezTo>
                    <a:pt x="484" y="12"/>
                    <a:pt x="484" y="12"/>
                    <a:pt x="484" y="12"/>
                  </a:cubicBezTo>
                  <a:cubicBezTo>
                    <a:pt x="467" y="1"/>
                    <a:pt x="445" y="0"/>
                    <a:pt x="426" y="10"/>
                  </a:cubicBezTo>
                  <a:cubicBezTo>
                    <a:pt x="408" y="20"/>
                    <a:pt x="397" y="39"/>
                    <a:pt x="397" y="60"/>
                  </a:cubicBezTo>
                  <a:cubicBezTo>
                    <a:pt x="397" y="176"/>
                    <a:pt x="397" y="176"/>
                    <a:pt x="397" y="176"/>
                  </a:cubicBezTo>
                  <a:cubicBezTo>
                    <a:pt x="57" y="176"/>
                    <a:pt x="57" y="176"/>
                    <a:pt x="57" y="176"/>
                  </a:cubicBezTo>
                  <a:cubicBezTo>
                    <a:pt x="25" y="176"/>
                    <a:pt x="0" y="201"/>
                    <a:pt x="0" y="232"/>
                  </a:cubicBezTo>
                  <a:cubicBezTo>
                    <a:pt x="0" y="264"/>
                    <a:pt x="25" y="289"/>
                    <a:pt x="57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85" y="289"/>
                    <a:pt x="510" y="264"/>
                    <a:pt x="510" y="232"/>
                  </a:cubicBezTo>
                  <a:cubicBezTo>
                    <a:pt x="510" y="164"/>
                    <a:pt x="510" y="164"/>
                    <a:pt x="510" y="164"/>
                  </a:cubicBezTo>
                  <a:cubicBezTo>
                    <a:pt x="747" y="318"/>
                    <a:pt x="747" y="318"/>
                    <a:pt x="747" y="318"/>
                  </a:cubicBezTo>
                  <a:cubicBezTo>
                    <a:pt x="525" y="467"/>
                    <a:pt x="525" y="467"/>
                    <a:pt x="525" y="467"/>
                  </a:cubicBezTo>
                  <a:cubicBezTo>
                    <a:pt x="499" y="484"/>
                    <a:pt x="492" y="519"/>
                    <a:pt x="510" y="545"/>
                  </a:cubicBezTo>
                  <a:cubicBezTo>
                    <a:pt x="521" y="562"/>
                    <a:pt x="539" y="570"/>
                    <a:pt x="557" y="570"/>
                  </a:cubicBezTo>
                  <a:cubicBezTo>
                    <a:pt x="568" y="570"/>
                    <a:pt x="579" y="567"/>
                    <a:pt x="588" y="561"/>
                  </a:cubicBezTo>
                  <a:cubicBezTo>
                    <a:pt x="882" y="365"/>
                    <a:pt x="882" y="365"/>
                    <a:pt x="882" y="365"/>
                  </a:cubicBezTo>
                  <a:cubicBezTo>
                    <a:pt x="898" y="354"/>
                    <a:pt x="907" y="336"/>
                    <a:pt x="907" y="317"/>
                  </a:cubicBezTo>
                  <a:cubicBezTo>
                    <a:pt x="907" y="298"/>
                    <a:pt x="897" y="281"/>
                    <a:pt x="881" y="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57" name="TextBox 7">
            <a:extLst>
              <a:ext uri="{FF2B5EF4-FFF2-40B4-BE49-F238E27FC236}">
                <a16:creationId xmlns:a16="http://schemas.microsoft.com/office/drawing/2014/main" id="{EDBC96F9-B67E-8893-BA25-980FC89B9560}"/>
              </a:ext>
            </a:extLst>
          </p:cNvPr>
          <p:cNvSpPr txBox="1"/>
          <p:nvPr userDrawn="1"/>
        </p:nvSpPr>
        <p:spPr>
          <a:xfrm>
            <a:off x="7145295" y="7518848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7DFDDD6A-625C-56B7-09BF-65EF3A9A30B6}"/>
              </a:ext>
            </a:extLst>
          </p:cNvPr>
          <p:cNvGrpSpPr/>
          <p:nvPr userDrawn="1"/>
        </p:nvGrpSpPr>
        <p:grpSpPr>
          <a:xfrm>
            <a:off x="7547244" y="6309949"/>
            <a:ext cx="934011" cy="1026719"/>
            <a:chOff x="668338" y="4895850"/>
            <a:chExt cx="4494213" cy="4940301"/>
          </a:xfrm>
        </p:grpSpPr>
        <p:sp>
          <p:nvSpPr>
            <p:cNvPr id="159" name="Freeform 46">
              <a:extLst>
                <a:ext uri="{FF2B5EF4-FFF2-40B4-BE49-F238E27FC236}">
                  <a16:creationId xmlns:a16="http://schemas.microsoft.com/office/drawing/2014/main" id="{2759152C-2C52-BB84-5B4F-2F60002E7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01" y="7313613"/>
              <a:ext cx="293688" cy="1408113"/>
            </a:xfrm>
            <a:custGeom>
              <a:avLst/>
              <a:gdLst>
                <a:gd name="T0" fmla="*/ 52 w 105"/>
                <a:gd name="T1" fmla="*/ 0 h 502"/>
                <a:gd name="T2" fmla="*/ 0 w 105"/>
                <a:gd name="T3" fmla="*/ 53 h 502"/>
                <a:gd name="T4" fmla="*/ 0 w 105"/>
                <a:gd name="T5" fmla="*/ 449 h 502"/>
                <a:gd name="T6" fmla="*/ 52 w 105"/>
                <a:gd name="T7" fmla="*/ 502 h 502"/>
                <a:gd name="T8" fmla="*/ 105 w 105"/>
                <a:gd name="T9" fmla="*/ 449 h 502"/>
                <a:gd name="T10" fmla="*/ 105 w 105"/>
                <a:gd name="T11" fmla="*/ 53 h 502"/>
                <a:gd name="T12" fmla="*/ 52 w 105"/>
                <a:gd name="T1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502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478"/>
                    <a:pt x="23" y="502"/>
                    <a:pt x="52" y="502"/>
                  </a:cubicBezTo>
                  <a:cubicBezTo>
                    <a:pt x="81" y="502"/>
                    <a:pt x="105" y="478"/>
                    <a:pt x="105" y="449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5" y="24"/>
                    <a:pt x="81" y="0"/>
                    <a:pt x="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0" name="Freeform 47">
              <a:extLst>
                <a:ext uri="{FF2B5EF4-FFF2-40B4-BE49-F238E27FC236}">
                  <a16:creationId xmlns:a16="http://schemas.microsoft.com/office/drawing/2014/main" id="{3430D3F2-15B7-647F-D2B7-B59D34E4C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401" y="4895850"/>
              <a:ext cx="2224088" cy="2117725"/>
            </a:xfrm>
            <a:custGeom>
              <a:avLst/>
              <a:gdLst>
                <a:gd name="T0" fmla="*/ 396 w 793"/>
                <a:gd name="T1" fmla="*/ 0 h 755"/>
                <a:gd name="T2" fmla="*/ 349 w 793"/>
                <a:gd name="T3" fmla="*/ 29 h 755"/>
                <a:gd name="T4" fmla="*/ 256 w 793"/>
                <a:gd name="T5" fmla="*/ 217 h 755"/>
                <a:gd name="T6" fmla="*/ 49 w 793"/>
                <a:gd name="T7" fmla="*/ 247 h 755"/>
                <a:gd name="T8" fmla="*/ 6 w 793"/>
                <a:gd name="T9" fmla="*/ 283 h 755"/>
                <a:gd name="T10" fmla="*/ 19 w 793"/>
                <a:gd name="T11" fmla="*/ 337 h 755"/>
                <a:gd name="T12" fmla="*/ 170 w 793"/>
                <a:gd name="T13" fmla="*/ 484 h 755"/>
                <a:gd name="T14" fmla="*/ 134 w 793"/>
                <a:gd name="T15" fmla="*/ 691 h 755"/>
                <a:gd name="T16" fmla="*/ 155 w 793"/>
                <a:gd name="T17" fmla="*/ 742 h 755"/>
                <a:gd name="T18" fmla="*/ 211 w 793"/>
                <a:gd name="T19" fmla="*/ 746 h 755"/>
                <a:gd name="T20" fmla="*/ 396 w 793"/>
                <a:gd name="T21" fmla="*/ 648 h 755"/>
                <a:gd name="T22" fmla="*/ 582 w 793"/>
                <a:gd name="T23" fmla="*/ 746 h 755"/>
                <a:gd name="T24" fmla="*/ 607 w 793"/>
                <a:gd name="T25" fmla="*/ 752 h 755"/>
                <a:gd name="T26" fmla="*/ 653 w 793"/>
                <a:gd name="T27" fmla="*/ 724 h 755"/>
                <a:gd name="T28" fmla="*/ 657 w 793"/>
                <a:gd name="T29" fmla="*/ 684 h 755"/>
                <a:gd name="T30" fmla="*/ 631 w 793"/>
                <a:gd name="T31" fmla="*/ 653 h 755"/>
                <a:gd name="T32" fmla="*/ 421 w 793"/>
                <a:gd name="T33" fmla="*/ 542 h 755"/>
                <a:gd name="T34" fmla="*/ 372 w 793"/>
                <a:gd name="T35" fmla="*/ 542 h 755"/>
                <a:gd name="T36" fmla="*/ 256 w 793"/>
                <a:gd name="T37" fmla="*/ 603 h 755"/>
                <a:gd name="T38" fmla="*/ 278 w 793"/>
                <a:gd name="T39" fmla="*/ 474 h 755"/>
                <a:gd name="T40" fmla="*/ 263 w 793"/>
                <a:gd name="T41" fmla="*/ 428 h 755"/>
                <a:gd name="T42" fmla="*/ 169 w 793"/>
                <a:gd name="T43" fmla="*/ 336 h 755"/>
                <a:gd name="T44" fmla="*/ 299 w 793"/>
                <a:gd name="T45" fmla="*/ 318 h 755"/>
                <a:gd name="T46" fmla="*/ 338 w 793"/>
                <a:gd name="T47" fmla="*/ 289 h 755"/>
                <a:gd name="T48" fmla="*/ 396 w 793"/>
                <a:gd name="T49" fmla="*/ 171 h 755"/>
                <a:gd name="T50" fmla="*/ 454 w 793"/>
                <a:gd name="T51" fmla="*/ 289 h 755"/>
                <a:gd name="T52" fmla="*/ 494 w 793"/>
                <a:gd name="T53" fmla="*/ 318 h 755"/>
                <a:gd name="T54" fmla="*/ 623 w 793"/>
                <a:gd name="T55" fmla="*/ 336 h 755"/>
                <a:gd name="T56" fmla="*/ 530 w 793"/>
                <a:gd name="T57" fmla="*/ 428 h 755"/>
                <a:gd name="T58" fmla="*/ 529 w 793"/>
                <a:gd name="T59" fmla="*/ 502 h 755"/>
                <a:gd name="T60" fmla="*/ 603 w 793"/>
                <a:gd name="T61" fmla="*/ 503 h 755"/>
                <a:gd name="T62" fmla="*/ 773 w 793"/>
                <a:gd name="T63" fmla="*/ 337 h 755"/>
                <a:gd name="T64" fmla="*/ 787 w 793"/>
                <a:gd name="T65" fmla="*/ 283 h 755"/>
                <a:gd name="T66" fmla="*/ 744 w 793"/>
                <a:gd name="T67" fmla="*/ 247 h 755"/>
                <a:gd name="T68" fmla="*/ 536 w 793"/>
                <a:gd name="T69" fmla="*/ 217 h 755"/>
                <a:gd name="T70" fmla="*/ 444 w 793"/>
                <a:gd name="T71" fmla="*/ 29 h 755"/>
                <a:gd name="T72" fmla="*/ 396 w 793"/>
                <a:gd name="T73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93" h="755">
                  <a:moveTo>
                    <a:pt x="396" y="0"/>
                  </a:moveTo>
                  <a:cubicBezTo>
                    <a:pt x="376" y="0"/>
                    <a:pt x="358" y="11"/>
                    <a:pt x="349" y="29"/>
                  </a:cubicBezTo>
                  <a:cubicBezTo>
                    <a:pt x="256" y="217"/>
                    <a:pt x="256" y="217"/>
                    <a:pt x="256" y="217"/>
                  </a:cubicBezTo>
                  <a:cubicBezTo>
                    <a:pt x="49" y="247"/>
                    <a:pt x="49" y="247"/>
                    <a:pt x="49" y="247"/>
                  </a:cubicBezTo>
                  <a:cubicBezTo>
                    <a:pt x="29" y="250"/>
                    <a:pt x="12" y="264"/>
                    <a:pt x="6" y="283"/>
                  </a:cubicBezTo>
                  <a:cubicBezTo>
                    <a:pt x="0" y="302"/>
                    <a:pt x="5" y="323"/>
                    <a:pt x="19" y="337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34" y="691"/>
                    <a:pt x="134" y="691"/>
                    <a:pt x="134" y="691"/>
                  </a:cubicBezTo>
                  <a:cubicBezTo>
                    <a:pt x="131" y="710"/>
                    <a:pt x="139" y="730"/>
                    <a:pt x="155" y="742"/>
                  </a:cubicBezTo>
                  <a:cubicBezTo>
                    <a:pt x="171" y="754"/>
                    <a:pt x="193" y="755"/>
                    <a:pt x="211" y="746"/>
                  </a:cubicBezTo>
                  <a:cubicBezTo>
                    <a:pt x="396" y="648"/>
                    <a:pt x="396" y="648"/>
                    <a:pt x="396" y="648"/>
                  </a:cubicBezTo>
                  <a:cubicBezTo>
                    <a:pt x="582" y="746"/>
                    <a:pt x="582" y="746"/>
                    <a:pt x="582" y="746"/>
                  </a:cubicBezTo>
                  <a:cubicBezTo>
                    <a:pt x="590" y="750"/>
                    <a:pt x="598" y="752"/>
                    <a:pt x="607" y="752"/>
                  </a:cubicBezTo>
                  <a:cubicBezTo>
                    <a:pt x="626" y="752"/>
                    <a:pt x="644" y="741"/>
                    <a:pt x="653" y="724"/>
                  </a:cubicBezTo>
                  <a:cubicBezTo>
                    <a:pt x="660" y="712"/>
                    <a:pt x="661" y="697"/>
                    <a:pt x="657" y="684"/>
                  </a:cubicBezTo>
                  <a:cubicBezTo>
                    <a:pt x="653" y="670"/>
                    <a:pt x="644" y="659"/>
                    <a:pt x="631" y="653"/>
                  </a:cubicBezTo>
                  <a:cubicBezTo>
                    <a:pt x="421" y="542"/>
                    <a:pt x="421" y="542"/>
                    <a:pt x="421" y="542"/>
                  </a:cubicBezTo>
                  <a:cubicBezTo>
                    <a:pt x="405" y="534"/>
                    <a:pt x="387" y="534"/>
                    <a:pt x="372" y="542"/>
                  </a:cubicBezTo>
                  <a:cubicBezTo>
                    <a:pt x="256" y="603"/>
                    <a:pt x="256" y="603"/>
                    <a:pt x="256" y="603"/>
                  </a:cubicBezTo>
                  <a:cubicBezTo>
                    <a:pt x="278" y="474"/>
                    <a:pt x="278" y="474"/>
                    <a:pt x="278" y="474"/>
                  </a:cubicBezTo>
                  <a:cubicBezTo>
                    <a:pt x="281" y="457"/>
                    <a:pt x="275" y="440"/>
                    <a:pt x="263" y="428"/>
                  </a:cubicBezTo>
                  <a:cubicBezTo>
                    <a:pt x="169" y="336"/>
                    <a:pt x="169" y="336"/>
                    <a:pt x="169" y="336"/>
                  </a:cubicBezTo>
                  <a:cubicBezTo>
                    <a:pt x="299" y="318"/>
                    <a:pt x="299" y="318"/>
                    <a:pt x="299" y="318"/>
                  </a:cubicBezTo>
                  <a:cubicBezTo>
                    <a:pt x="316" y="315"/>
                    <a:pt x="331" y="304"/>
                    <a:pt x="338" y="289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62" y="304"/>
                    <a:pt x="477" y="315"/>
                    <a:pt x="494" y="318"/>
                  </a:cubicBezTo>
                  <a:cubicBezTo>
                    <a:pt x="623" y="336"/>
                    <a:pt x="623" y="336"/>
                    <a:pt x="623" y="336"/>
                  </a:cubicBezTo>
                  <a:cubicBezTo>
                    <a:pt x="530" y="428"/>
                    <a:pt x="530" y="428"/>
                    <a:pt x="530" y="428"/>
                  </a:cubicBezTo>
                  <a:cubicBezTo>
                    <a:pt x="509" y="448"/>
                    <a:pt x="508" y="481"/>
                    <a:pt x="529" y="502"/>
                  </a:cubicBezTo>
                  <a:cubicBezTo>
                    <a:pt x="549" y="523"/>
                    <a:pt x="582" y="523"/>
                    <a:pt x="603" y="503"/>
                  </a:cubicBezTo>
                  <a:cubicBezTo>
                    <a:pt x="773" y="337"/>
                    <a:pt x="773" y="337"/>
                    <a:pt x="773" y="337"/>
                  </a:cubicBezTo>
                  <a:cubicBezTo>
                    <a:pt x="788" y="323"/>
                    <a:pt x="793" y="302"/>
                    <a:pt x="787" y="283"/>
                  </a:cubicBezTo>
                  <a:cubicBezTo>
                    <a:pt x="780" y="264"/>
                    <a:pt x="764" y="250"/>
                    <a:pt x="744" y="247"/>
                  </a:cubicBezTo>
                  <a:cubicBezTo>
                    <a:pt x="536" y="217"/>
                    <a:pt x="536" y="217"/>
                    <a:pt x="536" y="217"/>
                  </a:cubicBezTo>
                  <a:cubicBezTo>
                    <a:pt x="444" y="29"/>
                    <a:pt x="444" y="29"/>
                    <a:pt x="444" y="29"/>
                  </a:cubicBezTo>
                  <a:cubicBezTo>
                    <a:pt x="435" y="11"/>
                    <a:pt x="417" y="0"/>
                    <a:pt x="3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1" name="Freeform 48">
              <a:extLst>
                <a:ext uri="{FF2B5EF4-FFF2-40B4-BE49-F238E27FC236}">
                  <a16:creationId xmlns:a16="http://schemas.microsoft.com/office/drawing/2014/main" id="{121119C4-C333-E660-4FDC-E76E6E503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063" y="7299325"/>
              <a:ext cx="1614488" cy="1944688"/>
            </a:xfrm>
            <a:custGeom>
              <a:avLst/>
              <a:gdLst>
                <a:gd name="T0" fmla="*/ 199 w 576"/>
                <a:gd name="T1" fmla="*/ 521 h 693"/>
                <a:gd name="T2" fmla="*/ 148 w 576"/>
                <a:gd name="T3" fmla="*/ 563 h 693"/>
                <a:gd name="T4" fmla="*/ 156 w 576"/>
                <a:gd name="T5" fmla="*/ 603 h 693"/>
                <a:gd name="T6" fmla="*/ 189 w 576"/>
                <a:gd name="T7" fmla="*/ 625 h 693"/>
                <a:gd name="T8" fmla="*/ 510 w 576"/>
                <a:gd name="T9" fmla="*/ 689 h 693"/>
                <a:gd name="T10" fmla="*/ 558 w 576"/>
                <a:gd name="T11" fmla="*/ 675 h 693"/>
                <a:gd name="T12" fmla="*/ 572 w 576"/>
                <a:gd name="T13" fmla="*/ 627 h 693"/>
                <a:gd name="T14" fmla="*/ 490 w 576"/>
                <a:gd name="T15" fmla="*/ 241 h 693"/>
                <a:gd name="T16" fmla="*/ 454 w 576"/>
                <a:gd name="T17" fmla="*/ 201 h 693"/>
                <a:gd name="T18" fmla="*/ 401 w 576"/>
                <a:gd name="T19" fmla="*/ 214 h 693"/>
                <a:gd name="T20" fmla="*/ 345 w 576"/>
                <a:gd name="T21" fmla="*/ 271 h 693"/>
                <a:gd name="T22" fmla="*/ 95 w 576"/>
                <a:gd name="T23" fmla="*/ 21 h 693"/>
                <a:gd name="T24" fmla="*/ 21 w 576"/>
                <a:gd name="T25" fmla="*/ 21 h 693"/>
                <a:gd name="T26" fmla="*/ 21 w 576"/>
                <a:gd name="T27" fmla="*/ 95 h 693"/>
                <a:gd name="T28" fmla="*/ 308 w 576"/>
                <a:gd name="T29" fmla="*/ 383 h 693"/>
                <a:gd name="T30" fmla="*/ 345 w 576"/>
                <a:gd name="T31" fmla="*/ 398 h 693"/>
                <a:gd name="T32" fmla="*/ 382 w 576"/>
                <a:gd name="T33" fmla="*/ 383 h 693"/>
                <a:gd name="T34" fmla="*/ 407 w 576"/>
                <a:gd name="T35" fmla="*/ 357 h 693"/>
                <a:gd name="T36" fmla="*/ 452 w 576"/>
                <a:gd name="T37" fmla="*/ 570 h 693"/>
                <a:gd name="T38" fmla="*/ 210 w 576"/>
                <a:gd name="T39" fmla="*/ 522 h 693"/>
                <a:gd name="T40" fmla="*/ 199 w 576"/>
                <a:gd name="T41" fmla="*/ 521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199" y="521"/>
                  </a:moveTo>
                  <a:cubicBezTo>
                    <a:pt x="175" y="521"/>
                    <a:pt x="153" y="538"/>
                    <a:pt x="148" y="563"/>
                  </a:cubicBezTo>
                  <a:cubicBezTo>
                    <a:pt x="145" y="577"/>
                    <a:pt x="148" y="591"/>
                    <a:pt x="156" y="603"/>
                  </a:cubicBezTo>
                  <a:cubicBezTo>
                    <a:pt x="163" y="615"/>
                    <a:pt x="175" y="623"/>
                    <a:pt x="189" y="625"/>
                  </a:cubicBezTo>
                  <a:cubicBezTo>
                    <a:pt x="510" y="689"/>
                    <a:pt x="510" y="689"/>
                    <a:pt x="510" y="689"/>
                  </a:cubicBezTo>
                  <a:cubicBezTo>
                    <a:pt x="527" y="693"/>
                    <a:pt x="546" y="687"/>
                    <a:pt x="558" y="675"/>
                  </a:cubicBezTo>
                  <a:cubicBezTo>
                    <a:pt x="571" y="662"/>
                    <a:pt x="576" y="644"/>
                    <a:pt x="572" y="627"/>
                  </a:cubicBezTo>
                  <a:cubicBezTo>
                    <a:pt x="490" y="241"/>
                    <a:pt x="490" y="241"/>
                    <a:pt x="490" y="241"/>
                  </a:cubicBezTo>
                  <a:cubicBezTo>
                    <a:pt x="486" y="222"/>
                    <a:pt x="472" y="207"/>
                    <a:pt x="454" y="201"/>
                  </a:cubicBezTo>
                  <a:cubicBezTo>
                    <a:pt x="435" y="196"/>
                    <a:pt x="415" y="201"/>
                    <a:pt x="401" y="214"/>
                  </a:cubicBezTo>
                  <a:cubicBezTo>
                    <a:pt x="345" y="271"/>
                    <a:pt x="345" y="271"/>
                    <a:pt x="345" y="27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75" y="0"/>
                    <a:pt x="41" y="0"/>
                    <a:pt x="21" y="21"/>
                  </a:cubicBezTo>
                  <a:cubicBezTo>
                    <a:pt x="0" y="41"/>
                    <a:pt x="0" y="75"/>
                    <a:pt x="21" y="95"/>
                  </a:cubicBezTo>
                  <a:cubicBezTo>
                    <a:pt x="308" y="383"/>
                    <a:pt x="308" y="383"/>
                    <a:pt x="308" y="383"/>
                  </a:cubicBezTo>
                  <a:cubicBezTo>
                    <a:pt x="318" y="393"/>
                    <a:pt x="331" y="398"/>
                    <a:pt x="345" y="398"/>
                  </a:cubicBezTo>
                  <a:cubicBezTo>
                    <a:pt x="359" y="398"/>
                    <a:pt x="372" y="393"/>
                    <a:pt x="382" y="383"/>
                  </a:cubicBezTo>
                  <a:cubicBezTo>
                    <a:pt x="407" y="357"/>
                    <a:pt x="407" y="357"/>
                    <a:pt x="407" y="357"/>
                  </a:cubicBezTo>
                  <a:cubicBezTo>
                    <a:pt x="452" y="570"/>
                    <a:pt x="452" y="570"/>
                    <a:pt x="452" y="570"/>
                  </a:cubicBezTo>
                  <a:cubicBezTo>
                    <a:pt x="210" y="522"/>
                    <a:pt x="210" y="522"/>
                    <a:pt x="210" y="522"/>
                  </a:cubicBezTo>
                  <a:cubicBezTo>
                    <a:pt x="206" y="521"/>
                    <a:pt x="203" y="521"/>
                    <a:pt x="199" y="5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2" name="Freeform 49">
              <a:extLst>
                <a:ext uri="{FF2B5EF4-FFF2-40B4-BE49-F238E27FC236}">
                  <a16:creationId xmlns:a16="http://schemas.microsoft.com/office/drawing/2014/main" id="{047896D7-A8D2-BD77-108F-C2F943B72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151" y="8739188"/>
              <a:ext cx="1368425" cy="1096963"/>
            </a:xfrm>
            <a:custGeom>
              <a:avLst/>
              <a:gdLst>
                <a:gd name="T0" fmla="*/ 60 w 488"/>
                <a:gd name="T1" fmla="*/ 2 h 391"/>
                <a:gd name="T2" fmla="*/ 30 w 488"/>
                <a:gd name="T3" fmla="*/ 11 h 391"/>
                <a:gd name="T4" fmla="*/ 16 w 488"/>
                <a:gd name="T5" fmla="*/ 84 h 391"/>
                <a:gd name="T6" fmla="*/ 205 w 488"/>
                <a:gd name="T7" fmla="*/ 367 h 391"/>
                <a:gd name="T8" fmla="*/ 249 w 488"/>
                <a:gd name="T9" fmla="*/ 391 h 391"/>
                <a:gd name="T10" fmla="*/ 249 w 488"/>
                <a:gd name="T11" fmla="*/ 391 h 391"/>
                <a:gd name="T12" fmla="*/ 293 w 488"/>
                <a:gd name="T13" fmla="*/ 367 h 391"/>
                <a:gd name="T14" fmla="*/ 477 w 488"/>
                <a:gd name="T15" fmla="*/ 83 h 391"/>
                <a:gd name="T16" fmla="*/ 485 w 488"/>
                <a:gd name="T17" fmla="*/ 44 h 391"/>
                <a:gd name="T18" fmla="*/ 462 w 488"/>
                <a:gd name="T19" fmla="*/ 11 h 391"/>
                <a:gd name="T20" fmla="*/ 422 w 488"/>
                <a:gd name="T21" fmla="*/ 3 h 391"/>
                <a:gd name="T22" fmla="*/ 389 w 488"/>
                <a:gd name="T23" fmla="*/ 26 h 391"/>
                <a:gd name="T24" fmla="*/ 248 w 488"/>
                <a:gd name="T25" fmla="*/ 242 h 391"/>
                <a:gd name="T26" fmla="*/ 103 w 488"/>
                <a:gd name="T27" fmla="*/ 25 h 391"/>
                <a:gd name="T28" fmla="*/ 60 w 488"/>
                <a:gd name="T29" fmla="*/ 2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391">
                  <a:moveTo>
                    <a:pt x="60" y="2"/>
                  </a:moveTo>
                  <a:cubicBezTo>
                    <a:pt x="50" y="2"/>
                    <a:pt x="39" y="5"/>
                    <a:pt x="30" y="11"/>
                  </a:cubicBezTo>
                  <a:cubicBezTo>
                    <a:pt x="6" y="27"/>
                    <a:pt x="0" y="60"/>
                    <a:pt x="16" y="84"/>
                  </a:cubicBezTo>
                  <a:cubicBezTo>
                    <a:pt x="205" y="367"/>
                    <a:pt x="205" y="367"/>
                    <a:pt x="205" y="367"/>
                  </a:cubicBezTo>
                  <a:cubicBezTo>
                    <a:pt x="215" y="382"/>
                    <a:pt x="231" y="391"/>
                    <a:pt x="249" y="391"/>
                  </a:cubicBezTo>
                  <a:cubicBezTo>
                    <a:pt x="249" y="391"/>
                    <a:pt x="249" y="391"/>
                    <a:pt x="249" y="391"/>
                  </a:cubicBezTo>
                  <a:cubicBezTo>
                    <a:pt x="267" y="391"/>
                    <a:pt x="283" y="382"/>
                    <a:pt x="293" y="367"/>
                  </a:cubicBezTo>
                  <a:cubicBezTo>
                    <a:pt x="477" y="83"/>
                    <a:pt x="477" y="83"/>
                    <a:pt x="477" y="83"/>
                  </a:cubicBezTo>
                  <a:cubicBezTo>
                    <a:pt x="485" y="72"/>
                    <a:pt x="488" y="58"/>
                    <a:pt x="485" y="44"/>
                  </a:cubicBezTo>
                  <a:cubicBezTo>
                    <a:pt x="482" y="30"/>
                    <a:pt x="474" y="18"/>
                    <a:pt x="462" y="11"/>
                  </a:cubicBezTo>
                  <a:cubicBezTo>
                    <a:pt x="450" y="3"/>
                    <a:pt x="436" y="0"/>
                    <a:pt x="422" y="3"/>
                  </a:cubicBezTo>
                  <a:cubicBezTo>
                    <a:pt x="408" y="6"/>
                    <a:pt x="397" y="14"/>
                    <a:pt x="389" y="26"/>
                  </a:cubicBezTo>
                  <a:cubicBezTo>
                    <a:pt x="248" y="242"/>
                    <a:pt x="248" y="242"/>
                    <a:pt x="248" y="242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93" y="10"/>
                    <a:pt x="77" y="2"/>
                    <a:pt x="60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3" name="Freeform 50">
              <a:extLst>
                <a:ext uri="{FF2B5EF4-FFF2-40B4-BE49-F238E27FC236}">
                  <a16:creationId xmlns:a16="http://schemas.microsoft.com/office/drawing/2014/main" id="{E2870185-F3B7-41CE-5C48-FEB4346CC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338" y="7299325"/>
              <a:ext cx="1614488" cy="1944688"/>
            </a:xfrm>
            <a:custGeom>
              <a:avLst/>
              <a:gdLst>
                <a:gd name="T0" fmla="*/ 366 w 576"/>
                <a:gd name="T1" fmla="*/ 522 h 693"/>
                <a:gd name="T2" fmla="*/ 123 w 576"/>
                <a:gd name="T3" fmla="*/ 570 h 693"/>
                <a:gd name="T4" fmla="*/ 168 w 576"/>
                <a:gd name="T5" fmla="*/ 357 h 693"/>
                <a:gd name="T6" fmla="*/ 193 w 576"/>
                <a:gd name="T7" fmla="*/ 383 h 693"/>
                <a:gd name="T8" fmla="*/ 231 w 576"/>
                <a:gd name="T9" fmla="*/ 398 h 693"/>
                <a:gd name="T10" fmla="*/ 268 w 576"/>
                <a:gd name="T11" fmla="*/ 383 h 693"/>
                <a:gd name="T12" fmla="*/ 555 w 576"/>
                <a:gd name="T13" fmla="*/ 95 h 693"/>
                <a:gd name="T14" fmla="*/ 555 w 576"/>
                <a:gd name="T15" fmla="*/ 21 h 693"/>
                <a:gd name="T16" fmla="*/ 481 w 576"/>
                <a:gd name="T17" fmla="*/ 21 h 693"/>
                <a:gd name="T18" fmla="*/ 231 w 576"/>
                <a:gd name="T19" fmla="*/ 271 h 693"/>
                <a:gd name="T20" fmla="*/ 174 w 576"/>
                <a:gd name="T21" fmla="*/ 214 h 693"/>
                <a:gd name="T22" fmla="*/ 122 w 576"/>
                <a:gd name="T23" fmla="*/ 201 h 693"/>
                <a:gd name="T24" fmla="*/ 86 w 576"/>
                <a:gd name="T25" fmla="*/ 241 h 693"/>
                <a:gd name="T26" fmla="*/ 3 w 576"/>
                <a:gd name="T27" fmla="*/ 627 h 693"/>
                <a:gd name="T28" fmla="*/ 18 w 576"/>
                <a:gd name="T29" fmla="*/ 675 h 693"/>
                <a:gd name="T30" fmla="*/ 65 w 576"/>
                <a:gd name="T31" fmla="*/ 689 h 693"/>
                <a:gd name="T32" fmla="*/ 387 w 576"/>
                <a:gd name="T33" fmla="*/ 625 h 693"/>
                <a:gd name="T34" fmla="*/ 420 w 576"/>
                <a:gd name="T35" fmla="*/ 603 h 693"/>
                <a:gd name="T36" fmla="*/ 428 w 576"/>
                <a:gd name="T37" fmla="*/ 563 h 693"/>
                <a:gd name="T38" fmla="*/ 376 w 576"/>
                <a:gd name="T39" fmla="*/ 521 h 693"/>
                <a:gd name="T40" fmla="*/ 366 w 576"/>
                <a:gd name="T41" fmla="*/ 52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366" y="522"/>
                  </a:moveTo>
                  <a:cubicBezTo>
                    <a:pt x="123" y="570"/>
                    <a:pt x="123" y="570"/>
                    <a:pt x="123" y="570"/>
                  </a:cubicBezTo>
                  <a:cubicBezTo>
                    <a:pt x="168" y="357"/>
                    <a:pt x="168" y="357"/>
                    <a:pt x="168" y="357"/>
                  </a:cubicBezTo>
                  <a:cubicBezTo>
                    <a:pt x="193" y="383"/>
                    <a:pt x="193" y="383"/>
                    <a:pt x="193" y="383"/>
                  </a:cubicBezTo>
                  <a:cubicBezTo>
                    <a:pt x="203" y="392"/>
                    <a:pt x="217" y="398"/>
                    <a:pt x="231" y="398"/>
                  </a:cubicBezTo>
                  <a:cubicBezTo>
                    <a:pt x="245" y="398"/>
                    <a:pt x="258" y="392"/>
                    <a:pt x="268" y="383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76" y="75"/>
                    <a:pt x="576" y="41"/>
                    <a:pt x="555" y="21"/>
                  </a:cubicBezTo>
                  <a:cubicBezTo>
                    <a:pt x="535" y="0"/>
                    <a:pt x="501" y="0"/>
                    <a:pt x="481" y="21"/>
                  </a:cubicBezTo>
                  <a:cubicBezTo>
                    <a:pt x="231" y="271"/>
                    <a:pt x="231" y="271"/>
                    <a:pt x="231" y="271"/>
                  </a:cubicBezTo>
                  <a:cubicBezTo>
                    <a:pt x="174" y="214"/>
                    <a:pt x="174" y="214"/>
                    <a:pt x="174" y="214"/>
                  </a:cubicBezTo>
                  <a:cubicBezTo>
                    <a:pt x="161" y="201"/>
                    <a:pt x="141" y="196"/>
                    <a:pt x="122" y="201"/>
                  </a:cubicBezTo>
                  <a:cubicBezTo>
                    <a:pt x="104" y="207"/>
                    <a:pt x="90" y="222"/>
                    <a:pt x="86" y="241"/>
                  </a:cubicBezTo>
                  <a:cubicBezTo>
                    <a:pt x="3" y="627"/>
                    <a:pt x="3" y="627"/>
                    <a:pt x="3" y="627"/>
                  </a:cubicBezTo>
                  <a:cubicBezTo>
                    <a:pt x="0" y="644"/>
                    <a:pt x="5" y="662"/>
                    <a:pt x="18" y="675"/>
                  </a:cubicBezTo>
                  <a:cubicBezTo>
                    <a:pt x="30" y="687"/>
                    <a:pt x="48" y="693"/>
                    <a:pt x="65" y="689"/>
                  </a:cubicBezTo>
                  <a:cubicBezTo>
                    <a:pt x="387" y="625"/>
                    <a:pt x="387" y="625"/>
                    <a:pt x="387" y="625"/>
                  </a:cubicBezTo>
                  <a:cubicBezTo>
                    <a:pt x="400" y="623"/>
                    <a:pt x="412" y="615"/>
                    <a:pt x="420" y="603"/>
                  </a:cubicBezTo>
                  <a:cubicBezTo>
                    <a:pt x="428" y="591"/>
                    <a:pt x="431" y="577"/>
                    <a:pt x="428" y="563"/>
                  </a:cubicBezTo>
                  <a:cubicBezTo>
                    <a:pt x="423" y="538"/>
                    <a:pt x="401" y="521"/>
                    <a:pt x="376" y="521"/>
                  </a:cubicBezTo>
                  <a:cubicBezTo>
                    <a:pt x="373" y="521"/>
                    <a:pt x="369" y="521"/>
                    <a:pt x="366" y="5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64" name="TextBox 7">
            <a:extLst>
              <a:ext uri="{FF2B5EF4-FFF2-40B4-BE49-F238E27FC236}">
                <a16:creationId xmlns:a16="http://schemas.microsoft.com/office/drawing/2014/main" id="{7D4203C1-DF7E-5434-B2FB-FC0E0C12EDB4}"/>
              </a:ext>
            </a:extLst>
          </p:cNvPr>
          <p:cNvSpPr txBox="1"/>
          <p:nvPr userDrawn="1"/>
        </p:nvSpPr>
        <p:spPr>
          <a:xfrm>
            <a:off x="509388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Webentwicklung</a:t>
            </a:r>
          </a:p>
        </p:txBody>
      </p:sp>
      <p:sp>
        <p:nvSpPr>
          <p:cNvPr id="165" name="TextBox 7">
            <a:extLst>
              <a:ext uri="{FF2B5EF4-FFF2-40B4-BE49-F238E27FC236}">
                <a16:creationId xmlns:a16="http://schemas.microsoft.com/office/drawing/2014/main" id="{7BE1446F-C8F6-E37A-8DE6-532A9715E948}"/>
              </a:ext>
            </a:extLst>
          </p:cNvPr>
          <p:cNvSpPr txBox="1"/>
          <p:nvPr userDrawn="1"/>
        </p:nvSpPr>
        <p:spPr>
          <a:xfrm>
            <a:off x="2517310" y="7518848"/>
            <a:ext cx="10364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Daten-visualisierung</a:t>
            </a:r>
          </a:p>
        </p:txBody>
      </p:sp>
      <p:sp>
        <p:nvSpPr>
          <p:cNvPr id="166" name="TextBox 7">
            <a:extLst>
              <a:ext uri="{FF2B5EF4-FFF2-40B4-BE49-F238E27FC236}">
                <a16:creationId xmlns:a16="http://schemas.microsoft.com/office/drawing/2014/main" id="{B29FA8C2-EDA8-8CE4-23E0-0E518FD38EC2}"/>
              </a:ext>
            </a:extLst>
          </p:cNvPr>
          <p:cNvSpPr txBox="1"/>
          <p:nvPr userDrawn="1"/>
        </p:nvSpPr>
        <p:spPr>
          <a:xfrm>
            <a:off x="14074922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Verlagservice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2030EFDF-7009-7067-08E6-6FD5DF2D34FD}"/>
              </a:ext>
            </a:extLst>
          </p:cNvPr>
          <p:cNvGrpSpPr/>
          <p:nvPr userDrawn="1"/>
        </p:nvGrpSpPr>
        <p:grpSpPr>
          <a:xfrm>
            <a:off x="14428018" y="4305494"/>
            <a:ext cx="1031717" cy="748563"/>
            <a:chOff x="6191250" y="5930900"/>
            <a:chExt cx="4610100" cy="3344863"/>
          </a:xfrm>
        </p:grpSpPr>
        <p:sp>
          <p:nvSpPr>
            <p:cNvPr id="168" name="Freeform 30">
              <a:extLst>
                <a:ext uri="{FF2B5EF4-FFF2-40B4-BE49-F238E27FC236}">
                  <a16:creationId xmlns:a16="http://schemas.microsoft.com/office/drawing/2014/main" id="{58CE2E38-01D2-2D8E-FDAD-6B30742FD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5930900"/>
              <a:ext cx="4610100" cy="3344863"/>
            </a:xfrm>
            <a:custGeom>
              <a:avLst/>
              <a:gdLst>
                <a:gd name="T0" fmla="*/ 340 w 1644"/>
                <a:gd name="T1" fmla="*/ 1192 h 1192"/>
                <a:gd name="T2" fmla="*/ 227 w 1644"/>
                <a:gd name="T3" fmla="*/ 1192 h 1192"/>
                <a:gd name="T4" fmla="*/ 0 w 1644"/>
                <a:gd name="T5" fmla="*/ 966 h 1192"/>
                <a:gd name="T6" fmla="*/ 0 w 1644"/>
                <a:gd name="T7" fmla="*/ 57 h 1192"/>
                <a:gd name="T8" fmla="*/ 57 w 1644"/>
                <a:gd name="T9" fmla="*/ 0 h 1192"/>
                <a:gd name="T10" fmla="*/ 1248 w 1644"/>
                <a:gd name="T11" fmla="*/ 0 h 1192"/>
                <a:gd name="T12" fmla="*/ 1304 w 1644"/>
                <a:gd name="T13" fmla="*/ 57 h 1192"/>
                <a:gd name="T14" fmla="*/ 1304 w 1644"/>
                <a:gd name="T15" fmla="*/ 964 h 1192"/>
                <a:gd name="T16" fmla="*/ 1418 w 1644"/>
                <a:gd name="T17" fmla="*/ 1077 h 1192"/>
                <a:gd name="T18" fmla="*/ 1531 w 1644"/>
                <a:gd name="T19" fmla="*/ 964 h 1192"/>
                <a:gd name="T20" fmla="*/ 1531 w 1644"/>
                <a:gd name="T21" fmla="*/ 340 h 1192"/>
                <a:gd name="T22" fmla="*/ 1418 w 1644"/>
                <a:gd name="T23" fmla="*/ 340 h 1192"/>
                <a:gd name="T24" fmla="*/ 1361 w 1644"/>
                <a:gd name="T25" fmla="*/ 284 h 1192"/>
                <a:gd name="T26" fmla="*/ 1418 w 1644"/>
                <a:gd name="T27" fmla="*/ 227 h 1192"/>
                <a:gd name="T28" fmla="*/ 1588 w 1644"/>
                <a:gd name="T29" fmla="*/ 227 h 1192"/>
                <a:gd name="T30" fmla="*/ 1644 w 1644"/>
                <a:gd name="T31" fmla="*/ 284 h 1192"/>
                <a:gd name="T32" fmla="*/ 1644 w 1644"/>
                <a:gd name="T33" fmla="*/ 964 h 1192"/>
                <a:gd name="T34" fmla="*/ 1418 w 1644"/>
                <a:gd name="T35" fmla="*/ 1191 h 1192"/>
                <a:gd name="T36" fmla="*/ 1191 w 1644"/>
                <a:gd name="T37" fmla="*/ 964 h 1192"/>
                <a:gd name="T38" fmla="*/ 1191 w 1644"/>
                <a:gd name="T39" fmla="*/ 114 h 1192"/>
                <a:gd name="T40" fmla="*/ 114 w 1644"/>
                <a:gd name="T41" fmla="*/ 114 h 1192"/>
                <a:gd name="T42" fmla="*/ 114 w 1644"/>
                <a:gd name="T43" fmla="*/ 966 h 1192"/>
                <a:gd name="T44" fmla="*/ 227 w 1644"/>
                <a:gd name="T45" fmla="*/ 1079 h 1192"/>
                <a:gd name="T46" fmla="*/ 340 w 1644"/>
                <a:gd name="T47" fmla="*/ 1079 h 1192"/>
                <a:gd name="T48" fmla="*/ 397 w 1644"/>
                <a:gd name="T49" fmla="*/ 1136 h 1192"/>
                <a:gd name="T50" fmla="*/ 340 w 1644"/>
                <a:gd name="T51" fmla="*/ 1192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44" h="1192">
                  <a:moveTo>
                    <a:pt x="340" y="1192"/>
                  </a:moveTo>
                  <a:cubicBezTo>
                    <a:pt x="227" y="1192"/>
                    <a:pt x="227" y="1192"/>
                    <a:pt x="227" y="1192"/>
                  </a:cubicBezTo>
                  <a:cubicBezTo>
                    <a:pt x="102" y="1192"/>
                    <a:pt x="0" y="1091"/>
                    <a:pt x="0" y="966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6"/>
                    <a:pt x="1304" y="57"/>
                  </a:cubicBezTo>
                  <a:cubicBezTo>
                    <a:pt x="1304" y="964"/>
                    <a:pt x="1304" y="964"/>
                    <a:pt x="1304" y="964"/>
                  </a:cubicBezTo>
                  <a:cubicBezTo>
                    <a:pt x="1304" y="1026"/>
                    <a:pt x="1355" y="1077"/>
                    <a:pt x="1418" y="1077"/>
                  </a:cubicBezTo>
                  <a:cubicBezTo>
                    <a:pt x="1480" y="1077"/>
                    <a:pt x="1531" y="1026"/>
                    <a:pt x="1531" y="964"/>
                  </a:cubicBezTo>
                  <a:cubicBezTo>
                    <a:pt x="1531" y="340"/>
                    <a:pt x="1531" y="340"/>
                    <a:pt x="1531" y="340"/>
                  </a:cubicBezTo>
                  <a:cubicBezTo>
                    <a:pt x="1418" y="340"/>
                    <a:pt x="1418" y="340"/>
                    <a:pt x="1418" y="340"/>
                  </a:cubicBezTo>
                  <a:cubicBezTo>
                    <a:pt x="1386" y="340"/>
                    <a:pt x="1361" y="315"/>
                    <a:pt x="1361" y="284"/>
                  </a:cubicBezTo>
                  <a:cubicBezTo>
                    <a:pt x="1361" y="252"/>
                    <a:pt x="1386" y="227"/>
                    <a:pt x="1418" y="227"/>
                  </a:cubicBezTo>
                  <a:cubicBezTo>
                    <a:pt x="1588" y="227"/>
                    <a:pt x="1588" y="227"/>
                    <a:pt x="1588" y="227"/>
                  </a:cubicBezTo>
                  <a:cubicBezTo>
                    <a:pt x="1619" y="227"/>
                    <a:pt x="1644" y="252"/>
                    <a:pt x="1644" y="284"/>
                  </a:cubicBezTo>
                  <a:cubicBezTo>
                    <a:pt x="1644" y="964"/>
                    <a:pt x="1644" y="964"/>
                    <a:pt x="1644" y="964"/>
                  </a:cubicBezTo>
                  <a:cubicBezTo>
                    <a:pt x="1644" y="1089"/>
                    <a:pt x="1543" y="1191"/>
                    <a:pt x="1418" y="1191"/>
                  </a:cubicBezTo>
                  <a:cubicBezTo>
                    <a:pt x="1293" y="1191"/>
                    <a:pt x="1191" y="1089"/>
                    <a:pt x="1191" y="964"/>
                  </a:cubicBezTo>
                  <a:cubicBezTo>
                    <a:pt x="1191" y="114"/>
                    <a:pt x="1191" y="114"/>
                    <a:pt x="1191" y="114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14" y="966"/>
                    <a:pt x="114" y="966"/>
                    <a:pt x="114" y="966"/>
                  </a:cubicBezTo>
                  <a:cubicBezTo>
                    <a:pt x="114" y="1028"/>
                    <a:pt x="165" y="1079"/>
                    <a:pt x="227" y="1079"/>
                  </a:cubicBezTo>
                  <a:cubicBezTo>
                    <a:pt x="340" y="1079"/>
                    <a:pt x="340" y="1079"/>
                    <a:pt x="340" y="1079"/>
                  </a:cubicBezTo>
                  <a:cubicBezTo>
                    <a:pt x="372" y="1079"/>
                    <a:pt x="397" y="1104"/>
                    <a:pt x="397" y="1136"/>
                  </a:cubicBezTo>
                  <a:cubicBezTo>
                    <a:pt x="397" y="1167"/>
                    <a:pt x="372" y="1192"/>
                    <a:pt x="340" y="11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9" name="Freeform 31">
              <a:extLst>
                <a:ext uri="{FF2B5EF4-FFF2-40B4-BE49-F238E27FC236}">
                  <a16:creationId xmlns:a16="http://schemas.microsoft.com/office/drawing/2014/main" id="{C659D8FD-3ACE-A377-9305-A524A2A3D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9725" y="7999413"/>
              <a:ext cx="2670175" cy="319088"/>
            </a:xfrm>
            <a:custGeom>
              <a:avLst/>
              <a:gdLst>
                <a:gd name="T0" fmla="*/ 895 w 952"/>
                <a:gd name="T1" fmla="*/ 114 h 114"/>
                <a:gd name="T2" fmla="*/ 57 w 952"/>
                <a:gd name="T3" fmla="*/ 114 h 114"/>
                <a:gd name="T4" fmla="*/ 0 w 952"/>
                <a:gd name="T5" fmla="*/ 57 h 114"/>
                <a:gd name="T6" fmla="*/ 57 w 952"/>
                <a:gd name="T7" fmla="*/ 0 h 114"/>
                <a:gd name="T8" fmla="*/ 895 w 952"/>
                <a:gd name="T9" fmla="*/ 0 h 114"/>
                <a:gd name="T10" fmla="*/ 952 w 952"/>
                <a:gd name="T11" fmla="*/ 57 h 114"/>
                <a:gd name="T12" fmla="*/ 895 w 952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114">
                  <a:moveTo>
                    <a:pt x="895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25" y="114"/>
                    <a:pt x="0" y="88"/>
                    <a:pt x="0" y="57"/>
                  </a:cubicBezTo>
                  <a:cubicBezTo>
                    <a:pt x="0" y="26"/>
                    <a:pt x="25" y="0"/>
                    <a:pt x="57" y="0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927" y="0"/>
                    <a:pt x="952" y="26"/>
                    <a:pt x="952" y="57"/>
                  </a:cubicBezTo>
                  <a:cubicBezTo>
                    <a:pt x="952" y="88"/>
                    <a:pt x="927" y="114"/>
                    <a:pt x="895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0" name="Freeform 32">
              <a:extLst>
                <a:ext uri="{FF2B5EF4-FFF2-40B4-BE49-F238E27FC236}">
                  <a16:creationId xmlns:a16="http://schemas.microsoft.com/office/drawing/2014/main" id="{DC0087B8-D778-858A-2CFF-BA9F340B1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0" y="7204075"/>
              <a:ext cx="1273175" cy="317500"/>
            </a:xfrm>
            <a:custGeom>
              <a:avLst/>
              <a:gdLst>
                <a:gd name="T0" fmla="*/ 397 w 454"/>
                <a:gd name="T1" fmla="*/ 113 h 113"/>
                <a:gd name="T2" fmla="*/ 57 w 454"/>
                <a:gd name="T3" fmla="*/ 113 h 113"/>
                <a:gd name="T4" fmla="*/ 0 w 454"/>
                <a:gd name="T5" fmla="*/ 56 h 113"/>
                <a:gd name="T6" fmla="*/ 57 w 454"/>
                <a:gd name="T7" fmla="*/ 0 h 113"/>
                <a:gd name="T8" fmla="*/ 397 w 454"/>
                <a:gd name="T9" fmla="*/ 0 h 113"/>
                <a:gd name="T10" fmla="*/ 454 w 454"/>
                <a:gd name="T11" fmla="*/ 56 h 113"/>
                <a:gd name="T12" fmla="*/ 397 w 454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4" h="113">
                  <a:moveTo>
                    <a:pt x="397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429" y="0"/>
                    <a:pt x="454" y="25"/>
                    <a:pt x="454" y="56"/>
                  </a:cubicBezTo>
                  <a:cubicBezTo>
                    <a:pt x="454" y="88"/>
                    <a:pt x="429" y="113"/>
                    <a:pt x="39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1" name="Freeform 33">
              <a:extLst>
                <a:ext uri="{FF2B5EF4-FFF2-40B4-BE49-F238E27FC236}">
                  <a16:creationId xmlns:a16="http://schemas.microsoft.com/office/drawing/2014/main" id="{3E6FC45C-A71B-FCA6-10A5-F5829BA1F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0" y="6567488"/>
              <a:ext cx="1316038" cy="317500"/>
            </a:xfrm>
            <a:custGeom>
              <a:avLst/>
              <a:gdLst>
                <a:gd name="T0" fmla="*/ 413 w 469"/>
                <a:gd name="T1" fmla="*/ 113 h 113"/>
                <a:gd name="T2" fmla="*/ 57 w 469"/>
                <a:gd name="T3" fmla="*/ 113 h 113"/>
                <a:gd name="T4" fmla="*/ 0 w 469"/>
                <a:gd name="T5" fmla="*/ 57 h 113"/>
                <a:gd name="T6" fmla="*/ 57 w 469"/>
                <a:gd name="T7" fmla="*/ 0 h 113"/>
                <a:gd name="T8" fmla="*/ 413 w 469"/>
                <a:gd name="T9" fmla="*/ 0 h 113"/>
                <a:gd name="T10" fmla="*/ 469 w 469"/>
                <a:gd name="T11" fmla="*/ 57 h 113"/>
                <a:gd name="T12" fmla="*/ 413 w 469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9" h="113">
                  <a:moveTo>
                    <a:pt x="413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44" y="0"/>
                    <a:pt x="469" y="25"/>
                    <a:pt x="469" y="57"/>
                  </a:cubicBezTo>
                  <a:cubicBezTo>
                    <a:pt x="469" y="88"/>
                    <a:pt x="444" y="113"/>
                    <a:pt x="413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2" name="Freeform 34">
              <a:extLst>
                <a:ext uri="{FF2B5EF4-FFF2-40B4-BE49-F238E27FC236}">
                  <a16:creationId xmlns:a16="http://schemas.microsoft.com/office/drawing/2014/main" id="{4EB30FBE-BB18-5887-9110-9948B1D92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01013" y="6567488"/>
              <a:ext cx="1270000" cy="949325"/>
            </a:xfrm>
            <a:custGeom>
              <a:avLst/>
              <a:gdLst>
                <a:gd name="T0" fmla="*/ 396 w 453"/>
                <a:gd name="T1" fmla="*/ 338 h 338"/>
                <a:gd name="T2" fmla="*/ 56 w 453"/>
                <a:gd name="T3" fmla="*/ 338 h 338"/>
                <a:gd name="T4" fmla="*/ 0 w 453"/>
                <a:gd name="T5" fmla="*/ 282 h 338"/>
                <a:gd name="T6" fmla="*/ 0 w 453"/>
                <a:gd name="T7" fmla="*/ 57 h 338"/>
                <a:gd name="T8" fmla="*/ 56 w 453"/>
                <a:gd name="T9" fmla="*/ 0 h 338"/>
                <a:gd name="T10" fmla="*/ 396 w 453"/>
                <a:gd name="T11" fmla="*/ 0 h 338"/>
                <a:gd name="T12" fmla="*/ 453 w 453"/>
                <a:gd name="T13" fmla="*/ 57 h 338"/>
                <a:gd name="T14" fmla="*/ 453 w 453"/>
                <a:gd name="T15" fmla="*/ 282 h 338"/>
                <a:gd name="T16" fmla="*/ 396 w 453"/>
                <a:gd name="T17" fmla="*/ 338 h 338"/>
                <a:gd name="T18" fmla="*/ 113 w 453"/>
                <a:gd name="T19" fmla="*/ 225 h 338"/>
                <a:gd name="T20" fmla="*/ 340 w 453"/>
                <a:gd name="T21" fmla="*/ 225 h 338"/>
                <a:gd name="T22" fmla="*/ 340 w 453"/>
                <a:gd name="T23" fmla="*/ 113 h 338"/>
                <a:gd name="T24" fmla="*/ 113 w 453"/>
                <a:gd name="T25" fmla="*/ 113 h 338"/>
                <a:gd name="T26" fmla="*/ 113 w 453"/>
                <a:gd name="T27" fmla="*/ 22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3" h="338">
                  <a:moveTo>
                    <a:pt x="396" y="338"/>
                  </a:moveTo>
                  <a:cubicBezTo>
                    <a:pt x="56" y="338"/>
                    <a:pt x="56" y="338"/>
                    <a:pt x="56" y="338"/>
                  </a:cubicBezTo>
                  <a:cubicBezTo>
                    <a:pt x="25" y="338"/>
                    <a:pt x="0" y="313"/>
                    <a:pt x="0" y="28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396" y="0"/>
                    <a:pt x="396" y="0"/>
                    <a:pt x="396" y="0"/>
                  </a:cubicBezTo>
                  <a:cubicBezTo>
                    <a:pt x="428" y="0"/>
                    <a:pt x="453" y="25"/>
                    <a:pt x="453" y="57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3" y="313"/>
                    <a:pt x="428" y="338"/>
                    <a:pt x="396" y="338"/>
                  </a:cubicBezTo>
                  <a:close/>
                  <a:moveTo>
                    <a:pt x="113" y="225"/>
                  </a:moveTo>
                  <a:cubicBezTo>
                    <a:pt x="340" y="225"/>
                    <a:pt x="340" y="225"/>
                    <a:pt x="340" y="225"/>
                  </a:cubicBezTo>
                  <a:cubicBezTo>
                    <a:pt x="340" y="113"/>
                    <a:pt x="340" y="113"/>
                    <a:pt x="340" y="113"/>
                  </a:cubicBezTo>
                  <a:cubicBezTo>
                    <a:pt x="113" y="113"/>
                    <a:pt x="113" y="113"/>
                    <a:pt x="113" y="113"/>
                  </a:cubicBezTo>
                  <a:lnTo>
                    <a:pt x="113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73" name="Freeform 14">
            <a:extLst>
              <a:ext uri="{FF2B5EF4-FFF2-40B4-BE49-F238E27FC236}">
                <a16:creationId xmlns:a16="http://schemas.microsoft.com/office/drawing/2014/main" id="{0AAE3B4C-3A0E-7186-456F-04A6C22661C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554261" y="6344798"/>
            <a:ext cx="962564" cy="962564"/>
          </a:xfrm>
          <a:custGeom>
            <a:avLst/>
            <a:gdLst>
              <a:gd name="T0" fmla="*/ 1263 w 1474"/>
              <a:gd name="T1" fmla="*/ 221 h 1474"/>
              <a:gd name="T2" fmla="*/ 1258 w 1474"/>
              <a:gd name="T3" fmla="*/ 216 h 1474"/>
              <a:gd name="T4" fmla="*/ 1253 w 1474"/>
              <a:gd name="T5" fmla="*/ 212 h 1474"/>
              <a:gd name="T6" fmla="*/ 737 w 1474"/>
              <a:gd name="T7" fmla="*/ 0 h 1474"/>
              <a:gd name="T8" fmla="*/ 0 w 1474"/>
              <a:gd name="T9" fmla="*/ 737 h 1474"/>
              <a:gd name="T10" fmla="*/ 737 w 1474"/>
              <a:gd name="T11" fmla="*/ 1474 h 1474"/>
              <a:gd name="T12" fmla="*/ 794 w 1474"/>
              <a:gd name="T13" fmla="*/ 1418 h 1474"/>
              <a:gd name="T14" fmla="*/ 737 w 1474"/>
              <a:gd name="T15" fmla="*/ 1361 h 1474"/>
              <a:gd name="T16" fmla="*/ 114 w 1474"/>
              <a:gd name="T17" fmla="*/ 737 h 1474"/>
              <a:gd name="T18" fmla="*/ 681 w 1474"/>
              <a:gd name="T19" fmla="*/ 116 h 1474"/>
              <a:gd name="T20" fmla="*/ 681 w 1474"/>
              <a:gd name="T21" fmla="*/ 737 h 1474"/>
              <a:gd name="T22" fmla="*/ 681 w 1474"/>
              <a:gd name="T23" fmla="*/ 743 h 1474"/>
              <a:gd name="T24" fmla="*/ 681 w 1474"/>
              <a:gd name="T25" fmla="*/ 745 h 1474"/>
              <a:gd name="T26" fmla="*/ 682 w 1474"/>
              <a:gd name="T27" fmla="*/ 748 h 1474"/>
              <a:gd name="T28" fmla="*/ 682 w 1474"/>
              <a:gd name="T29" fmla="*/ 751 h 1474"/>
              <a:gd name="T30" fmla="*/ 683 w 1474"/>
              <a:gd name="T31" fmla="*/ 754 h 1474"/>
              <a:gd name="T32" fmla="*/ 684 w 1474"/>
              <a:gd name="T33" fmla="*/ 756 h 1474"/>
              <a:gd name="T34" fmla="*/ 685 w 1474"/>
              <a:gd name="T35" fmla="*/ 759 h 1474"/>
              <a:gd name="T36" fmla="*/ 686 w 1474"/>
              <a:gd name="T37" fmla="*/ 761 h 1474"/>
              <a:gd name="T38" fmla="*/ 687 w 1474"/>
              <a:gd name="T39" fmla="*/ 764 h 1474"/>
              <a:gd name="T40" fmla="*/ 689 w 1474"/>
              <a:gd name="T41" fmla="*/ 766 h 1474"/>
              <a:gd name="T42" fmla="*/ 690 w 1474"/>
              <a:gd name="T43" fmla="*/ 769 h 1474"/>
              <a:gd name="T44" fmla="*/ 692 w 1474"/>
              <a:gd name="T45" fmla="*/ 771 h 1474"/>
              <a:gd name="T46" fmla="*/ 693 w 1474"/>
              <a:gd name="T47" fmla="*/ 773 h 1474"/>
              <a:gd name="T48" fmla="*/ 697 w 1474"/>
              <a:gd name="T49" fmla="*/ 777 h 1474"/>
              <a:gd name="T50" fmla="*/ 697 w 1474"/>
              <a:gd name="T51" fmla="*/ 777 h 1474"/>
              <a:gd name="T52" fmla="*/ 1178 w 1474"/>
              <a:gd name="T53" fmla="*/ 1258 h 1474"/>
              <a:gd name="T54" fmla="*/ 1218 w 1474"/>
              <a:gd name="T55" fmla="*/ 1275 h 1474"/>
              <a:gd name="T56" fmla="*/ 1258 w 1474"/>
              <a:gd name="T57" fmla="*/ 1258 h 1474"/>
              <a:gd name="T58" fmla="*/ 1258 w 1474"/>
              <a:gd name="T59" fmla="*/ 1178 h 1474"/>
              <a:gd name="T60" fmla="*/ 874 w 1474"/>
              <a:gd name="T61" fmla="*/ 794 h 1474"/>
              <a:gd name="T62" fmla="*/ 1418 w 1474"/>
              <a:gd name="T63" fmla="*/ 794 h 1474"/>
              <a:gd name="T64" fmla="*/ 1474 w 1474"/>
              <a:gd name="T65" fmla="*/ 737 h 1474"/>
              <a:gd name="T66" fmla="*/ 1263 w 1474"/>
              <a:gd name="T67" fmla="*/ 221 h 1474"/>
              <a:gd name="T68" fmla="*/ 1216 w 1474"/>
              <a:gd name="T69" fmla="*/ 338 h 1474"/>
              <a:gd name="T70" fmla="*/ 1358 w 1474"/>
              <a:gd name="T71" fmla="*/ 681 h 1474"/>
              <a:gd name="T72" fmla="*/ 874 w 1474"/>
              <a:gd name="T73" fmla="*/ 681 h 1474"/>
              <a:gd name="T74" fmla="*/ 1216 w 1474"/>
              <a:gd name="T75" fmla="*/ 338 h 1474"/>
              <a:gd name="T76" fmla="*/ 794 w 1474"/>
              <a:gd name="T77" fmla="*/ 600 h 1474"/>
              <a:gd name="T78" fmla="*/ 794 w 1474"/>
              <a:gd name="T79" fmla="*/ 116 h 1474"/>
              <a:gd name="T80" fmla="*/ 1136 w 1474"/>
              <a:gd name="T81" fmla="*/ 258 h 1474"/>
              <a:gd name="T82" fmla="*/ 794 w 1474"/>
              <a:gd name="T83" fmla="*/ 600 h 1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74" h="1474">
                <a:moveTo>
                  <a:pt x="1263" y="221"/>
                </a:moveTo>
                <a:cubicBezTo>
                  <a:pt x="1262" y="219"/>
                  <a:pt x="1260" y="218"/>
                  <a:pt x="1258" y="216"/>
                </a:cubicBezTo>
                <a:cubicBezTo>
                  <a:pt x="1257" y="215"/>
                  <a:pt x="1255" y="213"/>
                  <a:pt x="1253" y="212"/>
                </a:cubicBezTo>
                <a:cubicBezTo>
                  <a:pt x="1120" y="81"/>
                  <a:pt x="938" y="0"/>
                  <a:pt x="737" y="0"/>
                </a:cubicBezTo>
                <a:cubicBezTo>
                  <a:pt x="331" y="0"/>
                  <a:pt x="0" y="331"/>
                  <a:pt x="0" y="737"/>
                </a:cubicBezTo>
                <a:cubicBezTo>
                  <a:pt x="0" y="1144"/>
                  <a:pt x="331" y="1474"/>
                  <a:pt x="737" y="1474"/>
                </a:cubicBezTo>
                <a:cubicBezTo>
                  <a:pt x="769" y="1474"/>
                  <a:pt x="794" y="1449"/>
                  <a:pt x="794" y="1418"/>
                </a:cubicBezTo>
                <a:cubicBezTo>
                  <a:pt x="794" y="1386"/>
                  <a:pt x="769" y="1361"/>
                  <a:pt x="737" y="1361"/>
                </a:cubicBezTo>
                <a:cubicBezTo>
                  <a:pt x="393" y="1361"/>
                  <a:pt x="114" y="1081"/>
                  <a:pt x="114" y="737"/>
                </a:cubicBezTo>
                <a:cubicBezTo>
                  <a:pt x="114" y="413"/>
                  <a:pt x="363" y="145"/>
                  <a:pt x="681" y="116"/>
                </a:cubicBezTo>
                <a:cubicBezTo>
                  <a:pt x="681" y="737"/>
                  <a:pt x="681" y="737"/>
                  <a:pt x="681" y="737"/>
                </a:cubicBezTo>
                <a:cubicBezTo>
                  <a:pt x="681" y="739"/>
                  <a:pt x="681" y="741"/>
                  <a:pt x="681" y="743"/>
                </a:cubicBezTo>
                <a:cubicBezTo>
                  <a:pt x="681" y="744"/>
                  <a:pt x="681" y="745"/>
                  <a:pt x="681" y="745"/>
                </a:cubicBezTo>
                <a:cubicBezTo>
                  <a:pt x="681" y="746"/>
                  <a:pt x="682" y="747"/>
                  <a:pt x="682" y="748"/>
                </a:cubicBezTo>
                <a:cubicBezTo>
                  <a:pt x="682" y="749"/>
                  <a:pt x="682" y="750"/>
                  <a:pt x="682" y="751"/>
                </a:cubicBezTo>
                <a:cubicBezTo>
                  <a:pt x="683" y="752"/>
                  <a:pt x="683" y="753"/>
                  <a:pt x="683" y="754"/>
                </a:cubicBezTo>
                <a:cubicBezTo>
                  <a:pt x="683" y="755"/>
                  <a:pt x="684" y="756"/>
                  <a:pt x="684" y="756"/>
                </a:cubicBezTo>
                <a:cubicBezTo>
                  <a:pt x="684" y="757"/>
                  <a:pt x="685" y="758"/>
                  <a:pt x="685" y="759"/>
                </a:cubicBezTo>
                <a:cubicBezTo>
                  <a:pt x="685" y="760"/>
                  <a:pt x="686" y="761"/>
                  <a:pt x="686" y="761"/>
                </a:cubicBezTo>
                <a:cubicBezTo>
                  <a:pt x="686" y="762"/>
                  <a:pt x="687" y="763"/>
                  <a:pt x="687" y="764"/>
                </a:cubicBezTo>
                <a:cubicBezTo>
                  <a:pt x="688" y="765"/>
                  <a:pt x="688" y="766"/>
                  <a:pt x="689" y="766"/>
                </a:cubicBezTo>
                <a:cubicBezTo>
                  <a:pt x="689" y="767"/>
                  <a:pt x="690" y="768"/>
                  <a:pt x="690" y="769"/>
                </a:cubicBezTo>
                <a:cubicBezTo>
                  <a:pt x="691" y="770"/>
                  <a:pt x="691" y="770"/>
                  <a:pt x="692" y="771"/>
                </a:cubicBezTo>
                <a:cubicBezTo>
                  <a:pt x="692" y="772"/>
                  <a:pt x="693" y="773"/>
                  <a:pt x="693" y="773"/>
                </a:cubicBezTo>
                <a:cubicBezTo>
                  <a:pt x="695" y="775"/>
                  <a:pt x="696" y="776"/>
                  <a:pt x="697" y="777"/>
                </a:cubicBezTo>
                <a:cubicBezTo>
                  <a:pt x="697" y="777"/>
                  <a:pt x="697" y="777"/>
                  <a:pt x="697" y="777"/>
                </a:cubicBezTo>
                <a:cubicBezTo>
                  <a:pt x="1178" y="1258"/>
                  <a:pt x="1178" y="1258"/>
                  <a:pt x="1178" y="1258"/>
                </a:cubicBezTo>
                <a:cubicBezTo>
                  <a:pt x="1189" y="1270"/>
                  <a:pt x="1204" y="1275"/>
                  <a:pt x="1218" y="1275"/>
                </a:cubicBezTo>
                <a:cubicBezTo>
                  <a:pt x="1233" y="1275"/>
                  <a:pt x="1247" y="1270"/>
                  <a:pt x="1258" y="1258"/>
                </a:cubicBezTo>
                <a:cubicBezTo>
                  <a:pt x="1281" y="1236"/>
                  <a:pt x="1281" y="1200"/>
                  <a:pt x="1258" y="1178"/>
                </a:cubicBezTo>
                <a:cubicBezTo>
                  <a:pt x="874" y="794"/>
                  <a:pt x="874" y="794"/>
                  <a:pt x="874" y="794"/>
                </a:cubicBezTo>
                <a:cubicBezTo>
                  <a:pt x="1418" y="794"/>
                  <a:pt x="1418" y="794"/>
                  <a:pt x="1418" y="794"/>
                </a:cubicBezTo>
                <a:cubicBezTo>
                  <a:pt x="1449" y="794"/>
                  <a:pt x="1474" y="769"/>
                  <a:pt x="1474" y="737"/>
                </a:cubicBezTo>
                <a:cubicBezTo>
                  <a:pt x="1474" y="537"/>
                  <a:pt x="1394" y="354"/>
                  <a:pt x="1263" y="221"/>
                </a:cubicBezTo>
                <a:close/>
                <a:moveTo>
                  <a:pt x="1216" y="338"/>
                </a:moveTo>
                <a:cubicBezTo>
                  <a:pt x="1295" y="433"/>
                  <a:pt x="1347" y="551"/>
                  <a:pt x="1358" y="681"/>
                </a:cubicBezTo>
                <a:cubicBezTo>
                  <a:pt x="874" y="681"/>
                  <a:pt x="874" y="681"/>
                  <a:pt x="874" y="681"/>
                </a:cubicBezTo>
                <a:lnTo>
                  <a:pt x="1216" y="338"/>
                </a:lnTo>
                <a:close/>
                <a:moveTo>
                  <a:pt x="794" y="600"/>
                </a:moveTo>
                <a:cubicBezTo>
                  <a:pt x="794" y="116"/>
                  <a:pt x="794" y="116"/>
                  <a:pt x="794" y="116"/>
                </a:cubicBezTo>
                <a:cubicBezTo>
                  <a:pt x="923" y="128"/>
                  <a:pt x="1042" y="179"/>
                  <a:pt x="1136" y="258"/>
                </a:cubicBezTo>
                <a:lnTo>
                  <a:pt x="794" y="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3321C65E-7267-C810-3477-8978DD1B3896}"/>
              </a:ext>
            </a:extLst>
          </p:cNvPr>
          <p:cNvGrpSpPr/>
          <p:nvPr userDrawn="1"/>
        </p:nvGrpSpPr>
        <p:grpSpPr>
          <a:xfrm>
            <a:off x="824889" y="6411306"/>
            <a:ext cx="1106906" cy="968759"/>
            <a:chOff x="12525375" y="171450"/>
            <a:chExt cx="5087938" cy="4452938"/>
          </a:xfrm>
        </p:grpSpPr>
        <p:sp>
          <p:nvSpPr>
            <p:cNvPr id="175" name="Freeform 17">
              <a:extLst>
                <a:ext uri="{FF2B5EF4-FFF2-40B4-BE49-F238E27FC236}">
                  <a16:creationId xmlns:a16="http://schemas.microsoft.com/office/drawing/2014/main" id="{DC87CA95-BF85-8F7E-76C4-9A3571019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375" y="171450"/>
              <a:ext cx="5087938" cy="4452938"/>
            </a:xfrm>
            <a:custGeom>
              <a:avLst/>
              <a:gdLst>
                <a:gd name="T0" fmla="*/ 1758 w 1815"/>
                <a:gd name="T1" fmla="*/ 0 h 1588"/>
                <a:gd name="T2" fmla="*/ 57 w 1815"/>
                <a:gd name="T3" fmla="*/ 0 h 1588"/>
                <a:gd name="T4" fmla="*/ 0 w 1815"/>
                <a:gd name="T5" fmla="*/ 57 h 1588"/>
                <a:gd name="T6" fmla="*/ 0 w 1815"/>
                <a:gd name="T7" fmla="*/ 958 h 1588"/>
                <a:gd name="T8" fmla="*/ 0 w 1815"/>
                <a:gd name="T9" fmla="*/ 964 h 1588"/>
                <a:gd name="T10" fmla="*/ 0 w 1815"/>
                <a:gd name="T11" fmla="*/ 971 h 1588"/>
                <a:gd name="T12" fmla="*/ 0 w 1815"/>
                <a:gd name="T13" fmla="*/ 1191 h 1588"/>
                <a:gd name="T14" fmla="*/ 57 w 1815"/>
                <a:gd name="T15" fmla="*/ 1248 h 1588"/>
                <a:gd name="T16" fmla="*/ 851 w 1815"/>
                <a:gd name="T17" fmla="*/ 1248 h 1588"/>
                <a:gd name="T18" fmla="*/ 851 w 1815"/>
                <a:gd name="T19" fmla="*/ 1475 h 1588"/>
                <a:gd name="T20" fmla="*/ 511 w 1815"/>
                <a:gd name="T21" fmla="*/ 1475 h 1588"/>
                <a:gd name="T22" fmla="*/ 454 w 1815"/>
                <a:gd name="T23" fmla="*/ 1532 h 1588"/>
                <a:gd name="T24" fmla="*/ 511 w 1815"/>
                <a:gd name="T25" fmla="*/ 1588 h 1588"/>
                <a:gd name="T26" fmla="*/ 511 w 1815"/>
                <a:gd name="T27" fmla="*/ 1588 h 1588"/>
                <a:gd name="T28" fmla="*/ 1304 w 1815"/>
                <a:gd name="T29" fmla="*/ 1588 h 1588"/>
                <a:gd name="T30" fmla="*/ 1361 w 1815"/>
                <a:gd name="T31" fmla="*/ 1531 h 1588"/>
                <a:gd name="T32" fmla="*/ 1304 w 1815"/>
                <a:gd name="T33" fmla="*/ 1474 h 1588"/>
                <a:gd name="T34" fmla="*/ 1304 w 1815"/>
                <a:gd name="T35" fmla="*/ 1474 h 1588"/>
                <a:gd name="T36" fmla="*/ 964 w 1815"/>
                <a:gd name="T37" fmla="*/ 1474 h 1588"/>
                <a:gd name="T38" fmla="*/ 964 w 1815"/>
                <a:gd name="T39" fmla="*/ 1191 h 1588"/>
                <a:gd name="T40" fmla="*/ 908 w 1815"/>
                <a:gd name="T41" fmla="*/ 1134 h 1588"/>
                <a:gd name="T42" fmla="*/ 114 w 1815"/>
                <a:gd name="T43" fmla="*/ 1134 h 1588"/>
                <a:gd name="T44" fmla="*/ 114 w 1815"/>
                <a:gd name="T45" fmla="*/ 1021 h 1588"/>
                <a:gd name="T46" fmla="*/ 1418 w 1815"/>
                <a:gd name="T47" fmla="*/ 1021 h 1588"/>
                <a:gd name="T48" fmla="*/ 1474 w 1815"/>
                <a:gd name="T49" fmla="*/ 964 h 1588"/>
                <a:gd name="T50" fmla="*/ 1418 w 1815"/>
                <a:gd name="T51" fmla="*/ 908 h 1588"/>
                <a:gd name="T52" fmla="*/ 114 w 1815"/>
                <a:gd name="T53" fmla="*/ 908 h 1588"/>
                <a:gd name="T54" fmla="*/ 114 w 1815"/>
                <a:gd name="T55" fmla="*/ 114 h 1588"/>
                <a:gd name="T56" fmla="*/ 1701 w 1815"/>
                <a:gd name="T57" fmla="*/ 114 h 1588"/>
                <a:gd name="T58" fmla="*/ 1701 w 1815"/>
                <a:gd name="T59" fmla="*/ 511 h 1588"/>
                <a:gd name="T60" fmla="*/ 1758 w 1815"/>
                <a:gd name="T61" fmla="*/ 567 h 1588"/>
                <a:gd name="T62" fmla="*/ 1815 w 1815"/>
                <a:gd name="T63" fmla="*/ 511 h 1588"/>
                <a:gd name="T64" fmla="*/ 1815 w 1815"/>
                <a:gd name="T65" fmla="*/ 57 h 1588"/>
                <a:gd name="T66" fmla="*/ 1758 w 1815"/>
                <a:gd name="T6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5" h="1588">
                  <a:moveTo>
                    <a:pt x="1758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958"/>
                    <a:pt x="0" y="958"/>
                    <a:pt x="0" y="958"/>
                  </a:cubicBezTo>
                  <a:cubicBezTo>
                    <a:pt x="0" y="960"/>
                    <a:pt x="0" y="962"/>
                    <a:pt x="0" y="964"/>
                  </a:cubicBezTo>
                  <a:cubicBezTo>
                    <a:pt x="0" y="967"/>
                    <a:pt x="0" y="969"/>
                    <a:pt x="0" y="971"/>
                  </a:cubicBezTo>
                  <a:cubicBezTo>
                    <a:pt x="0" y="1191"/>
                    <a:pt x="0" y="1191"/>
                    <a:pt x="0" y="1191"/>
                  </a:cubicBezTo>
                  <a:cubicBezTo>
                    <a:pt x="0" y="1222"/>
                    <a:pt x="26" y="1248"/>
                    <a:pt x="57" y="1248"/>
                  </a:cubicBezTo>
                  <a:cubicBezTo>
                    <a:pt x="851" y="1248"/>
                    <a:pt x="851" y="1248"/>
                    <a:pt x="851" y="1248"/>
                  </a:cubicBezTo>
                  <a:cubicBezTo>
                    <a:pt x="851" y="1475"/>
                    <a:pt x="851" y="1475"/>
                    <a:pt x="851" y="1475"/>
                  </a:cubicBezTo>
                  <a:cubicBezTo>
                    <a:pt x="511" y="1475"/>
                    <a:pt x="511" y="1475"/>
                    <a:pt x="511" y="1475"/>
                  </a:cubicBezTo>
                  <a:cubicBezTo>
                    <a:pt x="479" y="1475"/>
                    <a:pt x="454" y="1500"/>
                    <a:pt x="454" y="1532"/>
                  </a:cubicBezTo>
                  <a:cubicBezTo>
                    <a:pt x="454" y="1563"/>
                    <a:pt x="479" y="1588"/>
                    <a:pt x="511" y="1588"/>
                  </a:cubicBezTo>
                  <a:cubicBezTo>
                    <a:pt x="511" y="1588"/>
                    <a:pt x="511" y="1588"/>
                    <a:pt x="511" y="1588"/>
                  </a:cubicBezTo>
                  <a:cubicBezTo>
                    <a:pt x="1304" y="1588"/>
                    <a:pt x="1304" y="1588"/>
                    <a:pt x="1304" y="1588"/>
                  </a:cubicBezTo>
                  <a:cubicBezTo>
                    <a:pt x="1336" y="1588"/>
                    <a:pt x="1361" y="1562"/>
                    <a:pt x="1361" y="1531"/>
                  </a:cubicBezTo>
                  <a:cubicBezTo>
                    <a:pt x="1361" y="1500"/>
                    <a:pt x="1336" y="1474"/>
                    <a:pt x="1304" y="1474"/>
                  </a:cubicBezTo>
                  <a:cubicBezTo>
                    <a:pt x="1304" y="1474"/>
                    <a:pt x="1304" y="1474"/>
                    <a:pt x="1304" y="1474"/>
                  </a:cubicBezTo>
                  <a:cubicBezTo>
                    <a:pt x="964" y="1474"/>
                    <a:pt x="964" y="1474"/>
                    <a:pt x="964" y="1474"/>
                  </a:cubicBezTo>
                  <a:cubicBezTo>
                    <a:pt x="964" y="1191"/>
                    <a:pt x="964" y="1191"/>
                    <a:pt x="964" y="1191"/>
                  </a:cubicBezTo>
                  <a:cubicBezTo>
                    <a:pt x="964" y="1160"/>
                    <a:pt x="939" y="1134"/>
                    <a:pt x="908" y="1134"/>
                  </a:cubicBezTo>
                  <a:cubicBezTo>
                    <a:pt x="114" y="1134"/>
                    <a:pt x="114" y="1134"/>
                    <a:pt x="114" y="1134"/>
                  </a:cubicBezTo>
                  <a:cubicBezTo>
                    <a:pt x="114" y="1021"/>
                    <a:pt x="114" y="1021"/>
                    <a:pt x="114" y="1021"/>
                  </a:cubicBezTo>
                  <a:cubicBezTo>
                    <a:pt x="1418" y="1021"/>
                    <a:pt x="1418" y="1021"/>
                    <a:pt x="1418" y="1021"/>
                  </a:cubicBezTo>
                  <a:cubicBezTo>
                    <a:pt x="1449" y="1021"/>
                    <a:pt x="1474" y="996"/>
                    <a:pt x="1474" y="964"/>
                  </a:cubicBezTo>
                  <a:cubicBezTo>
                    <a:pt x="1474" y="933"/>
                    <a:pt x="1449" y="908"/>
                    <a:pt x="1418" y="908"/>
                  </a:cubicBezTo>
                  <a:cubicBezTo>
                    <a:pt x="114" y="908"/>
                    <a:pt x="114" y="908"/>
                    <a:pt x="114" y="908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701" y="114"/>
                    <a:pt x="1701" y="114"/>
                    <a:pt x="1701" y="114"/>
                  </a:cubicBezTo>
                  <a:cubicBezTo>
                    <a:pt x="1701" y="511"/>
                    <a:pt x="1701" y="511"/>
                    <a:pt x="1701" y="511"/>
                  </a:cubicBezTo>
                  <a:cubicBezTo>
                    <a:pt x="1701" y="542"/>
                    <a:pt x="1727" y="567"/>
                    <a:pt x="1758" y="567"/>
                  </a:cubicBezTo>
                  <a:cubicBezTo>
                    <a:pt x="1789" y="567"/>
                    <a:pt x="1815" y="542"/>
                    <a:pt x="1815" y="511"/>
                  </a:cubicBezTo>
                  <a:cubicBezTo>
                    <a:pt x="1815" y="57"/>
                    <a:pt x="1815" y="57"/>
                    <a:pt x="1815" y="57"/>
                  </a:cubicBezTo>
                  <a:cubicBezTo>
                    <a:pt x="1815" y="26"/>
                    <a:pt x="1789" y="0"/>
                    <a:pt x="17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6" name="Freeform 18">
              <a:extLst>
                <a:ext uri="{FF2B5EF4-FFF2-40B4-BE49-F238E27FC236}">
                  <a16:creationId xmlns:a16="http://schemas.microsoft.com/office/drawing/2014/main" id="{D611FCF4-6149-37B7-CEA5-A3C4B235C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4800" y="112712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6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7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7"/>
                    <a:pt x="567" y="56"/>
                  </a:cubicBezTo>
                  <a:cubicBezTo>
                    <a:pt x="567" y="25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7" name="Freeform 19">
              <a:extLst>
                <a:ext uri="{FF2B5EF4-FFF2-40B4-BE49-F238E27FC236}">
                  <a16:creationId xmlns:a16="http://schemas.microsoft.com/office/drawing/2014/main" id="{4C6D9BBB-C08F-7EAA-F45F-822572311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4800" y="192087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7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7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8"/>
                    <a:pt x="567" y="57"/>
                  </a:cubicBezTo>
                  <a:cubicBezTo>
                    <a:pt x="567" y="26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30518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37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customXml" Target="../../customXml/item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24" Type="http://schemas.openxmlformats.org/officeDocument/2006/relationships/tags" Target="../tags/tag13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23" Type="http://schemas.openxmlformats.org/officeDocument/2006/relationships/tags" Target="../tags/tag1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Relationship Id="rId22" Type="http://schemas.openxmlformats.org/officeDocument/2006/relationships/tags" Target="../tags/tag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/>
          <p:cNvSpPr txBox="1"/>
          <p:nvPr>
            <p:custDataLst>
              <p:tags r:id="rId13"/>
            </p:custDataLst>
          </p:nvPr>
        </p:nvSpPr>
        <p:spPr>
          <a:xfrm>
            <a:off x="-2119085" y="679452"/>
            <a:ext cx="1504852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Kapiteltitel 30 </a:t>
            </a:r>
            <a:r>
              <a:rPr lang="de-CH" sz="1299" dirty="0" err="1">
                <a:solidFill>
                  <a:schemeClr val="tx1"/>
                </a:solidFill>
              </a:rPr>
              <a:t>pt</a:t>
            </a:r>
            <a:endParaRPr lang="de-CH" sz="1299" dirty="0">
              <a:solidFill>
                <a:schemeClr val="tx1"/>
              </a:solidFill>
            </a:endParaRPr>
          </a:p>
        </p:txBody>
      </p:sp>
      <p:cxnSp>
        <p:nvCxnSpPr>
          <p:cNvPr id="5" name="Gerade Verbindung 4"/>
          <p:cNvCxnSpPr/>
          <p:nvPr/>
        </p:nvCxnSpPr>
        <p:spPr>
          <a:xfrm>
            <a:off x="-540000" y="684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/>
          <p:cNvCxnSpPr/>
          <p:nvPr/>
        </p:nvCxnSpPr>
        <p:spPr>
          <a:xfrm>
            <a:off x="-540000" y="972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5"/>
          <p:cNvSpPr txBox="1"/>
          <p:nvPr>
            <p:custDataLst>
              <p:tags r:id="rId14"/>
            </p:custDataLst>
          </p:nvPr>
        </p:nvSpPr>
        <p:spPr>
          <a:xfrm>
            <a:off x="-2119085" y="976314"/>
            <a:ext cx="1504852" cy="9572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  <a:latin typeface="+mj-lt"/>
              </a:rPr>
              <a:t>Headline 72 </a:t>
            </a:r>
            <a:r>
              <a:rPr lang="de-CH" sz="1299" dirty="0" err="1">
                <a:solidFill>
                  <a:schemeClr val="tx1"/>
                </a:solidFill>
                <a:latin typeface="+mj-lt"/>
              </a:rPr>
              <a:t>pt</a:t>
            </a:r>
            <a:endParaRPr lang="de-CH" sz="1299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8" name="Gerade Verbindung 7"/>
          <p:cNvCxnSpPr/>
          <p:nvPr/>
        </p:nvCxnSpPr>
        <p:spPr>
          <a:xfrm>
            <a:off x="-540000" y="1933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5"/>
          <p:cNvSpPr txBox="1"/>
          <p:nvPr>
            <p:custDataLst>
              <p:tags r:id="rId15"/>
            </p:custDataLst>
          </p:nvPr>
        </p:nvSpPr>
        <p:spPr>
          <a:xfrm>
            <a:off x="-2119085" y="9808048"/>
            <a:ext cx="1504852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Ort, Datum 12 </a:t>
            </a:r>
            <a:r>
              <a:rPr lang="de-CH" sz="1299" dirty="0" err="1">
                <a:solidFill>
                  <a:schemeClr val="tx1"/>
                </a:solidFill>
              </a:rPr>
              <a:t>pt</a:t>
            </a:r>
            <a:endParaRPr lang="de-CH" sz="1299" dirty="0">
              <a:solidFill>
                <a:schemeClr val="tx1"/>
              </a:solidFill>
            </a:endParaRPr>
          </a:p>
        </p:txBody>
      </p:sp>
      <p:cxnSp>
        <p:nvCxnSpPr>
          <p:cNvPr id="10" name="Gerade Verbindung 9"/>
          <p:cNvCxnSpPr/>
          <p:nvPr/>
        </p:nvCxnSpPr>
        <p:spPr>
          <a:xfrm>
            <a:off x="-540000" y="9894094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-540000" y="10000457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"/>
          <p:cNvSpPr txBox="1"/>
          <p:nvPr>
            <p:custDataLst>
              <p:tags r:id="rId16"/>
            </p:custDataLst>
          </p:nvPr>
        </p:nvSpPr>
        <p:spPr>
          <a:xfrm>
            <a:off x="-2119085" y="2695577"/>
            <a:ext cx="1504852" cy="5730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  <a:latin typeface="+mn-lt"/>
              </a:rPr>
              <a:t>Wenig</a:t>
            </a:r>
            <a:r>
              <a:rPr lang="de-CH" sz="1299" baseline="0" dirty="0">
                <a:solidFill>
                  <a:schemeClr val="tx1"/>
                </a:solidFill>
                <a:latin typeface="+mn-lt"/>
              </a:rPr>
              <a:t> Text </a:t>
            </a:r>
            <a:r>
              <a:rPr lang="de-CH" sz="1299" dirty="0">
                <a:solidFill>
                  <a:schemeClr val="tx1"/>
                </a:solidFill>
                <a:latin typeface="+mn-lt"/>
              </a:rPr>
              <a:t>36 </a:t>
            </a:r>
            <a:r>
              <a:rPr lang="de-CH" sz="1299" dirty="0" err="1">
                <a:solidFill>
                  <a:schemeClr val="tx1"/>
                </a:solidFill>
                <a:latin typeface="+mn-lt"/>
              </a:rPr>
              <a:t>pt</a:t>
            </a:r>
            <a:endParaRPr lang="de-CH" sz="1299" dirty="0">
              <a:solidFill>
                <a:schemeClr val="tx1"/>
              </a:solidFill>
              <a:latin typeface="+mn-lt"/>
            </a:endParaRPr>
          </a:p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  <a:latin typeface="+mn-lt"/>
              </a:rPr>
              <a:t>Viel Text 24 </a:t>
            </a:r>
            <a:r>
              <a:rPr lang="de-CH" sz="1299" dirty="0" err="1">
                <a:solidFill>
                  <a:schemeClr val="tx1"/>
                </a:solidFill>
                <a:latin typeface="+mn-lt"/>
              </a:rPr>
              <a:t>pt</a:t>
            </a:r>
            <a:endParaRPr lang="de-CH" sz="1299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TextBox 15"/>
          <p:cNvSpPr txBox="1"/>
          <p:nvPr>
            <p:custDataLst>
              <p:tags r:id="rId17"/>
            </p:custDataLst>
          </p:nvPr>
        </p:nvSpPr>
        <p:spPr>
          <a:xfrm>
            <a:off x="-2119085" y="8951913"/>
            <a:ext cx="1504852" cy="939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Bemerkungen 12 </a:t>
            </a:r>
            <a:r>
              <a:rPr lang="de-CH" sz="1299" dirty="0" err="1">
                <a:solidFill>
                  <a:schemeClr val="tx1"/>
                </a:solidFill>
              </a:rPr>
              <a:t>pt</a:t>
            </a:r>
            <a:endParaRPr lang="de-CH" sz="1299" dirty="0">
              <a:solidFill>
                <a:schemeClr val="tx1"/>
              </a:solidFill>
            </a:endParaRPr>
          </a:p>
        </p:txBody>
      </p:sp>
      <p:cxnSp>
        <p:nvCxnSpPr>
          <p:cNvPr id="14" name="Gerade Verbindung 13"/>
          <p:cNvCxnSpPr/>
          <p:nvPr/>
        </p:nvCxnSpPr>
        <p:spPr>
          <a:xfrm>
            <a:off x="-540000" y="8961436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5"/>
          <p:cNvSpPr txBox="1"/>
          <p:nvPr>
            <p:custDataLst>
              <p:tags r:id="rId18"/>
            </p:custDataLst>
          </p:nvPr>
        </p:nvSpPr>
        <p:spPr>
          <a:xfrm>
            <a:off x="-2119085" y="8424072"/>
            <a:ext cx="1504852" cy="538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Schutzzone</a:t>
            </a:r>
            <a:br>
              <a:rPr lang="de-CH" sz="1299" dirty="0">
                <a:solidFill>
                  <a:schemeClr val="tx1"/>
                </a:solidFill>
              </a:rPr>
            </a:br>
            <a:r>
              <a:rPr lang="de-CH" sz="1299" dirty="0">
                <a:solidFill>
                  <a:schemeClr val="tx1"/>
                </a:solidFill>
              </a:rPr>
              <a:t>bei Bemerkungen</a:t>
            </a:r>
          </a:p>
        </p:txBody>
      </p:sp>
      <p:sp>
        <p:nvSpPr>
          <p:cNvPr id="16" name="TextBox 15"/>
          <p:cNvSpPr txBox="1"/>
          <p:nvPr>
            <p:custDataLst>
              <p:tags r:id="rId19"/>
            </p:custDataLst>
          </p:nvPr>
        </p:nvSpPr>
        <p:spPr>
          <a:xfrm>
            <a:off x="900115" y="-626835"/>
            <a:ext cx="7921625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ct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Spalte 1</a:t>
            </a:r>
          </a:p>
        </p:txBody>
      </p:sp>
      <p:sp>
        <p:nvSpPr>
          <p:cNvPr id="17" name="TextBox 15"/>
          <p:cNvSpPr txBox="1"/>
          <p:nvPr>
            <p:custDataLst>
              <p:tags r:id="rId20"/>
            </p:custDataLst>
          </p:nvPr>
        </p:nvSpPr>
        <p:spPr>
          <a:xfrm>
            <a:off x="9442959" y="-626835"/>
            <a:ext cx="7921625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ct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Spalte 2</a:t>
            </a:r>
          </a:p>
        </p:txBody>
      </p:sp>
      <p:sp>
        <p:nvSpPr>
          <p:cNvPr id="18" name="TextBox 15"/>
          <p:cNvSpPr txBox="1"/>
          <p:nvPr>
            <p:custDataLst>
              <p:tags r:id="rId21"/>
            </p:custDataLst>
          </p:nvPr>
        </p:nvSpPr>
        <p:spPr>
          <a:xfrm>
            <a:off x="8821739" y="-806399"/>
            <a:ext cx="647701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ct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Mitte</a:t>
            </a:r>
          </a:p>
        </p:txBody>
      </p:sp>
      <p:cxnSp>
        <p:nvCxnSpPr>
          <p:cNvPr id="19" name="Gerade Verbindung 18"/>
          <p:cNvCxnSpPr/>
          <p:nvPr/>
        </p:nvCxnSpPr>
        <p:spPr>
          <a:xfrm>
            <a:off x="8819356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9140825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/>
          <p:cNvCxnSpPr/>
          <p:nvPr/>
        </p:nvCxnSpPr>
        <p:spPr>
          <a:xfrm>
            <a:off x="9467056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/>
        </p:nvCxnSpPr>
        <p:spPr>
          <a:xfrm>
            <a:off x="17387094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5"/>
          <p:cNvSpPr txBox="1"/>
          <p:nvPr>
            <p:custDataLst>
              <p:tags r:id="rId22"/>
            </p:custDataLst>
          </p:nvPr>
        </p:nvSpPr>
        <p:spPr>
          <a:xfrm>
            <a:off x="-2119085" y="1933575"/>
            <a:ext cx="1504852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Schutzzone</a:t>
            </a:r>
          </a:p>
        </p:txBody>
      </p:sp>
      <p:cxnSp>
        <p:nvCxnSpPr>
          <p:cNvPr id="24" name="Gerade Verbindung 23"/>
          <p:cNvCxnSpPr/>
          <p:nvPr/>
        </p:nvCxnSpPr>
        <p:spPr>
          <a:xfrm>
            <a:off x="-540000" y="2695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/>
          <p:cNvCxnSpPr/>
          <p:nvPr/>
        </p:nvCxnSpPr>
        <p:spPr>
          <a:xfrm>
            <a:off x="-540000" y="842407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/>
          <p:nvPr/>
        </p:nvCxnSpPr>
        <p:spPr>
          <a:xfrm>
            <a:off x="897575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5"/>
          <p:cNvSpPr txBox="1"/>
          <p:nvPr>
            <p:custDataLst>
              <p:tags r:id="rId23"/>
            </p:custDataLst>
          </p:nvPr>
        </p:nvSpPr>
        <p:spPr>
          <a:xfrm>
            <a:off x="-1081135" y="-806399"/>
            <a:ext cx="1944216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 err="1">
                <a:solidFill>
                  <a:schemeClr val="tx1"/>
                </a:solidFill>
              </a:rPr>
              <a:t>Textbox</a:t>
            </a:r>
            <a:r>
              <a:rPr lang="de-CH" sz="1299" dirty="0">
                <a:solidFill>
                  <a:schemeClr val="tx1"/>
                </a:solidFill>
              </a:rPr>
              <a:t>, Headline</a:t>
            </a:r>
          </a:p>
        </p:txBody>
      </p:sp>
      <p:sp>
        <p:nvSpPr>
          <p:cNvPr id="29" name="TextBox 15"/>
          <p:cNvSpPr txBox="1"/>
          <p:nvPr>
            <p:custDataLst>
              <p:tags r:id="rId24"/>
            </p:custDataLst>
          </p:nvPr>
        </p:nvSpPr>
        <p:spPr>
          <a:xfrm>
            <a:off x="-2119085" y="8963027"/>
            <a:ext cx="1504852" cy="193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Text-Untergrenze</a:t>
            </a:r>
          </a:p>
        </p:txBody>
      </p:sp>
      <p:cxnSp>
        <p:nvCxnSpPr>
          <p:cNvPr id="30" name="Gerade Verbindung 29"/>
          <p:cNvCxnSpPr/>
          <p:nvPr/>
        </p:nvCxnSpPr>
        <p:spPr>
          <a:xfrm>
            <a:off x="-540000" y="915430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/>
          <p:nvPr/>
        </p:nvCxnSpPr>
        <p:spPr>
          <a:xfrm>
            <a:off x="18648000" y="684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/>
        </p:nvCxnSpPr>
        <p:spPr>
          <a:xfrm>
            <a:off x="18648000" y="972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/>
        </p:nvCxnSpPr>
        <p:spPr>
          <a:xfrm>
            <a:off x="18648000" y="1933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/>
        </p:nvCxnSpPr>
        <p:spPr>
          <a:xfrm>
            <a:off x="18648000" y="9894094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18648000" y="10000457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18648000" y="8961436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6"/>
          <p:cNvCxnSpPr/>
          <p:nvPr/>
        </p:nvCxnSpPr>
        <p:spPr>
          <a:xfrm>
            <a:off x="18648000" y="2695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/>
          <p:cNvCxnSpPr/>
          <p:nvPr/>
        </p:nvCxnSpPr>
        <p:spPr>
          <a:xfrm>
            <a:off x="18648000" y="842407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8"/>
          <p:cNvCxnSpPr/>
          <p:nvPr/>
        </p:nvCxnSpPr>
        <p:spPr>
          <a:xfrm>
            <a:off x="18648000" y="915430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/>
          <p:cNvCxnSpPr/>
          <p:nvPr/>
        </p:nvCxnSpPr>
        <p:spPr>
          <a:xfrm>
            <a:off x="8819356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/>
          <p:cNvCxnSpPr/>
          <p:nvPr/>
        </p:nvCxnSpPr>
        <p:spPr>
          <a:xfrm>
            <a:off x="9140825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/>
          <p:cNvCxnSpPr/>
          <p:nvPr/>
        </p:nvCxnSpPr>
        <p:spPr>
          <a:xfrm>
            <a:off x="9467056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/>
          <p:cNvCxnSpPr/>
          <p:nvPr/>
        </p:nvCxnSpPr>
        <p:spPr>
          <a:xfrm>
            <a:off x="17387094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/>
          <p:cNvCxnSpPr/>
          <p:nvPr/>
        </p:nvCxnSpPr>
        <p:spPr>
          <a:xfrm>
            <a:off x="897575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uppieren 66"/>
          <p:cNvGrpSpPr/>
          <p:nvPr/>
        </p:nvGrpSpPr>
        <p:grpSpPr>
          <a:xfrm>
            <a:off x="2655311" y="10564338"/>
            <a:ext cx="4371817" cy="458962"/>
            <a:chOff x="1647764" y="10564337"/>
            <a:chExt cx="4371817" cy="458962"/>
          </a:xfrm>
        </p:grpSpPr>
        <p:grpSp>
          <p:nvGrpSpPr>
            <p:cNvPr id="54" name="Gruppieren 53"/>
            <p:cNvGrpSpPr/>
            <p:nvPr/>
          </p:nvGrpSpPr>
          <p:grpSpPr>
            <a:xfrm>
              <a:off x="1647764" y="10564337"/>
              <a:ext cx="1260000" cy="458028"/>
              <a:chOff x="878528" y="10935038"/>
              <a:chExt cx="1260000" cy="458028"/>
            </a:xfrm>
          </p:grpSpPr>
          <p:sp>
            <p:nvSpPr>
              <p:cNvPr id="50" name="TextBox 15"/>
              <p:cNvSpPr txBox="1"/>
              <p:nvPr/>
            </p:nvSpPr>
            <p:spPr>
              <a:xfrm>
                <a:off x="878528" y="10935038"/>
                <a:ext cx="1260000" cy="296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lvl="0" indent="0">
                  <a:buFont typeface="Symbol" panose="05050102010706020507" pitchFamily="18" charset="2"/>
                  <a:buNone/>
                </a:pPr>
                <a:r>
                  <a:rPr lang="de-CH" sz="1299" dirty="0">
                    <a:solidFill>
                      <a:schemeClr val="tx1"/>
                    </a:solidFill>
                  </a:rPr>
                  <a:t>Primärfarben</a:t>
                </a:r>
              </a:p>
            </p:txBody>
          </p:sp>
          <p:sp>
            <p:nvSpPr>
              <p:cNvPr id="51" name="Rechteck 50"/>
              <p:cNvSpPr/>
              <p:nvPr/>
            </p:nvSpPr>
            <p:spPr>
              <a:xfrm>
                <a:off x="900112" y="11213066"/>
                <a:ext cx="180000" cy="180000"/>
              </a:xfrm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hteck 51"/>
              <p:cNvSpPr/>
              <p:nvPr/>
            </p:nvSpPr>
            <p:spPr>
              <a:xfrm>
                <a:off x="1170000" y="11213066"/>
                <a:ext cx="180000" cy="180000"/>
              </a:xfrm>
              <a:prstGeom prst="rect">
                <a:avLst/>
              </a:prstGeom>
              <a:solidFill>
                <a:schemeClr val="tx1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Rechteck 52"/>
              <p:cNvSpPr/>
              <p:nvPr/>
            </p:nvSpPr>
            <p:spPr>
              <a:xfrm>
                <a:off x="1440000" y="11213066"/>
                <a:ext cx="180000" cy="180000"/>
              </a:xfrm>
              <a:prstGeom prst="rect">
                <a:avLst/>
              </a:prstGeom>
              <a:solidFill>
                <a:schemeClr val="tx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3203673" y="10564337"/>
              <a:ext cx="1260000" cy="458028"/>
              <a:chOff x="878528" y="10935038"/>
              <a:chExt cx="1260000" cy="458028"/>
            </a:xfrm>
          </p:grpSpPr>
          <p:sp>
            <p:nvSpPr>
              <p:cNvPr id="56" name="TextBox 15"/>
              <p:cNvSpPr txBox="1"/>
              <p:nvPr/>
            </p:nvSpPr>
            <p:spPr>
              <a:xfrm>
                <a:off x="878528" y="10935038"/>
                <a:ext cx="1260000" cy="296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lvl="0" indent="0">
                  <a:buFont typeface="Symbol" panose="05050102010706020507" pitchFamily="18" charset="2"/>
                  <a:buNone/>
                </a:pPr>
                <a:r>
                  <a:rPr lang="de-CH" sz="1299" dirty="0">
                    <a:solidFill>
                      <a:schemeClr val="tx1"/>
                    </a:solidFill>
                  </a:rPr>
                  <a:t>Sekundärfarben</a:t>
                </a:r>
              </a:p>
            </p:txBody>
          </p:sp>
          <p:sp>
            <p:nvSpPr>
              <p:cNvPr id="57" name="Rechteck 56"/>
              <p:cNvSpPr/>
              <p:nvPr/>
            </p:nvSpPr>
            <p:spPr>
              <a:xfrm>
                <a:off x="900112" y="11213066"/>
                <a:ext cx="180000" cy="180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Rechteck 57"/>
              <p:cNvSpPr/>
              <p:nvPr/>
            </p:nvSpPr>
            <p:spPr>
              <a:xfrm>
                <a:off x="1170000" y="11213066"/>
                <a:ext cx="180000" cy="180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hteck 58"/>
              <p:cNvSpPr/>
              <p:nvPr/>
            </p:nvSpPr>
            <p:spPr>
              <a:xfrm>
                <a:off x="1440000" y="11213066"/>
                <a:ext cx="180000" cy="180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4759581" y="10564337"/>
              <a:ext cx="1260000" cy="458962"/>
              <a:chOff x="3990345" y="10935038"/>
              <a:chExt cx="1260000" cy="458962"/>
            </a:xfrm>
          </p:grpSpPr>
          <p:sp>
            <p:nvSpPr>
              <p:cNvPr id="61" name="TextBox 15"/>
              <p:cNvSpPr txBox="1"/>
              <p:nvPr/>
            </p:nvSpPr>
            <p:spPr>
              <a:xfrm>
                <a:off x="3990345" y="10935038"/>
                <a:ext cx="1260000" cy="296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lvl="0" indent="0">
                  <a:buFont typeface="Symbol" panose="05050102010706020507" pitchFamily="18" charset="2"/>
                  <a:buNone/>
                </a:pPr>
                <a:r>
                  <a:rPr lang="de-CH" sz="1299" dirty="0">
                    <a:solidFill>
                      <a:schemeClr val="tx1"/>
                    </a:solidFill>
                  </a:rPr>
                  <a:t>Zusatzfarben</a:t>
                </a:r>
              </a:p>
            </p:txBody>
          </p:sp>
          <p:sp>
            <p:nvSpPr>
              <p:cNvPr id="62" name="Rechteck 61"/>
              <p:cNvSpPr/>
              <p:nvPr/>
            </p:nvSpPr>
            <p:spPr>
              <a:xfrm>
                <a:off x="4011929" y="11213066"/>
                <a:ext cx="180000" cy="180000"/>
              </a:xfrm>
              <a:prstGeom prst="rect">
                <a:avLst/>
              </a:prstGeom>
              <a:solidFill>
                <a:schemeClr val="accent3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hteck 62"/>
              <p:cNvSpPr/>
              <p:nvPr/>
            </p:nvSpPr>
            <p:spPr>
              <a:xfrm>
                <a:off x="4281817" y="11213066"/>
                <a:ext cx="180000" cy="180000"/>
              </a:xfrm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hteck 63"/>
              <p:cNvSpPr/>
              <p:nvPr/>
            </p:nvSpPr>
            <p:spPr>
              <a:xfrm>
                <a:off x="4551817" y="11213066"/>
                <a:ext cx="180000" cy="180000"/>
              </a:xfrm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hteck 64"/>
              <p:cNvSpPr/>
              <p:nvPr/>
            </p:nvSpPr>
            <p:spPr>
              <a:xfrm>
                <a:off x="4820400" y="11214000"/>
                <a:ext cx="180000" cy="180000"/>
              </a:xfrm>
              <a:prstGeom prst="rect">
                <a:avLst/>
              </a:prstGeom>
              <a:solidFill>
                <a:schemeClr val="accent6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uppieren 85"/>
          <p:cNvGrpSpPr/>
          <p:nvPr/>
        </p:nvGrpSpPr>
        <p:grpSpPr>
          <a:xfrm>
            <a:off x="13352508" y="10564338"/>
            <a:ext cx="2370803" cy="296863"/>
            <a:chOff x="12077878" y="10564337"/>
            <a:chExt cx="2370803" cy="296863"/>
          </a:xfrm>
        </p:grpSpPr>
        <p:sp>
          <p:nvSpPr>
            <p:cNvPr id="77" name="TextBox 15"/>
            <p:cNvSpPr txBox="1"/>
            <p:nvPr/>
          </p:nvSpPr>
          <p:spPr>
            <a:xfrm>
              <a:off x="12077878" y="10564337"/>
              <a:ext cx="496863" cy="2968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lvl="0" indent="0">
                <a:buFont typeface="Symbol" panose="05050102010706020507" pitchFamily="18" charset="2"/>
                <a:buNone/>
              </a:pPr>
              <a:r>
                <a:rPr lang="de-CH" sz="1299" dirty="0">
                  <a:solidFill>
                    <a:schemeClr val="tx1"/>
                  </a:solidFill>
                </a:rPr>
                <a:t>Text:</a:t>
              </a:r>
            </a:p>
            <a:p>
              <a:pPr marL="0" lvl="0" indent="0">
                <a:buFont typeface="Symbol" panose="05050102010706020507" pitchFamily="18" charset="2"/>
                <a:buNone/>
              </a:pPr>
              <a:r>
                <a:rPr lang="de-DE" sz="1299" dirty="0">
                  <a:solidFill>
                    <a:schemeClr val="tx1"/>
                  </a:solidFill>
                </a:rPr>
                <a:t>Volte</a:t>
              </a:r>
              <a:endParaRPr lang="de-CH" sz="1299" dirty="0">
                <a:solidFill>
                  <a:schemeClr val="tx1"/>
                </a:solidFill>
              </a:endParaRPr>
            </a:p>
          </p:txBody>
        </p:sp>
        <p:sp>
          <p:nvSpPr>
            <p:cNvPr id="72" name="TextBox 15"/>
            <p:cNvSpPr txBox="1"/>
            <p:nvPr/>
          </p:nvSpPr>
          <p:spPr>
            <a:xfrm>
              <a:off x="12816408" y="10564337"/>
              <a:ext cx="1632273" cy="2968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lvl="0" indent="0">
                <a:buFont typeface="Symbol" panose="05050102010706020507" pitchFamily="18" charset="2"/>
                <a:buNone/>
              </a:pPr>
              <a:r>
                <a:rPr lang="de-CH" sz="1299" dirty="0">
                  <a:solidFill>
                    <a:schemeClr val="tx1"/>
                  </a:solidFill>
                </a:rPr>
                <a:t>Text-Auszeichnung:</a:t>
              </a:r>
            </a:p>
            <a:p>
              <a:pPr marL="0" lvl="0" indent="0">
                <a:buFont typeface="Symbol" panose="05050102010706020507" pitchFamily="18" charset="2"/>
                <a:buNone/>
              </a:pPr>
              <a:r>
                <a:rPr lang="de-CH" sz="1299" dirty="0">
                  <a:solidFill>
                    <a:schemeClr val="tx1"/>
                  </a:solidFill>
                </a:rPr>
                <a:t>Volte </a:t>
              </a:r>
              <a:r>
                <a:rPr lang="de-CH" sz="1299" dirty="0" err="1">
                  <a:solidFill>
                    <a:schemeClr val="tx1"/>
                  </a:solidFill>
                </a:rPr>
                <a:t>Semibold</a:t>
              </a:r>
              <a:endParaRPr lang="de-CH" sz="1299" dirty="0">
                <a:solidFill>
                  <a:schemeClr val="tx1"/>
                </a:solidFill>
              </a:endParaRPr>
            </a:p>
          </p:txBody>
        </p:sp>
      </p:grpSp>
    </p:spTree>
    <p:custDataLst>
      <p:custData r:id="rId12"/>
    </p:custDataLst>
    <p:extLst>
      <p:ext uri="{BB962C8B-B14F-4D97-AF65-F5344CB8AC3E}">
        <p14:creationId xmlns:p14="http://schemas.microsoft.com/office/powerpoint/2010/main" val="237420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653" r:id="rId3"/>
    <p:sldLayoutId id="2147483655" r:id="rId4"/>
    <p:sldLayoutId id="2147483654" r:id="rId5"/>
    <p:sldLayoutId id="2147483661" r:id="rId6"/>
    <p:sldLayoutId id="2147483668" r:id="rId7"/>
    <p:sldLayoutId id="2147483669" r:id="rId8"/>
    <p:sldLayoutId id="2147483667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1368855" rtl="0" eaLnBrk="1" latinLnBrk="0" hangingPunct="1">
        <a:lnSpc>
          <a:spcPct val="90000"/>
        </a:lnSpc>
        <a:spcBef>
          <a:spcPct val="0"/>
        </a:spcBef>
        <a:buNone/>
        <a:defRPr sz="65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13" indent="-342213" algn="l" defTabSz="1368855" rtl="0" eaLnBrk="1" latinLnBrk="0" hangingPunct="1">
        <a:lnSpc>
          <a:spcPct val="90000"/>
        </a:lnSpc>
        <a:spcBef>
          <a:spcPts val="1498"/>
        </a:spcBef>
        <a:buFont typeface="Arial" panose="020B0604020202020204" pitchFamily="34" charset="0"/>
        <a:buChar char="•"/>
        <a:defRPr sz="4192" kern="1200">
          <a:solidFill>
            <a:schemeClr val="tx1"/>
          </a:solidFill>
          <a:latin typeface="+mn-lt"/>
          <a:ea typeface="+mn-ea"/>
          <a:cs typeface="+mn-cs"/>
        </a:defRPr>
      </a:lvl1pPr>
      <a:lvl2pPr marL="102664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3592" kern="1200">
          <a:solidFill>
            <a:schemeClr val="tx1"/>
          </a:solidFill>
          <a:latin typeface="+mn-lt"/>
          <a:ea typeface="+mn-ea"/>
          <a:cs typeface="+mn-cs"/>
        </a:defRPr>
      </a:lvl2pPr>
      <a:lvl3pPr marL="171107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994" kern="1200">
          <a:solidFill>
            <a:schemeClr val="tx1"/>
          </a:solidFill>
          <a:latin typeface="+mn-lt"/>
          <a:ea typeface="+mn-ea"/>
          <a:cs typeface="+mn-cs"/>
        </a:defRPr>
      </a:lvl3pPr>
      <a:lvl4pPr marL="2395498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4pPr>
      <a:lvl5pPr marL="3079926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5pPr>
      <a:lvl6pPr marL="3764354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6pPr>
      <a:lvl7pPr marL="444878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7pPr>
      <a:lvl8pPr marL="513321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8pPr>
      <a:lvl9pPr marL="5817638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1pPr>
      <a:lvl2pPr marL="684428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2pPr>
      <a:lvl3pPr marL="1368855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3pPr>
      <a:lvl4pPr marL="2053286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4pPr>
      <a:lvl5pPr marL="2737712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5pPr>
      <a:lvl6pPr marL="3422139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6pPr>
      <a:lvl7pPr marL="4106567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7pPr>
      <a:lvl8pPr marL="4790996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8pPr>
      <a:lvl9pPr marL="5475425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pos="5553" userDrawn="1">
          <p15:clr>
            <a:srgbClr val="F26B43"/>
          </p15:clr>
        </p15:guide>
        <p15:guide id="4" pos="5962" userDrawn="1">
          <p15:clr>
            <a:srgbClr val="F26B43"/>
          </p15:clr>
        </p15:guide>
        <p15:guide id="5" pos="10950" userDrawn="1">
          <p15:clr>
            <a:srgbClr val="F26B43"/>
          </p15:clr>
        </p15:guide>
        <p15:guide id="6" pos="564" userDrawn="1">
          <p15:clr>
            <a:srgbClr val="F26B43"/>
          </p15:clr>
        </p15:guide>
        <p15:guide id="7" orient="horz" pos="611" userDrawn="1">
          <p15:clr>
            <a:srgbClr val="F26B43"/>
          </p15:clr>
        </p15:guide>
        <p15:guide id="8" orient="horz" pos="1215" userDrawn="1">
          <p15:clr>
            <a:srgbClr val="F26B43"/>
          </p15:clr>
        </p15:guide>
        <p15:guide id="9" orient="horz" pos="1699" userDrawn="1">
          <p15:clr>
            <a:srgbClr val="F26B43"/>
          </p15:clr>
        </p15:guide>
        <p15:guide id="10" orient="horz" pos="5305" userDrawn="1">
          <p15:clr>
            <a:srgbClr val="F26B43"/>
          </p15:clr>
        </p15:guide>
        <p15:guide id="11" orient="horz" pos="6232" userDrawn="1">
          <p15:clr>
            <a:srgbClr val="F26B43"/>
          </p15:clr>
        </p15:guide>
        <p15:guide id="12" orient="horz" pos="6301" userDrawn="1">
          <p15:clr>
            <a:srgbClr val="F26B43"/>
          </p15:clr>
        </p15:guide>
        <p15:guide id="13" orient="horz" pos="5766" userDrawn="1">
          <p15:clr>
            <a:srgbClr val="F26B43"/>
          </p15:clr>
        </p15:guide>
        <p15:guide id="14" orient="horz" pos="56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BFF278C-6420-EA97-35CF-93BEAB16BA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6B99C75-C729-271F-6A9C-79B03360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963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B92B3E9-8359-B2AE-58B5-2B684054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F40E672-AECF-4768-E9C9-D515CA07619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2AA8EEC-1A9E-420B-43B8-8399A0F027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B009432-AC77-A3C7-7B6C-79C7AB72B3F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91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8F2342-9E5C-0838-1301-F603868164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8FEBAF46-DD53-3F77-EE05-CDBBC17A90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2D58976-D011-1233-C06D-1662E885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F16E1D3-8FC1-AFC6-043C-DFA22315037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110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6625830-B106-2084-DA97-603FA5B42A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70E3C53-80C0-B092-E5EA-954CA569438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621FC83-5B65-A0A0-710A-2E9C4CD9AF8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C03698-B67D-6496-D694-E4E1D25A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4A731CF-196E-9091-3369-56D32D92774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827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9DFE7A3-7828-AE05-C6C9-3EC7526D35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4D94AB3-3B68-94E4-C846-39766C0199F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F085A6A-F4C9-F985-50C7-56F2D4CE50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39B0F95-7FAA-6490-B14A-6FD6E7FB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ECCC6D9-3F49-764F-A415-B388FAFA789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068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C44410D2-3CD6-93D6-5B9A-377BFAD5DA5D}"/>
              </a:ext>
            </a:extLst>
          </p:cNvPr>
          <p:cNvSpPr txBox="1">
            <a:spLocks/>
          </p:cNvSpPr>
          <p:nvPr/>
        </p:nvSpPr>
        <p:spPr>
          <a:xfrm>
            <a:off x="900112" y="8383860"/>
            <a:ext cx="16923487" cy="972000"/>
          </a:xfrm>
          <a:prstGeom prst="rect">
            <a:avLst/>
          </a:prstGeom>
        </p:spPr>
        <p:txBody>
          <a:bodyPr lIns="0" tIns="0" rIns="0" bIns="0"/>
          <a:lstStyle>
            <a:lvl1pPr marL="342557" indent="-342557" algn="l" defTabSz="1370226" rtl="0" eaLnBrk="1" latinLnBrk="0" hangingPunct="1">
              <a:lnSpc>
                <a:spcPct val="90000"/>
              </a:lnSpc>
              <a:spcBef>
                <a:spcPts val="1499"/>
              </a:spcBef>
              <a:buFont typeface="Arial" panose="020B0604020202020204" pitchFamily="34" charset="0"/>
              <a:buChar char="•"/>
              <a:defRPr sz="41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670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3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278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9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789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3011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812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323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38353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3466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7200" dirty="0">
                <a:solidFill>
                  <a:schemeClr val="bg2"/>
                </a:solidFill>
                <a:latin typeface="+mj-lt"/>
              </a:rPr>
              <a:t>Diskussion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93EF671-74BC-F196-6B1E-61589145BFDB}"/>
              </a:ext>
            </a:extLst>
          </p:cNvPr>
          <p:cNvGrpSpPr/>
          <p:nvPr/>
        </p:nvGrpSpPr>
        <p:grpSpPr>
          <a:xfrm>
            <a:off x="6941308" y="3145597"/>
            <a:ext cx="4408864" cy="3995806"/>
            <a:chOff x="219075" y="3613150"/>
            <a:chExt cx="1609725" cy="1458913"/>
          </a:xfrm>
          <a:solidFill>
            <a:schemeClr val="bg2"/>
          </a:solidFill>
        </p:grpSpPr>
        <p:sp>
          <p:nvSpPr>
            <p:cNvPr id="4" name="Freeform 167">
              <a:extLst>
                <a:ext uri="{FF2B5EF4-FFF2-40B4-BE49-F238E27FC236}">
                  <a16:creationId xmlns:a16="http://schemas.microsoft.com/office/drawing/2014/main" id="{AB7017BB-B9A8-8440-91CE-A982825C6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" name="Freeform 168">
              <a:extLst>
                <a:ext uri="{FF2B5EF4-FFF2-40B4-BE49-F238E27FC236}">
                  <a16:creationId xmlns:a16="http://schemas.microsoft.com/office/drawing/2014/main" id="{4B53270A-DB8D-8E29-EE31-CF72C84EB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315803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675043C-D7A2-6D3E-EE0E-9B14BB661CC3}"/>
              </a:ext>
            </a:extLst>
          </p:cNvPr>
          <p:cNvGrpSpPr/>
          <p:nvPr/>
        </p:nvGrpSpPr>
        <p:grpSpPr>
          <a:xfrm>
            <a:off x="7991872" y="3780656"/>
            <a:ext cx="2337128" cy="2614017"/>
            <a:chOff x="8351838" y="4257675"/>
            <a:chExt cx="1581151" cy="176847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7569CB4-FE38-0E3F-8906-3A6D238F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101" y="4257675"/>
              <a:ext cx="1104900" cy="1162050"/>
            </a:xfrm>
            <a:custGeom>
              <a:avLst/>
              <a:gdLst>
                <a:gd name="T0" fmla="*/ 178 w 339"/>
                <a:gd name="T1" fmla="*/ 357 h 357"/>
                <a:gd name="T2" fmla="*/ 0 w 339"/>
                <a:gd name="T3" fmla="*/ 179 h 357"/>
                <a:gd name="T4" fmla="*/ 47 w 339"/>
                <a:gd name="T5" fmla="*/ 59 h 357"/>
                <a:gd name="T6" fmla="*/ 161 w 339"/>
                <a:gd name="T7" fmla="*/ 2 h 357"/>
                <a:gd name="T8" fmla="*/ 212 w 339"/>
                <a:gd name="T9" fmla="*/ 44 h 357"/>
                <a:gd name="T10" fmla="*/ 170 w 339"/>
                <a:gd name="T11" fmla="*/ 95 h 357"/>
                <a:gd name="T12" fmla="*/ 93 w 339"/>
                <a:gd name="T13" fmla="*/ 179 h 357"/>
                <a:gd name="T14" fmla="*/ 178 w 339"/>
                <a:gd name="T15" fmla="*/ 264 h 357"/>
                <a:gd name="T16" fmla="*/ 246 w 339"/>
                <a:gd name="T17" fmla="*/ 264 h 357"/>
                <a:gd name="T18" fmla="*/ 246 w 339"/>
                <a:gd name="T19" fmla="*/ 201 h 357"/>
                <a:gd name="T20" fmla="*/ 292 w 339"/>
                <a:gd name="T21" fmla="*/ 154 h 357"/>
                <a:gd name="T22" fmla="*/ 292 w 339"/>
                <a:gd name="T23" fmla="*/ 154 h 357"/>
                <a:gd name="T24" fmla="*/ 339 w 339"/>
                <a:gd name="T25" fmla="*/ 201 h 357"/>
                <a:gd name="T26" fmla="*/ 339 w 339"/>
                <a:gd name="T27" fmla="*/ 311 h 357"/>
                <a:gd name="T28" fmla="*/ 325 w 339"/>
                <a:gd name="T29" fmla="*/ 344 h 357"/>
                <a:gd name="T30" fmla="*/ 292 w 339"/>
                <a:gd name="T31" fmla="*/ 357 h 357"/>
                <a:gd name="T32" fmla="*/ 178 w 339"/>
                <a:gd name="T3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57">
                  <a:moveTo>
                    <a:pt x="178" y="357"/>
                  </a:moveTo>
                  <a:cubicBezTo>
                    <a:pt x="80" y="357"/>
                    <a:pt x="0" y="278"/>
                    <a:pt x="0" y="179"/>
                  </a:cubicBezTo>
                  <a:cubicBezTo>
                    <a:pt x="0" y="135"/>
                    <a:pt x="16" y="92"/>
                    <a:pt x="47" y="59"/>
                  </a:cubicBezTo>
                  <a:cubicBezTo>
                    <a:pt x="76" y="27"/>
                    <a:pt x="117" y="6"/>
                    <a:pt x="161" y="2"/>
                  </a:cubicBezTo>
                  <a:cubicBezTo>
                    <a:pt x="186" y="0"/>
                    <a:pt x="209" y="18"/>
                    <a:pt x="212" y="44"/>
                  </a:cubicBezTo>
                  <a:cubicBezTo>
                    <a:pt x="214" y="70"/>
                    <a:pt x="195" y="93"/>
                    <a:pt x="170" y="95"/>
                  </a:cubicBezTo>
                  <a:cubicBezTo>
                    <a:pt x="126" y="99"/>
                    <a:pt x="93" y="135"/>
                    <a:pt x="93" y="179"/>
                  </a:cubicBezTo>
                  <a:cubicBezTo>
                    <a:pt x="93" y="226"/>
                    <a:pt x="131" y="264"/>
                    <a:pt x="178" y="264"/>
                  </a:cubicBezTo>
                  <a:cubicBezTo>
                    <a:pt x="246" y="264"/>
                    <a:pt x="246" y="264"/>
                    <a:pt x="246" y="264"/>
                  </a:cubicBezTo>
                  <a:cubicBezTo>
                    <a:pt x="246" y="201"/>
                    <a:pt x="246" y="201"/>
                    <a:pt x="246" y="201"/>
                  </a:cubicBezTo>
                  <a:cubicBezTo>
                    <a:pt x="246" y="175"/>
                    <a:pt x="267" y="154"/>
                    <a:pt x="292" y="154"/>
                  </a:cubicBezTo>
                  <a:cubicBezTo>
                    <a:pt x="292" y="154"/>
                    <a:pt x="292" y="154"/>
                    <a:pt x="292" y="154"/>
                  </a:cubicBezTo>
                  <a:cubicBezTo>
                    <a:pt x="318" y="154"/>
                    <a:pt x="339" y="175"/>
                    <a:pt x="339" y="20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23"/>
                    <a:pt x="334" y="335"/>
                    <a:pt x="325" y="344"/>
                  </a:cubicBezTo>
                  <a:cubicBezTo>
                    <a:pt x="317" y="352"/>
                    <a:pt x="305" y="357"/>
                    <a:pt x="292" y="357"/>
                  </a:cubicBezTo>
                  <a:lnTo>
                    <a:pt x="178" y="35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D2CA975D-0299-1CCC-65E1-3D9FF419D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1838" y="5741988"/>
              <a:ext cx="241300" cy="284163"/>
            </a:xfrm>
            <a:custGeom>
              <a:avLst/>
              <a:gdLst>
                <a:gd name="T0" fmla="*/ 44 w 74"/>
                <a:gd name="T1" fmla="*/ 71 h 87"/>
                <a:gd name="T2" fmla="*/ 58 w 74"/>
                <a:gd name="T3" fmla="*/ 68 h 87"/>
                <a:gd name="T4" fmla="*/ 58 w 74"/>
                <a:gd name="T5" fmla="*/ 50 h 87"/>
                <a:gd name="T6" fmla="*/ 66 w 74"/>
                <a:gd name="T7" fmla="*/ 42 h 87"/>
                <a:gd name="T8" fmla="*/ 74 w 74"/>
                <a:gd name="T9" fmla="*/ 50 h 87"/>
                <a:gd name="T10" fmla="*/ 74 w 74"/>
                <a:gd name="T11" fmla="*/ 68 h 87"/>
                <a:gd name="T12" fmla="*/ 43 w 74"/>
                <a:gd name="T13" fmla="*/ 87 h 87"/>
                <a:gd name="T14" fmla="*/ 0 w 74"/>
                <a:gd name="T15" fmla="*/ 43 h 87"/>
                <a:gd name="T16" fmla="*/ 44 w 74"/>
                <a:gd name="T17" fmla="*/ 0 h 87"/>
                <a:gd name="T18" fmla="*/ 73 w 74"/>
                <a:gd name="T19" fmla="*/ 15 h 87"/>
                <a:gd name="T20" fmla="*/ 66 w 74"/>
                <a:gd name="T21" fmla="*/ 22 h 87"/>
                <a:gd name="T22" fmla="*/ 43 w 74"/>
                <a:gd name="T23" fmla="*/ 16 h 87"/>
                <a:gd name="T24" fmla="*/ 17 w 74"/>
                <a:gd name="T25" fmla="*/ 43 h 87"/>
                <a:gd name="T26" fmla="*/ 44 w 74"/>
                <a:gd name="T27" fmla="*/ 7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87">
                  <a:moveTo>
                    <a:pt x="44" y="71"/>
                  </a:moveTo>
                  <a:cubicBezTo>
                    <a:pt x="49" y="71"/>
                    <a:pt x="54" y="70"/>
                    <a:pt x="58" y="68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8" y="45"/>
                    <a:pt x="61" y="42"/>
                    <a:pt x="66" y="42"/>
                  </a:cubicBezTo>
                  <a:cubicBezTo>
                    <a:pt x="70" y="42"/>
                    <a:pt x="74" y="45"/>
                    <a:pt x="74" y="50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79"/>
                    <a:pt x="62" y="87"/>
                    <a:pt x="43" y="87"/>
                  </a:cubicBezTo>
                  <a:cubicBezTo>
                    <a:pt x="18" y="87"/>
                    <a:pt x="0" y="67"/>
                    <a:pt x="0" y="43"/>
                  </a:cubicBezTo>
                  <a:cubicBezTo>
                    <a:pt x="0" y="19"/>
                    <a:pt x="17" y="0"/>
                    <a:pt x="44" y="0"/>
                  </a:cubicBezTo>
                  <a:cubicBezTo>
                    <a:pt x="60" y="0"/>
                    <a:pt x="73" y="7"/>
                    <a:pt x="73" y="15"/>
                  </a:cubicBezTo>
                  <a:cubicBezTo>
                    <a:pt x="73" y="20"/>
                    <a:pt x="70" y="22"/>
                    <a:pt x="66" y="22"/>
                  </a:cubicBezTo>
                  <a:cubicBezTo>
                    <a:pt x="60" y="22"/>
                    <a:pt x="55" y="16"/>
                    <a:pt x="43" y="16"/>
                  </a:cubicBezTo>
                  <a:cubicBezTo>
                    <a:pt x="27" y="16"/>
                    <a:pt x="17" y="28"/>
                    <a:pt x="17" y="43"/>
                  </a:cubicBezTo>
                  <a:cubicBezTo>
                    <a:pt x="17" y="58"/>
                    <a:pt x="28" y="71"/>
                    <a:pt x="44" y="7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2C60DC3-F232-D965-C129-D71EA48A88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32826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49" y="61"/>
                    <a:pt x="49" y="57"/>
                  </a:cubicBezTo>
                  <a:cubicBezTo>
                    <a:pt x="45" y="63"/>
                    <a:pt x="38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8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75CAE5B-F355-058A-C8D9-7787522D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5726113"/>
              <a:ext cx="52388" cy="293688"/>
            </a:xfrm>
            <a:custGeom>
              <a:avLst/>
              <a:gdLst>
                <a:gd name="T0" fmla="*/ 7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7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7" y="0"/>
                  </a:moveTo>
                  <a:cubicBezTo>
                    <a:pt x="12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2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4FB8380E-35D4-AEF5-CA59-32E661B8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01" y="5726113"/>
              <a:ext cx="52388" cy="293688"/>
            </a:xfrm>
            <a:custGeom>
              <a:avLst/>
              <a:gdLst>
                <a:gd name="T0" fmla="*/ 8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8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8" y="0"/>
                  </a:moveTo>
                  <a:cubicBezTo>
                    <a:pt x="13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3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A147E44D-F2D3-1838-CAC5-977110A8A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5426" y="5811838"/>
              <a:ext cx="204788" cy="214313"/>
            </a:xfrm>
            <a:custGeom>
              <a:avLst/>
              <a:gdLst>
                <a:gd name="T0" fmla="*/ 54 w 63"/>
                <a:gd name="T1" fmla="*/ 37 h 66"/>
                <a:gd name="T2" fmla="*/ 17 w 63"/>
                <a:gd name="T3" fmla="*/ 37 h 66"/>
                <a:gd name="T4" fmla="*/ 34 w 63"/>
                <a:gd name="T5" fmla="*/ 52 h 66"/>
                <a:gd name="T6" fmla="*/ 52 w 63"/>
                <a:gd name="T7" fmla="*/ 47 h 66"/>
                <a:gd name="T8" fmla="*/ 58 w 63"/>
                <a:gd name="T9" fmla="*/ 53 h 66"/>
                <a:gd name="T10" fmla="*/ 34 w 63"/>
                <a:gd name="T11" fmla="*/ 66 h 66"/>
                <a:gd name="T12" fmla="*/ 0 w 63"/>
                <a:gd name="T13" fmla="*/ 33 h 66"/>
                <a:gd name="T14" fmla="*/ 33 w 63"/>
                <a:gd name="T15" fmla="*/ 0 h 66"/>
                <a:gd name="T16" fmla="*/ 63 w 63"/>
                <a:gd name="T17" fmla="*/ 28 h 66"/>
                <a:gd name="T18" fmla="*/ 54 w 63"/>
                <a:gd name="T19" fmla="*/ 37 h 66"/>
                <a:gd name="T20" fmla="*/ 17 w 63"/>
                <a:gd name="T21" fmla="*/ 27 h 66"/>
                <a:gd name="T22" fmla="*/ 47 w 63"/>
                <a:gd name="T23" fmla="*/ 27 h 66"/>
                <a:gd name="T24" fmla="*/ 32 w 63"/>
                <a:gd name="T25" fmla="*/ 13 h 66"/>
                <a:gd name="T26" fmla="*/ 17 w 63"/>
                <a:gd name="T2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66">
                  <a:moveTo>
                    <a:pt x="54" y="37"/>
                  </a:moveTo>
                  <a:cubicBezTo>
                    <a:pt x="17" y="37"/>
                    <a:pt x="17" y="37"/>
                    <a:pt x="17" y="37"/>
                  </a:cubicBezTo>
                  <a:cubicBezTo>
                    <a:pt x="18" y="46"/>
                    <a:pt x="25" y="52"/>
                    <a:pt x="34" y="52"/>
                  </a:cubicBezTo>
                  <a:cubicBezTo>
                    <a:pt x="44" y="52"/>
                    <a:pt x="47" y="47"/>
                    <a:pt x="52" y="47"/>
                  </a:cubicBezTo>
                  <a:cubicBezTo>
                    <a:pt x="55" y="47"/>
                    <a:pt x="58" y="50"/>
                    <a:pt x="58" y="53"/>
                  </a:cubicBezTo>
                  <a:cubicBezTo>
                    <a:pt x="58" y="60"/>
                    <a:pt x="47" y="66"/>
                    <a:pt x="34" y="66"/>
                  </a:cubicBezTo>
                  <a:cubicBezTo>
                    <a:pt x="14" y="66"/>
                    <a:pt x="0" y="51"/>
                    <a:pt x="0" y="33"/>
                  </a:cubicBezTo>
                  <a:cubicBezTo>
                    <a:pt x="0" y="15"/>
                    <a:pt x="13" y="0"/>
                    <a:pt x="33" y="0"/>
                  </a:cubicBezTo>
                  <a:cubicBezTo>
                    <a:pt x="52" y="0"/>
                    <a:pt x="63" y="14"/>
                    <a:pt x="63" y="28"/>
                  </a:cubicBezTo>
                  <a:cubicBezTo>
                    <a:pt x="63" y="33"/>
                    <a:pt x="60" y="37"/>
                    <a:pt x="54" y="37"/>
                  </a:cubicBezTo>
                  <a:close/>
                  <a:moveTo>
                    <a:pt x="17" y="27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5" y="18"/>
                    <a:pt x="40" y="13"/>
                    <a:pt x="32" y="13"/>
                  </a:cubicBezTo>
                  <a:cubicBezTo>
                    <a:pt x="24" y="13"/>
                    <a:pt x="19" y="19"/>
                    <a:pt x="17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7EC79C0-862B-7F16-6268-D15C687EB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1963" y="5726113"/>
              <a:ext cx="212725" cy="300038"/>
            </a:xfrm>
            <a:custGeom>
              <a:avLst/>
              <a:gdLst>
                <a:gd name="T0" fmla="*/ 65 w 65"/>
                <a:gd name="T1" fmla="*/ 8 h 92"/>
                <a:gd name="T2" fmla="*/ 65 w 65"/>
                <a:gd name="T3" fmla="*/ 82 h 92"/>
                <a:gd name="T4" fmla="*/ 57 w 65"/>
                <a:gd name="T5" fmla="*/ 90 h 92"/>
                <a:gd name="T6" fmla="*/ 49 w 65"/>
                <a:gd name="T7" fmla="*/ 83 h 92"/>
                <a:gd name="T8" fmla="*/ 30 w 65"/>
                <a:gd name="T9" fmla="*/ 92 h 92"/>
                <a:gd name="T10" fmla="*/ 0 w 65"/>
                <a:gd name="T11" fmla="*/ 59 h 92"/>
                <a:gd name="T12" fmla="*/ 30 w 65"/>
                <a:gd name="T13" fmla="*/ 26 h 92"/>
                <a:gd name="T14" fmla="*/ 49 w 65"/>
                <a:gd name="T15" fmla="*/ 34 h 92"/>
                <a:gd name="T16" fmla="*/ 49 w 65"/>
                <a:gd name="T17" fmla="*/ 8 h 92"/>
                <a:gd name="T18" fmla="*/ 57 w 65"/>
                <a:gd name="T19" fmla="*/ 0 h 92"/>
                <a:gd name="T20" fmla="*/ 65 w 65"/>
                <a:gd name="T21" fmla="*/ 8 h 92"/>
                <a:gd name="T22" fmla="*/ 49 w 65"/>
                <a:gd name="T23" fmla="*/ 59 h 92"/>
                <a:gd name="T24" fmla="*/ 32 w 65"/>
                <a:gd name="T25" fmla="*/ 41 h 92"/>
                <a:gd name="T26" fmla="*/ 16 w 65"/>
                <a:gd name="T27" fmla="*/ 59 h 92"/>
                <a:gd name="T28" fmla="*/ 32 w 65"/>
                <a:gd name="T29" fmla="*/ 77 h 92"/>
                <a:gd name="T30" fmla="*/ 49 w 65"/>
                <a:gd name="T31" fmla="*/ 5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92">
                  <a:moveTo>
                    <a:pt x="65" y="8"/>
                  </a:moveTo>
                  <a:cubicBezTo>
                    <a:pt x="65" y="82"/>
                    <a:pt x="65" y="82"/>
                    <a:pt x="65" y="82"/>
                  </a:cubicBezTo>
                  <a:cubicBezTo>
                    <a:pt x="65" y="87"/>
                    <a:pt x="61" y="90"/>
                    <a:pt x="57" y="90"/>
                  </a:cubicBezTo>
                  <a:cubicBezTo>
                    <a:pt x="52" y="90"/>
                    <a:pt x="49" y="87"/>
                    <a:pt x="49" y="83"/>
                  </a:cubicBezTo>
                  <a:cubicBezTo>
                    <a:pt x="44" y="89"/>
                    <a:pt x="38" y="92"/>
                    <a:pt x="30" y="92"/>
                  </a:cubicBezTo>
                  <a:cubicBezTo>
                    <a:pt x="13" y="92"/>
                    <a:pt x="0" y="78"/>
                    <a:pt x="0" y="59"/>
                  </a:cubicBezTo>
                  <a:cubicBezTo>
                    <a:pt x="0" y="40"/>
                    <a:pt x="12" y="26"/>
                    <a:pt x="30" y="26"/>
                  </a:cubicBezTo>
                  <a:cubicBezTo>
                    <a:pt x="38" y="26"/>
                    <a:pt x="44" y="29"/>
                    <a:pt x="49" y="34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3"/>
                    <a:pt x="52" y="0"/>
                    <a:pt x="57" y="0"/>
                  </a:cubicBezTo>
                  <a:cubicBezTo>
                    <a:pt x="61" y="0"/>
                    <a:pt x="65" y="3"/>
                    <a:pt x="65" y="8"/>
                  </a:cubicBezTo>
                  <a:close/>
                  <a:moveTo>
                    <a:pt x="49" y="59"/>
                  </a:moveTo>
                  <a:cubicBezTo>
                    <a:pt x="49" y="49"/>
                    <a:pt x="42" y="41"/>
                    <a:pt x="32" y="41"/>
                  </a:cubicBezTo>
                  <a:cubicBezTo>
                    <a:pt x="23" y="41"/>
                    <a:pt x="16" y="49"/>
                    <a:pt x="16" y="59"/>
                  </a:cubicBezTo>
                  <a:cubicBezTo>
                    <a:pt x="16" y="69"/>
                    <a:pt x="23" y="77"/>
                    <a:pt x="32" y="77"/>
                  </a:cubicBezTo>
                  <a:cubicBezTo>
                    <a:pt x="42" y="77"/>
                    <a:pt x="49" y="69"/>
                    <a:pt x="49" y="5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C0E9BAA8-61C6-3105-59D5-BBF763ECA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0251" y="5729288"/>
              <a:ext cx="58738" cy="290513"/>
            </a:xfrm>
            <a:custGeom>
              <a:avLst/>
              <a:gdLst>
                <a:gd name="T0" fmla="*/ 18 w 18"/>
                <a:gd name="T1" fmla="*/ 9 h 89"/>
                <a:gd name="T2" fmla="*/ 9 w 18"/>
                <a:gd name="T3" fmla="*/ 18 h 89"/>
                <a:gd name="T4" fmla="*/ 0 w 18"/>
                <a:gd name="T5" fmla="*/ 9 h 89"/>
                <a:gd name="T6" fmla="*/ 9 w 18"/>
                <a:gd name="T7" fmla="*/ 0 h 89"/>
                <a:gd name="T8" fmla="*/ 18 w 18"/>
                <a:gd name="T9" fmla="*/ 9 h 89"/>
                <a:gd name="T10" fmla="*/ 9 w 18"/>
                <a:gd name="T11" fmla="*/ 89 h 89"/>
                <a:gd name="T12" fmla="*/ 1 w 18"/>
                <a:gd name="T13" fmla="*/ 82 h 89"/>
                <a:gd name="T14" fmla="*/ 1 w 18"/>
                <a:gd name="T15" fmla="*/ 34 h 89"/>
                <a:gd name="T16" fmla="*/ 9 w 18"/>
                <a:gd name="T17" fmla="*/ 26 h 89"/>
                <a:gd name="T18" fmla="*/ 17 w 18"/>
                <a:gd name="T19" fmla="*/ 34 h 89"/>
                <a:gd name="T20" fmla="*/ 17 w 18"/>
                <a:gd name="T21" fmla="*/ 82 h 89"/>
                <a:gd name="T22" fmla="*/ 9 w 18"/>
                <a:gd name="T2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89">
                  <a:moveTo>
                    <a:pt x="18" y="9"/>
                  </a:moveTo>
                  <a:cubicBezTo>
                    <a:pt x="18" y="14"/>
                    <a:pt x="14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  <a:moveTo>
                    <a:pt x="9" y="89"/>
                  </a:moveTo>
                  <a:cubicBezTo>
                    <a:pt x="4" y="89"/>
                    <a:pt x="1" y="86"/>
                    <a:pt x="1" y="82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0"/>
                    <a:pt x="4" y="26"/>
                    <a:pt x="9" y="26"/>
                  </a:cubicBezTo>
                  <a:cubicBezTo>
                    <a:pt x="14" y="26"/>
                    <a:pt x="17" y="30"/>
                    <a:pt x="17" y="34"/>
                  </a:cubicBezTo>
                  <a:cubicBezTo>
                    <a:pt x="17" y="82"/>
                    <a:pt x="17" y="82"/>
                    <a:pt x="17" y="82"/>
                  </a:cubicBezTo>
                  <a:cubicBezTo>
                    <a:pt x="17" y="86"/>
                    <a:pt x="14" y="89"/>
                    <a:pt x="9" y="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C407508-A0D6-DE80-06DD-1F4D3AA40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851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50" y="61"/>
                    <a:pt x="49" y="57"/>
                  </a:cubicBezTo>
                  <a:cubicBezTo>
                    <a:pt x="45" y="63"/>
                    <a:pt x="39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9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56592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Übersicht Pictogramme</a:t>
            </a:r>
            <a:endParaRPr lang="de-CH" dirty="0"/>
          </a:p>
        </p:txBody>
      </p:sp>
      <p:sp>
        <p:nvSpPr>
          <p:cNvPr id="128" name="Freeform 193"/>
          <p:cNvSpPr>
            <a:spLocks/>
          </p:cNvSpPr>
          <p:nvPr/>
        </p:nvSpPr>
        <p:spPr bwMode="auto">
          <a:xfrm>
            <a:off x="5851801" y="1493325"/>
            <a:ext cx="1014416" cy="975156"/>
          </a:xfrm>
          <a:custGeom>
            <a:avLst/>
            <a:gdLst>
              <a:gd name="T0" fmla="*/ 3790 w 3933"/>
              <a:gd name="T1" fmla="*/ 3775 h 3775"/>
              <a:gd name="T2" fmla="*/ 3698 w 3933"/>
              <a:gd name="T3" fmla="*/ 3737 h 3775"/>
              <a:gd name="T4" fmla="*/ 2605 w 3933"/>
              <a:gd name="T5" fmla="*/ 2644 h 3775"/>
              <a:gd name="T6" fmla="*/ 584 w 3933"/>
              <a:gd name="T7" fmla="*/ 2556 h 3775"/>
              <a:gd name="T8" fmla="*/ 584 w 3933"/>
              <a:gd name="T9" fmla="*/ 439 h 3775"/>
              <a:gd name="T10" fmla="*/ 1642 w 3933"/>
              <a:gd name="T11" fmla="*/ 0 h 3775"/>
              <a:gd name="T12" fmla="*/ 2701 w 3933"/>
              <a:gd name="T13" fmla="*/ 439 h 3775"/>
              <a:gd name="T14" fmla="*/ 3140 w 3933"/>
              <a:gd name="T15" fmla="*/ 1497 h 3775"/>
              <a:gd name="T16" fmla="*/ 3009 w 3933"/>
              <a:gd name="T17" fmla="*/ 1628 h 3775"/>
              <a:gd name="T18" fmla="*/ 2879 w 3933"/>
              <a:gd name="T19" fmla="*/ 1497 h 3775"/>
              <a:gd name="T20" fmla="*/ 2517 w 3933"/>
              <a:gd name="T21" fmla="*/ 623 h 3775"/>
              <a:gd name="T22" fmla="*/ 1642 w 3933"/>
              <a:gd name="T23" fmla="*/ 261 h 3775"/>
              <a:gd name="T24" fmla="*/ 768 w 3933"/>
              <a:gd name="T25" fmla="*/ 623 h 3775"/>
              <a:gd name="T26" fmla="*/ 406 w 3933"/>
              <a:gd name="T27" fmla="*/ 1497 h 3775"/>
              <a:gd name="T28" fmla="*/ 768 w 3933"/>
              <a:gd name="T29" fmla="*/ 2372 h 3775"/>
              <a:gd name="T30" fmla="*/ 2517 w 3933"/>
              <a:gd name="T31" fmla="*/ 2372 h 3775"/>
              <a:gd name="T32" fmla="*/ 2701 w 3933"/>
              <a:gd name="T33" fmla="*/ 2372 h 3775"/>
              <a:gd name="T34" fmla="*/ 3882 w 3933"/>
              <a:gd name="T35" fmla="*/ 3553 h 3775"/>
              <a:gd name="T36" fmla="*/ 3882 w 3933"/>
              <a:gd name="T37" fmla="*/ 3737 h 3775"/>
              <a:gd name="T38" fmla="*/ 3790 w 3933"/>
              <a:gd name="T39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33" h="3775">
                <a:moveTo>
                  <a:pt x="3790" y="3775"/>
                </a:moveTo>
                <a:cubicBezTo>
                  <a:pt x="3757" y="3775"/>
                  <a:pt x="3724" y="3763"/>
                  <a:pt x="3698" y="3737"/>
                </a:cubicBezTo>
                <a:cubicBezTo>
                  <a:pt x="2605" y="2644"/>
                  <a:pt x="2605" y="2644"/>
                  <a:pt x="2605" y="2644"/>
                </a:cubicBezTo>
                <a:cubicBezTo>
                  <a:pt x="2017" y="3138"/>
                  <a:pt x="1137" y="3109"/>
                  <a:pt x="584" y="2556"/>
                </a:cubicBezTo>
                <a:cubicBezTo>
                  <a:pt x="0" y="1972"/>
                  <a:pt x="0" y="1022"/>
                  <a:pt x="584" y="439"/>
                </a:cubicBezTo>
                <a:cubicBezTo>
                  <a:pt x="867" y="156"/>
                  <a:pt x="1243" y="0"/>
                  <a:pt x="1642" y="0"/>
                </a:cubicBezTo>
                <a:cubicBezTo>
                  <a:pt x="2042" y="0"/>
                  <a:pt x="2418" y="156"/>
                  <a:pt x="2701" y="439"/>
                </a:cubicBezTo>
                <a:cubicBezTo>
                  <a:pt x="2984" y="722"/>
                  <a:pt x="3140" y="1097"/>
                  <a:pt x="3140" y="1497"/>
                </a:cubicBezTo>
                <a:cubicBezTo>
                  <a:pt x="3140" y="1569"/>
                  <a:pt x="3081" y="1628"/>
                  <a:pt x="3009" y="1628"/>
                </a:cubicBezTo>
                <a:cubicBezTo>
                  <a:pt x="2937" y="1628"/>
                  <a:pt x="2879" y="1569"/>
                  <a:pt x="2879" y="1497"/>
                </a:cubicBezTo>
                <a:cubicBezTo>
                  <a:pt x="2879" y="1167"/>
                  <a:pt x="2751" y="856"/>
                  <a:pt x="2517" y="623"/>
                </a:cubicBezTo>
                <a:cubicBezTo>
                  <a:pt x="2283" y="389"/>
                  <a:pt x="1973" y="261"/>
                  <a:pt x="1642" y="261"/>
                </a:cubicBezTo>
                <a:cubicBezTo>
                  <a:pt x="1312" y="261"/>
                  <a:pt x="1002" y="389"/>
                  <a:pt x="768" y="623"/>
                </a:cubicBezTo>
                <a:cubicBezTo>
                  <a:pt x="534" y="856"/>
                  <a:pt x="406" y="1167"/>
                  <a:pt x="406" y="1497"/>
                </a:cubicBezTo>
                <a:cubicBezTo>
                  <a:pt x="406" y="1828"/>
                  <a:pt x="534" y="2138"/>
                  <a:pt x="768" y="2372"/>
                </a:cubicBezTo>
                <a:cubicBezTo>
                  <a:pt x="1250" y="2854"/>
                  <a:pt x="2035" y="2854"/>
                  <a:pt x="2517" y="2372"/>
                </a:cubicBezTo>
                <a:cubicBezTo>
                  <a:pt x="2568" y="2321"/>
                  <a:pt x="2650" y="2321"/>
                  <a:pt x="2701" y="2372"/>
                </a:cubicBezTo>
                <a:cubicBezTo>
                  <a:pt x="3882" y="3553"/>
                  <a:pt x="3882" y="3553"/>
                  <a:pt x="3882" y="3553"/>
                </a:cubicBezTo>
                <a:cubicBezTo>
                  <a:pt x="3933" y="3604"/>
                  <a:pt x="3933" y="3687"/>
                  <a:pt x="3882" y="3737"/>
                </a:cubicBezTo>
                <a:cubicBezTo>
                  <a:pt x="3857" y="3763"/>
                  <a:pt x="3824" y="3775"/>
                  <a:pt x="379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29" name="Gruppieren 128"/>
          <p:cNvGrpSpPr/>
          <p:nvPr/>
        </p:nvGrpSpPr>
        <p:grpSpPr>
          <a:xfrm>
            <a:off x="2652484" y="1471092"/>
            <a:ext cx="766118" cy="975156"/>
            <a:chOff x="4241800" y="3613150"/>
            <a:chExt cx="1146175" cy="1458913"/>
          </a:xfrm>
          <a:solidFill>
            <a:schemeClr val="tx1"/>
          </a:solidFill>
        </p:grpSpPr>
        <p:sp>
          <p:nvSpPr>
            <p:cNvPr id="130" name="Freeform 183"/>
            <p:cNvSpPr>
              <a:spLocks/>
            </p:cNvSpPr>
            <p:nvPr/>
          </p:nvSpPr>
          <p:spPr bwMode="auto">
            <a:xfrm>
              <a:off x="4241800" y="3613150"/>
              <a:ext cx="1146175" cy="1458913"/>
            </a:xfrm>
            <a:custGeom>
              <a:avLst/>
              <a:gdLst>
                <a:gd name="T0" fmla="*/ 2734 w 2864"/>
                <a:gd name="T1" fmla="*/ 3645 h 3645"/>
                <a:gd name="T2" fmla="*/ 521 w 2864"/>
                <a:gd name="T3" fmla="*/ 3645 h 3645"/>
                <a:gd name="T4" fmla="*/ 0 w 2864"/>
                <a:gd name="T5" fmla="*/ 3125 h 3645"/>
                <a:gd name="T6" fmla="*/ 521 w 2864"/>
                <a:gd name="T7" fmla="*/ 2604 h 3645"/>
                <a:gd name="T8" fmla="*/ 2603 w 2864"/>
                <a:gd name="T9" fmla="*/ 2604 h 3645"/>
                <a:gd name="T10" fmla="*/ 2603 w 2864"/>
                <a:gd name="T11" fmla="*/ 261 h 3645"/>
                <a:gd name="T12" fmla="*/ 521 w 2864"/>
                <a:gd name="T13" fmla="*/ 261 h 3645"/>
                <a:gd name="T14" fmla="*/ 260 w 2864"/>
                <a:gd name="T15" fmla="*/ 521 h 3645"/>
                <a:gd name="T16" fmla="*/ 260 w 2864"/>
                <a:gd name="T17" fmla="*/ 781 h 3645"/>
                <a:gd name="T18" fmla="*/ 130 w 2864"/>
                <a:gd name="T19" fmla="*/ 912 h 3645"/>
                <a:gd name="T20" fmla="*/ 0 w 2864"/>
                <a:gd name="T21" fmla="*/ 781 h 3645"/>
                <a:gd name="T22" fmla="*/ 0 w 2864"/>
                <a:gd name="T23" fmla="*/ 521 h 3645"/>
                <a:gd name="T24" fmla="*/ 521 w 2864"/>
                <a:gd name="T25" fmla="*/ 0 h 3645"/>
                <a:gd name="T26" fmla="*/ 2734 w 2864"/>
                <a:gd name="T27" fmla="*/ 0 h 3645"/>
                <a:gd name="T28" fmla="*/ 2864 w 2864"/>
                <a:gd name="T29" fmla="*/ 130 h 3645"/>
                <a:gd name="T30" fmla="*/ 2864 w 2864"/>
                <a:gd name="T31" fmla="*/ 2734 h 3645"/>
                <a:gd name="T32" fmla="*/ 2734 w 2864"/>
                <a:gd name="T33" fmla="*/ 2864 h 3645"/>
                <a:gd name="T34" fmla="*/ 521 w 2864"/>
                <a:gd name="T35" fmla="*/ 2864 h 3645"/>
                <a:gd name="T36" fmla="*/ 260 w 2864"/>
                <a:gd name="T37" fmla="*/ 3125 h 3645"/>
                <a:gd name="T38" fmla="*/ 521 w 2864"/>
                <a:gd name="T39" fmla="*/ 3385 h 3645"/>
                <a:gd name="T40" fmla="*/ 2734 w 2864"/>
                <a:gd name="T41" fmla="*/ 3385 h 3645"/>
                <a:gd name="T42" fmla="*/ 2864 w 2864"/>
                <a:gd name="T43" fmla="*/ 3515 h 3645"/>
                <a:gd name="T44" fmla="*/ 2734 w 2864"/>
                <a:gd name="T45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4" h="3645">
                  <a:moveTo>
                    <a:pt x="2734" y="3645"/>
                  </a:moveTo>
                  <a:cubicBezTo>
                    <a:pt x="521" y="3645"/>
                    <a:pt x="521" y="3645"/>
                    <a:pt x="521" y="3645"/>
                  </a:cubicBezTo>
                  <a:cubicBezTo>
                    <a:pt x="233" y="3645"/>
                    <a:pt x="0" y="3412"/>
                    <a:pt x="0" y="3125"/>
                  </a:cubicBezTo>
                  <a:cubicBezTo>
                    <a:pt x="0" y="2837"/>
                    <a:pt x="233" y="2604"/>
                    <a:pt x="521" y="2604"/>
                  </a:cubicBezTo>
                  <a:cubicBezTo>
                    <a:pt x="2603" y="2604"/>
                    <a:pt x="2603" y="2604"/>
                    <a:pt x="2603" y="2604"/>
                  </a:cubicBezTo>
                  <a:cubicBezTo>
                    <a:pt x="2603" y="261"/>
                    <a:pt x="2603" y="261"/>
                    <a:pt x="2603" y="261"/>
                  </a:cubicBezTo>
                  <a:cubicBezTo>
                    <a:pt x="521" y="261"/>
                    <a:pt x="521" y="261"/>
                    <a:pt x="521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3"/>
                    <a:pt x="202" y="912"/>
                    <a:pt x="130" y="912"/>
                  </a:cubicBezTo>
                  <a:cubicBezTo>
                    <a:pt x="58" y="912"/>
                    <a:pt x="0" y="853"/>
                    <a:pt x="0" y="78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9"/>
                    <a:pt x="2864" y="130"/>
                  </a:cubicBezTo>
                  <a:cubicBezTo>
                    <a:pt x="2864" y="2734"/>
                    <a:pt x="2864" y="2734"/>
                    <a:pt x="2864" y="2734"/>
                  </a:cubicBezTo>
                  <a:cubicBezTo>
                    <a:pt x="2864" y="2806"/>
                    <a:pt x="2806" y="2864"/>
                    <a:pt x="2734" y="2864"/>
                  </a:cubicBezTo>
                  <a:cubicBezTo>
                    <a:pt x="521" y="2864"/>
                    <a:pt x="521" y="2864"/>
                    <a:pt x="521" y="2864"/>
                  </a:cubicBezTo>
                  <a:cubicBezTo>
                    <a:pt x="377" y="2864"/>
                    <a:pt x="260" y="2981"/>
                    <a:pt x="260" y="3125"/>
                  </a:cubicBezTo>
                  <a:cubicBezTo>
                    <a:pt x="260" y="3268"/>
                    <a:pt x="377" y="3385"/>
                    <a:pt x="521" y="3385"/>
                  </a:cubicBezTo>
                  <a:cubicBezTo>
                    <a:pt x="2734" y="3385"/>
                    <a:pt x="2734" y="3385"/>
                    <a:pt x="2734" y="3385"/>
                  </a:cubicBezTo>
                  <a:cubicBezTo>
                    <a:pt x="2806" y="3385"/>
                    <a:pt x="2864" y="3443"/>
                    <a:pt x="2864" y="3515"/>
                  </a:cubicBezTo>
                  <a:cubicBezTo>
                    <a:pt x="2864" y="3587"/>
                    <a:pt x="2806" y="3645"/>
                    <a:pt x="2734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1" name="Freeform 184"/>
            <p:cNvSpPr>
              <a:spLocks/>
            </p:cNvSpPr>
            <p:nvPr/>
          </p:nvSpPr>
          <p:spPr bwMode="auto">
            <a:xfrm>
              <a:off x="4554538" y="403066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2" name="Freeform 185"/>
            <p:cNvSpPr>
              <a:spLocks/>
            </p:cNvSpPr>
            <p:nvPr/>
          </p:nvSpPr>
          <p:spPr bwMode="auto">
            <a:xfrm>
              <a:off x="4554538" y="429101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33" name="Gruppieren 132"/>
          <p:cNvGrpSpPr/>
          <p:nvPr/>
        </p:nvGrpSpPr>
        <p:grpSpPr>
          <a:xfrm>
            <a:off x="11040239" y="1575392"/>
            <a:ext cx="950334" cy="876357"/>
            <a:chOff x="2239963" y="3605212"/>
            <a:chExt cx="1590675" cy="1466851"/>
          </a:xfrm>
          <a:solidFill>
            <a:schemeClr val="tx1"/>
          </a:solidFill>
        </p:grpSpPr>
        <p:sp>
          <p:nvSpPr>
            <p:cNvPr id="134" name="Freeform 172"/>
            <p:cNvSpPr>
              <a:spLocks/>
            </p:cNvSpPr>
            <p:nvPr/>
          </p:nvSpPr>
          <p:spPr bwMode="auto">
            <a:xfrm>
              <a:off x="2239963" y="3605212"/>
              <a:ext cx="1590675" cy="1466851"/>
            </a:xfrm>
            <a:custGeom>
              <a:avLst/>
              <a:gdLst>
                <a:gd name="T0" fmla="*/ 1899 w 3413"/>
                <a:gd name="T1" fmla="*/ 1577 h 3139"/>
                <a:gd name="T2" fmla="*/ 3357 w 3413"/>
                <a:gd name="T3" fmla="*/ 241 h 3139"/>
                <a:gd name="T4" fmla="*/ 3365 w 3413"/>
                <a:gd name="T5" fmla="*/ 57 h 3139"/>
                <a:gd name="T6" fmla="*/ 3181 w 3413"/>
                <a:gd name="T7" fmla="*/ 49 h 3139"/>
                <a:gd name="T8" fmla="*/ 1707 w 3413"/>
                <a:gd name="T9" fmla="*/ 1400 h 3139"/>
                <a:gd name="T10" fmla="*/ 233 w 3413"/>
                <a:gd name="T11" fmla="*/ 49 h 3139"/>
                <a:gd name="T12" fmla="*/ 49 w 3413"/>
                <a:gd name="T13" fmla="*/ 57 h 3139"/>
                <a:gd name="T14" fmla="*/ 57 w 3413"/>
                <a:gd name="T15" fmla="*/ 241 h 3139"/>
                <a:gd name="T16" fmla="*/ 3181 w 3413"/>
                <a:gd name="T17" fmla="*/ 3105 h 3139"/>
                <a:gd name="T18" fmla="*/ 3269 w 3413"/>
                <a:gd name="T19" fmla="*/ 3139 h 3139"/>
                <a:gd name="T20" fmla="*/ 3365 w 3413"/>
                <a:gd name="T21" fmla="*/ 3097 h 3139"/>
                <a:gd name="T22" fmla="*/ 3357 w 3413"/>
                <a:gd name="T23" fmla="*/ 2913 h 3139"/>
                <a:gd name="T24" fmla="*/ 1899 w 3413"/>
                <a:gd name="T25" fmla="*/ 1577 h 3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13" h="3139">
                  <a:moveTo>
                    <a:pt x="1899" y="1577"/>
                  </a:moveTo>
                  <a:cubicBezTo>
                    <a:pt x="3357" y="241"/>
                    <a:pt x="3357" y="241"/>
                    <a:pt x="3357" y="241"/>
                  </a:cubicBezTo>
                  <a:cubicBezTo>
                    <a:pt x="3410" y="192"/>
                    <a:pt x="3413" y="110"/>
                    <a:pt x="3365" y="57"/>
                  </a:cubicBezTo>
                  <a:cubicBezTo>
                    <a:pt x="3316" y="4"/>
                    <a:pt x="3234" y="0"/>
                    <a:pt x="3181" y="49"/>
                  </a:cubicBezTo>
                  <a:cubicBezTo>
                    <a:pt x="1707" y="1400"/>
                    <a:pt x="1707" y="1400"/>
                    <a:pt x="1707" y="1400"/>
                  </a:cubicBezTo>
                  <a:cubicBezTo>
                    <a:pt x="233" y="49"/>
                    <a:pt x="233" y="49"/>
                    <a:pt x="233" y="49"/>
                  </a:cubicBezTo>
                  <a:cubicBezTo>
                    <a:pt x="180" y="0"/>
                    <a:pt x="97" y="4"/>
                    <a:pt x="49" y="57"/>
                  </a:cubicBezTo>
                  <a:cubicBezTo>
                    <a:pt x="0" y="110"/>
                    <a:pt x="4" y="192"/>
                    <a:pt x="57" y="241"/>
                  </a:cubicBezTo>
                  <a:cubicBezTo>
                    <a:pt x="3181" y="3105"/>
                    <a:pt x="3181" y="3105"/>
                    <a:pt x="3181" y="3105"/>
                  </a:cubicBezTo>
                  <a:cubicBezTo>
                    <a:pt x="3206" y="3128"/>
                    <a:pt x="3237" y="3139"/>
                    <a:pt x="3269" y="3139"/>
                  </a:cubicBezTo>
                  <a:cubicBezTo>
                    <a:pt x="3304" y="3139"/>
                    <a:pt x="3339" y="3125"/>
                    <a:pt x="3365" y="3097"/>
                  </a:cubicBezTo>
                  <a:cubicBezTo>
                    <a:pt x="3413" y="3044"/>
                    <a:pt x="3410" y="2962"/>
                    <a:pt x="3357" y="2913"/>
                  </a:cubicBezTo>
                  <a:lnTo>
                    <a:pt x="1899" y="1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5" name="Freeform 173"/>
            <p:cNvSpPr>
              <a:spLocks/>
            </p:cNvSpPr>
            <p:nvPr/>
          </p:nvSpPr>
          <p:spPr bwMode="auto">
            <a:xfrm>
              <a:off x="2239963" y="4651375"/>
              <a:ext cx="452438" cy="420688"/>
            </a:xfrm>
            <a:custGeom>
              <a:avLst/>
              <a:gdLst>
                <a:gd name="T0" fmla="*/ 740 w 973"/>
                <a:gd name="T1" fmla="*/ 48 h 901"/>
                <a:gd name="T2" fmla="*/ 57 w 973"/>
                <a:gd name="T3" fmla="*/ 675 h 901"/>
                <a:gd name="T4" fmla="*/ 49 w 973"/>
                <a:gd name="T5" fmla="*/ 859 h 901"/>
                <a:gd name="T6" fmla="*/ 145 w 973"/>
                <a:gd name="T7" fmla="*/ 901 h 901"/>
                <a:gd name="T8" fmla="*/ 233 w 973"/>
                <a:gd name="T9" fmla="*/ 867 h 901"/>
                <a:gd name="T10" fmla="*/ 916 w 973"/>
                <a:gd name="T11" fmla="*/ 240 h 901"/>
                <a:gd name="T12" fmla="*/ 924 w 973"/>
                <a:gd name="T13" fmla="*/ 56 h 901"/>
                <a:gd name="T14" fmla="*/ 740 w 973"/>
                <a:gd name="T15" fmla="*/ 48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3" h="901">
                  <a:moveTo>
                    <a:pt x="740" y="48"/>
                  </a:moveTo>
                  <a:cubicBezTo>
                    <a:pt x="57" y="675"/>
                    <a:pt x="57" y="675"/>
                    <a:pt x="57" y="675"/>
                  </a:cubicBezTo>
                  <a:cubicBezTo>
                    <a:pt x="4" y="724"/>
                    <a:pt x="0" y="806"/>
                    <a:pt x="49" y="859"/>
                  </a:cubicBezTo>
                  <a:cubicBezTo>
                    <a:pt x="74" y="887"/>
                    <a:pt x="109" y="901"/>
                    <a:pt x="145" y="901"/>
                  </a:cubicBezTo>
                  <a:cubicBezTo>
                    <a:pt x="176" y="901"/>
                    <a:pt x="208" y="890"/>
                    <a:pt x="233" y="867"/>
                  </a:cubicBezTo>
                  <a:cubicBezTo>
                    <a:pt x="916" y="240"/>
                    <a:pt x="916" y="240"/>
                    <a:pt x="916" y="240"/>
                  </a:cubicBezTo>
                  <a:cubicBezTo>
                    <a:pt x="969" y="192"/>
                    <a:pt x="973" y="109"/>
                    <a:pt x="924" y="56"/>
                  </a:cubicBezTo>
                  <a:cubicBezTo>
                    <a:pt x="876" y="3"/>
                    <a:pt x="793" y="0"/>
                    <a:pt x="74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36" name="Gruppieren 135"/>
          <p:cNvGrpSpPr/>
          <p:nvPr/>
        </p:nvGrpSpPr>
        <p:grpSpPr>
          <a:xfrm>
            <a:off x="9292614" y="1617272"/>
            <a:ext cx="1022425" cy="841190"/>
            <a:chOff x="219075" y="152400"/>
            <a:chExt cx="1773238" cy="1458913"/>
          </a:xfrm>
          <a:solidFill>
            <a:schemeClr val="tx1"/>
          </a:solidFill>
        </p:grpSpPr>
        <p:sp>
          <p:nvSpPr>
            <p:cNvPr id="137" name="Freeform 70"/>
            <p:cNvSpPr>
              <a:spLocks/>
            </p:cNvSpPr>
            <p:nvPr/>
          </p:nvSpPr>
          <p:spPr bwMode="auto">
            <a:xfrm>
              <a:off x="219075" y="152400"/>
              <a:ext cx="1773238" cy="127000"/>
            </a:xfrm>
            <a:custGeom>
              <a:avLst/>
              <a:gdLst>
                <a:gd name="T0" fmla="*/ 3515 w 3645"/>
                <a:gd name="T1" fmla="*/ 260 h 260"/>
                <a:gd name="T2" fmla="*/ 130 w 3645"/>
                <a:gd name="T3" fmla="*/ 260 h 260"/>
                <a:gd name="T4" fmla="*/ 0 w 3645"/>
                <a:gd name="T5" fmla="*/ 130 h 260"/>
                <a:gd name="T6" fmla="*/ 130 w 3645"/>
                <a:gd name="T7" fmla="*/ 0 h 260"/>
                <a:gd name="T8" fmla="*/ 3515 w 3645"/>
                <a:gd name="T9" fmla="*/ 0 h 260"/>
                <a:gd name="T10" fmla="*/ 3645 w 3645"/>
                <a:gd name="T11" fmla="*/ 130 h 260"/>
                <a:gd name="T12" fmla="*/ 3515 w 3645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0">
                  <a:moveTo>
                    <a:pt x="3515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8"/>
                    <a:pt x="3645" y="130"/>
                  </a:cubicBezTo>
                  <a:cubicBezTo>
                    <a:pt x="3645" y="202"/>
                    <a:pt x="3587" y="260"/>
                    <a:pt x="3515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8" name="Freeform 71"/>
            <p:cNvSpPr>
              <a:spLocks/>
            </p:cNvSpPr>
            <p:nvPr/>
          </p:nvSpPr>
          <p:spPr bwMode="auto">
            <a:xfrm>
              <a:off x="219075" y="596900"/>
              <a:ext cx="1773238" cy="127000"/>
            </a:xfrm>
            <a:custGeom>
              <a:avLst/>
              <a:gdLst>
                <a:gd name="T0" fmla="*/ 3515 w 3645"/>
                <a:gd name="T1" fmla="*/ 261 h 261"/>
                <a:gd name="T2" fmla="*/ 130 w 3645"/>
                <a:gd name="T3" fmla="*/ 261 h 261"/>
                <a:gd name="T4" fmla="*/ 0 w 3645"/>
                <a:gd name="T5" fmla="*/ 130 h 261"/>
                <a:gd name="T6" fmla="*/ 130 w 3645"/>
                <a:gd name="T7" fmla="*/ 0 h 261"/>
                <a:gd name="T8" fmla="*/ 3515 w 3645"/>
                <a:gd name="T9" fmla="*/ 0 h 261"/>
                <a:gd name="T10" fmla="*/ 3645 w 3645"/>
                <a:gd name="T11" fmla="*/ 130 h 261"/>
                <a:gd name="T12" fmla="*/ 3515 w 3645"/>
                <a:gd name="T1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1">
                  <a:moveTo>
                    <a:pt x="3515" y="261"/>
                  </a:moveTo>
                  <a:cubicBezTo>
                    <a:pt x="130" y="261"/>
                    <a:pt x="130" y="261"/>
                    <a:pt x="130" y="261"/>
                  </a:cubicBezTo>
                  <a:cubicBezTo>
                    <a:pt x="58" y="261"/>
                    <a:pt x="0" y="202"/>
                    <a:pt x="0" y="130"/>
                  </a:cubicBezTo>
                  <a:cubicBezTo>
                    <a:pt x="0" y="59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9"/>
                    <a:pt x="3645" y="130"/>
                  </a:cubicBezTo>
                  <a:cubicBezTo>
                    <a:pt x="3645" y="202"/>
                    <a:pt x="3587" y="261"/>
                    <a:pt x="351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9" name="Freeform 72"/>
            <p:cNvSpPr>
              <a:spLocks/>
            </p:cNvSpPr>
            <p:nvPr/>
          </p:nvSpPr>
          <p:spPr bwMode="auto">
            <a:xfrm>
              <a:off x="219075" y="1484313"/>
              <a:ext cx="633413" cy="127000"/>
            </a:xfrm>
            <a:custGeom>
              <a:avLst/>
              <a:gdLst>
                <a:gd name="T0" fmla="*/ 1172 w 1302"/>
                <a:gd name="T1" fmla="*/ 260 h 260"/>
                <a:gd name="T2" fmla="*/ 130 w 1302"/>
                <a:gd name="T3" fmla="*/ 260 h 260"/>
                <a:gd name="T4" fmla="*/ 0 w 1302"/>
                <a:gd name="T5" fmla="*/ 130 h 260"/>
                <a:gd name="T6" fmla="*/ 130 w 1302"/>
                <a:gd name="T7" fmla="*/ 0 h 260"/>
                <a:gd name="T8" fmla="*/ 1172 w 1302"/>
                <a:gd name="T9" fmla="*/ 0 h 260"/>
                <a:gd name="T10" fmla="*/ 1302 w 1302"/>
                <a:gd name="T11" fmla="*/ 130 h 260"/>
                <a:gd name="T12" fmla="*/ 1172 w 1302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2" h="260">
                  <a:moveTo>
                    <a:pt x="1172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1172" y="0"/>
                    <a:pt x="1172" y="0"/>
                    <a:pt x="1172" y="0"/>
                  </a:cubicBezTo>
                  <a:cubicBezTo>
                    <a:pt x="1243" y="0"/>
                    <a:pt x="1302" y="58"/>
                    <a:pt x="1302" y="130"/>
                  </a:cubicBezTo>
                  <a:cubicBezTo>
                    <a:pt x="1302" y="202"/>
                    <a:pt x="1243" y="260"/>
                    <a:pt x="1172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0" name="Freeform 73"/>
            <p:cNvSpPr>
              <a:spLocks/>
            </p:cNvSpPr>
            <p:nvPr/>
          </p:nvSpPr>
          <p:spPr bwMode="auto">
            <a:xfrm>
              <a:off x="219075" y="1041400"/>
              <a:ext cx="1393825" cy="125413"/>
            </a:xfrm>
            <a:custGeom>
              <a:avLst/>
              <a:gdLst>
                <a:gd name="T0" fmla="*/ 2734 w 2864"/>
                <a:gd name="T1" fmla="*/ 260 h 260"/>
                <a:gd name="T2" fmla="*/ 130 w 2864"/>
                <a:gd name="T3" fmla="*/ 260 h 260"/>
                <a:gd name="T4" fmla="*/ 0 w 2864"/>
                <a:gd name="T5" fmla="*/ 130 h 260"/>
                <a:gd name="T6" fmla="*/ 130 w 2864"/>
                <a:gd name="T7" fmla="*/ 0 h 260"/>
                <a:gd name="T8" fmla="*/ 2734 w 2864"/>
                <a:gd name="T9" fmla="*/ 0 h 260"/>
                <a:gd name="T10" fmla="*/ 2864 w 2864"/>
                <a:gd name="T11" fmla="*/ 130 h 260"/>
                <a:gd name="T12" fmla="*/ 2734 w 2864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64" h="260">
                  <a:moveTo>
                    <a:pt x="2734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8"/>
                    <a:pt x="2864" y="130"/>
                  </a:cubicBezTo>
                  <a:cubicBezTo>
                    <a:pt x="2864" y="202"/>
                    <a:pt x="2806" y="260"/>
                    <a:pt x="2734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41" name="Freeform 300"/>
          <p:cNvSpPr>
            <a:spLocks/>
          </p:cNvSpPr>
          <p:nvPr/>
        </p:nvSpPr>
        <p:spPr bwMode="auto">
          <a:xfrm>
            <a:off x="7493498" y="1626851"/>
            <a:ext cx="1041502" cy="762778"/>
          </a:xfrm>
          <a:custGeom>
            <a:avLst/>
            <a:gdLst>
              <a:gd name="T0" fmla="*/ 3751 w 3851"/>
              <a:gd name="T1" fmla="*/ 2815 h 2815"/>
              <a:gd name="T2" fmla="*/ 100 w 3851"/>
              <a:gd name="T3" fmla="*/ 2815 h 2815"/>
              <a:gd name="T4" fmla="*/ 0 w 3851"/>
              <a:gd name="T5" fmla="*/ 2715 h 2815"/>
              <a:gd name="T6" fmla="*/ 0 w 3851"/>
              <a:gd name="T7" fmla="*/ 107 h 2815"/>
              <a:gd name="T8" fmla="*/ 61 w 3851"/>
              <a:gd name="T9" fmla="*/ 15 h 2815"/>
              <a:gd name="T10" fmla="*/ 169 w 3851"/>
              <a:gd name="T11" fmla="*/ 35 h 2815"/>
              <a:gd name="T12" fmla="*/ 1926 w 3851"/>
              <a:gd name="T13" fmla="*/ 1695 h 2815"/>
              <a:gd name="T14" fmla="*/ 2579 w 3851"/>
              <a:gd name="T15" fmla="*/ 1078 h 2815"/>
              <a:gd name="T16" fmla="*/ 2721 w 3851"/>
              <a:gd name="T17" fmla="*/ 1082 h 2815"/>
              <a:gd name="T18" fmla="*/ 2717 w 3851"/>
              <a:gd name="T19" fmla="*/ 1223 h 2815"/>
              <a:gd name="T20" fmla="*/ 1995 w 3851"/>
              <a:gd name="T21" fmla="*/ 1906 h 2815"/>
              <a:gd name="T22" fmla="*/ 1857 w 3851"/>
              <a:gd name="T23" fmla="*/ 1906 h 2815"/>
              <a:gd name="T24" fmla="*/ 200 w 3851"/>
              <a:gd name="T25" fmla="*/ 339 h 2815"/>
              <a:gd name="T26" fmla="*/ 200 w 3851"/>
              <a:gd name="T27" fmla="*/ 2615 h 2815"/>
              <a:gd name="T28" fmla="*/ 3651 w 3851"/>
              <a:gd name="T29" fmla="*/ 2615 h 2815"/>
              <a:gd name="T30" fmla="*/ 3651 w 3851"/>
              <a:gd name="T31" fmla="*/ 207 h 2815"/>
              <a:gd name="T32" fmla="*/ 1926 w 3851"/>
              <a:gd name="T33" fmla="*/ 207 h 2815"/>
              <a:gd name="T34" fmla="*/ 1826 w 3851"/>
              <a:gd name="T35" fmla="*/ 107 h 2815"/>
              <a:gd name="T36" fmla="*/ 1926 w 3851"/>
              <a:gd name="T37" fmla="*/ 7 h 2815"/>
              <a:gd name="T38" fmla="*/ 3751 w 3851"/>
              <a:gd name="T39" fmla="*/ 7 h 2815"/>
              <a:gd name="T40" fmla="*/ 3851 w 3851"/>
              <a:gd name="T41" fmla="*/ 107 h 2815"/>
              <a:gd name="T42" fmla="*/ 3851 w 3851"/>
              <a:gd name="T43" fmla="*/ 2715 h 2815"/>
              <a:gd name="T44" fmla="*/ 3751 w 3851"/>
              <a:gd name="T45" fmla="*/ 2815 h 2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851" h="2815">
                <a:moveTo>
                  <a:pt x="3751" y="2815"/>
                </a:moveTo>
                <a:cubicBezTo>
                  <a:pt x="100" y="2815"/>
                  <a:pt x="100" y="2815"/>
                  <a:pt x="100" y="2815"/>
                </a:cubicBezTo>
                <a:cubicBezTo>
                  <a:pt x="45" y="2815"/>
                  <a:pt x="0" y="2770"/>
                  <a:pt x="0" y="2715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67"/>
                  <a:pt x="24" y="31"/>
                  <a:pt x="61" y="15"/>
                </a:cubicBezTo>
                <a:cubicBezTo>
                  <a:pt x="97" y="0"/>
                  <a:pt x="140" y="7"/>
                  <a:pt x="169" y="35"/>
                </a:cubicBezTo>
                <a:cubicBezTo>
                  <a:pt x="1926" y="1695"/>
                  <a:pt x="1926" y="1695"/>
                  <a:pt x="1926" y="1695"/>
                </a:cubicBezTo>
                <a:cubicBezTo>
                  <a:pt x="2579" y="1078"/>
                  <a:pt x="2579" y="1078"/>
                  <a:pt x="2579" y="1078"/>
                </a:cubicBezTo>
                <a:cubicBezTo>
                  <a:pt x="2619" y="1040"/>
                  <a:pt x="2683" y="1042"/>
                  <a:pt x="2721" y="1082"/>
                </a:cubicBezTo>
                <a:cubicBezTo>
                  <a:pt x="2758" y="1122"/>
                  <a:pt x="2757" y="1185"/>
                  <a:pt x="2717" y="1223"/>
                </a:cubicBezTo>
                <a:cubicBezTo>
                  <a:pt x="1995" y="1906"/>
                  <a:pt x="1995" y="1906"/>
                  <a:pt x="1995" y="1906"/>
                </a:cubicBezTo>
                <a:cubicBezTo>
                  <a:pt x="1956" y="1942"/>
                  <a:pt x="1896" y="1942"/>
                  <a:pt x="1857" y="1906"/>
                </a:cubicBezTo>
                <a:cubicBezTo>
                  <a:pt x="200" y="339"/>
                  <a:pt x="200" y="339"/>
                  <a:pt x="200" y="339"/>
                </a:cubicBezTo>
                <a:cubicBezTo>
                  <a:pt x="200" y="2615"/>
                  <a:pt x="200" y="2615"/>
                  <a:pt x="200" y="2615"/>
                </a:cubicBezTo>
                <a:cubicBezTo>
                  <a:pt x="3651" y="2615"/>
                  <a:pt x="3651" y="2615"/>
                  <a:pt x="3651" y="2615"/>
                </a:cubicBezTo>
                <a:cubicBezTo>
                  <a:pt x="3651" y="207"/>
                  <a:pt x="3651" y="207"/>
                  <a:pt x="3651" y="207"/>
                </a:cubicBezTo>
                <a:cubicBezTo>
                  <a:pt x="1926" y="207"/>
                  <a:pt x="1926" y="207"/>
                  <a:pt x="1926" y="207"/>
                </a:cubicBezTo>
                <a:cubicBezTo>
                  <a:pt x="1871" y="207"/>
                  <a:pt x="1826" y="162"/>
                  <a:pt x="1826" y="107"/>
                </a:cubicBezTo>
                <a:cubicBezTo>
                  <a:pt x="1826" y="52"/>
                  <a:pt x="1871" y="7"/>
                  <a:pt x="1926" y="7"/>
                </a:cubicBezTo>
                <a:cubicBezTo>
                  <a:pt x="3751" y="7"/>
                  <a:pt x="3751" y="7"/>
                  <a:pt x="3751" y="7"/>
                </a:cubicBezTo>
                <a:cubicBezTo>
                  <a:pt x="3807" y="7"/>
                  <a:pt x="3851" y="52"/>
                  <a:pt x="3851" y="107"/>
                </a:cubicBezTo>
                <a:cubicBezTo>
                  <a:pt x="3851" y="2715"/>
                  <a:pt x="3851" y="2715"/>
                  <a:pt x="3851" y="2715"/>
                </a:cubicBezTo>
                <a:cubicBezTo>
                  <a:pt x="3851" y="2770"/>
                  <a:pt x="3807" y="2815"/>
                  <a:pt x="3751" y="281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42" name="Gruppieren 141"/>
          <p:cNvGrpSpPr/>
          <p:nvPr/>
        </p:nvGrpSpPr>
        <p:grpSpPr>
          <a:xfrm>
            <a:off x="4227659" y="1471092"/>
            <a:ext cx="974094" cy="975155"/>
            <a:chOff x="223838" y="5319713"/>
            <a:chExt cx="1457325" cy="1458912"/>
          </a:xfrm>
          <a:solidFill>
            <a:schemeClr val="tx1"/>
          </a:solidFill>
        </p:grpSpPr>
        <p:sp>
          <p:nvSpPr>
            <p:cNvPr id="143" name="Freeform 30"/>
            <p:cNvSpPr>
              <a:spLocks noEditPoints="1"/>
            </p:cNvSpPr>
            <p:nvPr/>
          </p:nvSpPr>
          <p:spPr bwMode="auto">
            <a:xfrm>
              <a:off x="223838" y="5319713"/>
              <a:ext cx="1457325" cy="1458912"/>
            </a:xfrm>
            <a:custGeom>
              <a:avLst/>
              <a:gdLst>
                <a:gd name="T0" fmla="*/ 1740 w 3481"/>
                <a:gd name="T1" fmla="*/ 3482 h 3482"/>
                <a:gd name="T2" fmla="*/ 1063 w 3481"/>
                <a:gd name="T3" fmla="*/ 3345 h 3482"/>
                <a:gd name="T4" fmla="*/ 509 w 3481"/>
                <a:gd name="T5" fmla="*/ 2972 h 3482"/>
                <a:gd name="T6" fmla="*/ 136 w 3481"/>
                <a:gd name="T7" fmla="*/ 2419 h 3482"/>
                <a:gd name="T8" fmla="*/ 0 w 3481"/>
                <a:gd name="T9" fmla="*/ 1741 h 3482"/>
                <a:gd name="T10" fmla="*/ 136 w 3481"/>
                <a:gd name="T11" fmla="*/ 1063 h 3482"/>
                <a:gd name="T12" fmla="*/ 509 w 3481"/>
                <a:gd name="T13" fmla="*/ 510 h 3482"/>
                <a:gd name="T14" fmla="*/ 1063 w 3481"/>
                <a:gd name="T15" fmla="*/ 137 h 3482"/>
                <a:gd name="T16" fmla="*/ 1740 w 3481"/>
                <a:gd name="T17" fmla="*/ 0 h 3482"/>
                <a:gd name="T18" fmla="*/ 2418 w 3481"/>
                <a:gd name="T19" fmla="*/ 137 h 3482"/>
                <a:gd name="T20" fmla="*/ 2971 w 3481"/>
                <a:gd name="T21" fmla="*/ 510 h 3482"/>
                <a:gd name="T22" fmla="*/ 3344 w 3481"/>
                <a:gd name="T23" fmla="*/ 1063 h 3482"/>
                <a:gd name="T24" fmla="*/ 3481 w 3481"/>
                <a:gd name="T25" fmla="*/ 1741 h 3482"/>
                <a:gd name="T26" fmla="*/ 3344 w 3481"/>
                <a:gd name="T27" fmla="*/ 2419 h 3482"/>
                <a:gd name="T28" fmla="*/ 2971 w 3481"/>
                <a:gd name="T29" fmla="*/ 2972 h 3482"/>
                <a:gd name="T30" fmla="*/ 2418 w 3481"/>
                <a:gd name="T31" fmla="*/ 3345 h 3482"/>
                <a:gd name="T32" fmla="*/ 1740 w 3481"/>
                <a:gd name="T33" fmla="*/ 3482 h 3482"/>
                <a:gd name="T34" fmla="*/ 1740 w 3481"/>
                <a:gd name="T35" fmla="*/ 228 h 3482"/>
                <a:gd name="T36" fmla="*/ 228 w 3481"/>
                <a:gd name="T37" fmla="*/ 1741 h 3482"/>
                <a:gd name="T38" fmla="*/ 1740 w 3481"/>
                <a:gd name="T39" fmla="*/ 3254 h 3482"/>
                <a:gd name="T40" fmla="*/ 3253 w 3481"/>
                <a:gd name="T41" fmla="*/ 1741 h 3482"/>
                <a:gd name="T42" fmla="*/ 1740 w 3481"/>
                <a:gd name="T43" fmla="*/ 228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81" h="3482">
                  <a:moveTo>
                    <a:pt x="1740" y="3482"/>
                  </a:moveTo>
                  <a:cubicBezTo>
                    <a:pt x="1505" y="3482"/>
                    <a:pt x="1277" y="3436"/>
                    <a:pt x="1063" y="3345"/>
                  </a:cubicBezTo>
                  <a:cubicBezTo>
                    <a:pt x="855" y="3257"/>
                    <a:pt x="669" y="3132"/>
                    <a:pt x="509" y="2972"/>
                  </a:cubicBezTo>
                  <a:cubicBezTo>
                    <a:pt x="350" y="2812"/>
                    <a:pt x="224" y="2626"/>
                    <a:pt x="136" y="2419"/>
                  </a:cubicBezTo>
                  <a:cubicBezTo>
                    <a:pt x="46" y="2204"/>
                    <a:pt x="0" y="1976"/>
                    <a:pt x="0" y="1741"/>
                  </a:cubicBezTo>
                  <a:cubicBezTo>
                    <a:pt x="0" y="1506"/>
                    <a:pt x="46" y="1278"/>
                    <a:pt x="136" y="1063"/>
                  </a:cubicBezTo>
                  <a:cubicBezTo>
                    <a:pt x="224" y="856"/>
                    <a:pt x="350" y="670"/>
                    <a:pt x="509" y="510"/>
                  </a:cubicBezTo>
                  <a:cubicBezTo>
                    <a:pt x="669" y="350"/>
                    <a:pt x="855" y="225"/>
                    <a:pt x="1063" y="137"/>
                  </a:cubicBezTo>
                  <a:cubicBezTo>
                    <a:pt x="1277" y="46"/>
                    <a:pt x="1505" y="0"/>
                    <a:pt x="1740" y="0"/>
                  </a:cubicBezTo>
                  <a:cubicBezTo>
                    <a:pt x="1975" y="0"/>
                    <a:pt x="2203" y="46"/>
                    <a:pt x="2418" y="137"/>
                  </a:cubicBezTo>
                  <a:cubicBezTo>
                    <a:pt x="2625" y="225"/>
                    <a:pt x="2811" y="350"/>
                    <a:pt x="2971" y="510"/>
                  </a:cubicBezTo>
                  <a:cubicBezTo>
                    <a:pt x="3131" y="670"/>
                    <a:pt x="3256" y="856"/>
                    <a:pt x="3344" y="1063"/>
                  </a:cubicBezTo>
                  <a:cubicBezTo>
                    <a:pt x="3435" y="1278"/>
                    <a:pt x="3481" y="1506"/>
                    <a:pt x="3481" y="1741"/>
                  </a:cubicBezTo>
                  <a:cubicBezTo>
                    <a:pt x="3481" y="1976"/>
                    <a:pt x="3435" y="2204"/>
                    <a:pt x="3344" y="2419"/>
                  </a:cubicBezTo>
                  <a:cubicBezTo>
                    <a:pt x="3256" y="2626"/>
                    <a:pt x="3131" y="2812"/>
                    <a:pt x="2971" y="2972"/>
                  </a:cubicBezTo>
                  <a:cubicBezTo>
                    <a:pt x="2811" y="3132"/>
                    <a:pt x="2625" y="3257"/>
                    <a:pt x="2418" y="3345"/>
                  </a:cubicBezTo>
                  <a:cubicBezTo>
                    <a:pt x="2203" y="3436"/>
                    <a:pt x="1975" y="3482"/>
                    <a:pt x="1740" y="3482"/>
                  </a:cubicBezTo>
                  <a:close/>
                  <a:moveTo>
                    <a:pt x="1740" y="228"/>
                  </a:moveTo>
                  <a:cubicBezTo>
                    <a:pt x="906" y="228"/>
                    <a:pt x="228" y="907"/>
                    <a:pt x="228" y="1741"/>
                  </a:cubicBezTo>
                  <a:cubicBezTo>
                    <a:pt x="228" y="2575"/>
                    <a:pt x="906" y="3254"/>
                    <a:pt x="1740" y="3254"/>
                  </a:cubicBezTo>
                  <a:cubicBezTo>
                    <a:pt x="2574" y="3254"/>
                    <a:pt x="3253" y="2575"/>
                    <a:pt x="3253" y="1741"/>
                  </a:cubicBezTo>
                  <a:cubicBezTo>
                    <a:pt x="3253" y="907"/>
                    <a:pt x="2574" y="228"/>
                    <a:pt x="174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4" name="Freeform 31"/>
            <p:cNvSpPr>
              <a:spLocks/>
            </p:cNvSpPr>
            <p:nvPr/>
          </p:nvSpPr>
          <p:spPr bwMode="auto">
            <a:xfrm>
              <a:off x="223838" y="6002338"/>
              <a:ext cx="1457325" cy="461962"/>
            </a:xfrm>
            <a:custGeom>
              <a:avLst/>
              <a:gdLst>
                <a:gd name="T0" fmla="*/ 1740 w 3481"/>
                <a:gd name="T1" fmla="*/ 1104 h 1104"/>
                <a:gd name="T2" fmla="*/ 536 w 3481"/>
                <a:gd name="T3" fmla="*/ 834 h 1104"/>
                <a:gd name="T4" fmla="*/ 152 w 3481"/>
                <a:gd name="T5" fmla="*/ 525 h 1104"/>
                <a:gd name="T6" fmla="*/ 0 w 3481"/>
                <a:gd name="T7" fmla="*/ 114 h 1104"/>
                <a:gd name="T8" fmla="*/ 114 w 3481"/>
                <a:gd name="T9" fmla="*/ 0 h 1104"/>
                <a:gd name="T10" fmla="*/ 228 w 3481"/>
                <a:gd name="T11" fmla="*/ 114 h 1104"/>
                <a:gd name="T12" fmla="*/ 1740 w 3481"/>
                <a:gd name="T13" fmla="*/ 876 h 1104"/>
                <a:gd name="T14" fmla="*/ 3253 w 3481"/>
                <a:gd name="T15" fmla="*/ 114 h 1104"/>
                <a:gd name="T16" fmla="*/ 3367 w 3481"/>
                <a:gd name="T17" fmla="*/ 0 h 1104"/>
                <a:gd name="T18" fmla="*/ 3481 w 3481"/>
                <a:gd name="T19" fmla="*/ 114 h 1104"/>
                <a:gd name="T20" fmla="*/ 3329 w 3481"/>
                <a:gd name="T21" fmla="*/ 525 h 1104"/>
                <a:gd name="T22" fmla="*/ 2945 w 3481"/>
                <a:gd name="T23" fmla="*/ 834 h 1104"/>
                <a:gd name="T24" fmla="*/ 1740 w 3481"/>
                <a:gd name="T25" fmla="*/ 110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81" h="1104">
                  <a:moveTo>
                    <a:pt x="1740" y="1104"/>
                  </a:moveTo>
                  <a:cubicBezTo>
                    <a:pt x="1287" y="1104"/>
                    <a:pt x="860" y="1008"/>
                    <a:pt x="536" y="834"/>
                  </a:cubicBezTo>
                  <a:cubicBezTo>
                    <a:pt x="373" y="746"/>
                    <a:pt x="244" y="642"/>
                    <a:pt x="152" y="525"/>
                  </a:cubicBezTo>
                  <a:cubicBezTo>
                    <a:pt x="51" y="397"/>
                    <a:pt x="0" y="258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527"/>
                    <a:pt x="920" y="876"/>
                    <a:pt x="1740" y="876"/>
                  </a:cubicBezTo>
                  <a:cubicBezTo>
                    <a:pt x="2560" y="876"/>
                    <a:pt x="3253" y="527"/>
                    <a:pt x="3253" y="114"/>
                  </a:cubicBezTo>
                  <a:cubicBezTo>
                    <a:pt x="3253" y="51"/>
                    <a:pt x="3304" y="0"/>
                    <a:pt x="3367" y="0"/>
                  </a:cubicBezTo>
                  <a:cubicBezTo>
                    <a:pt x="3430" y="0"/>
                    <a:pt x="3481" y="51"/>
                    <a:pt x="3481" y="114"/>
                  </a:cubicBezTo>
                  <a:cubicBezTo>
                    <a:pt x="3481" y="258"/>
                    <a:pt x="3430" y="397"/>
                    <a:pt x="3329" y="525"/>
                  </a:cubicBezTo>
                  <a:cubicBezTo>
                    <a:pt x="3237" y="642"/>
                    <a:pt x="3108" y="746"/>
                    <a:pt x="2945" y="834"/>
                  </a:cubicBezTo>
                  <a:cubicBezTo>
                    <a:pt x="2621" y="1008"/>
                    <a:pt x="2193" y="1104"/>
                    <a:pt x="1740" y="1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5" name="Freeform 32"/>
            <p:cNvSpPr>
              <a:spLocks/>
            </p:cNvSpPr>
            <p:nvPr/>
          </p:nvSpPr>
          <p:spPr bwMode="auto">
            <a:xfrm>
              <a:off x="246063" y="6002338"/>
              <a:ext cx="1435100" cy="95250"/>
            </a:xfrm>
            <a:custGeom>
              <a:avLst/>
              <a:gdLst>
                <a:gd name="T0" fmla="*/ 3312 w 3426"/>
                <a:gd name="T1" fmla="*/ 228 h 228"/>
                <a:gd name="T2" fmla="*/ 114 w 3426"/>
                <a:gd name="T3" fmla="*/ 228 h 228"/>
                <a:gd name="T4" fmla="*/ 0 w 3426"/>
                <a:gd name="T5" fmla="*/ 114 h 228"/>
                <a:gd name="T6" fmla="*/ 114 w 3426"/>
                <a:gd name="T7" fmla="*/ 0 h 228"/>
                <a:gd name="T8" fmla="*/ 3312 w 3426"/>
                <a:gd name="T9" fmla="*/ 0 h 228"/>
                <a:gd name="T10" fmla="*/ 3426 w 3426"/>
                <a:gd name="T11" fmla="*/ 114 h 228"/>
                <a:gd name="T12" fmla="*/ 3312 w 3426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6" h="228">
                  <a:moveTo>
                    <a:pt x="3312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3312" y="0"/>
                    <a:pt x="3312" y="0"/>
                    <a:pt x="3312" y="0"/>
                  </a:cubicBezTo>
                  <a:cubicBezTo>
                    <a:pt x="3375" y="0"/>
                    <a:pt x="3426" y="51"/>
                    <a:pt x="3426" y="114"/>
                  </a:cubicBezTo>
                  <a:cubicBezTo>
                    <a:pt x="3426" y="177"/>
                    <a:pt x="3375" y="228"/>
                    <a:pt x="3312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6" name="Freeform 33"/>
            <p:cNvSpPr>
              <a:spLocks/>
            </p:cNvSpPr>
            <p:nvPr/>
          </p:nvSpPr>
          <p:spPr bwMode="auto">
            <a:xfrm>
              <a:off x="590551" y="5319713"/>
              <a:ext cx="723900" cy="1458912"/>
            </a:xfrm>
            <a:custGeom>
              <a:avLst/>
              <a:gdLst>
                <a:gd name="T0" fmla="*/ 864 w 1729"/>
                <a:gd name="T1" fmla="*/ 3482 h 3482"/>
                <a:gd name="T2" fmla="*/ 230 w 1729"/>
                <a:gd name="T3" fmla="*/ 2939 h 3482"/>
                <a:gd name="T4" fmla="*/ 0 w 1729"/>
                <a:gd name="T5" fmla="*/ 1741 h 3482"/>
                <a:gd name="T6" fmla="*/ 123 w 1729"/>
                <a:gd name="T7" fmla="*/ 831 h 3482"/>
                <a:gd name="T8" fmla="*/ 265 w 1729"/>
                <a:gd name="T9" fmla="*/ 754 h 3482"/>
                <a:gd name="T10" fmla="*/ 341 w 1729"/>
                <a:gd name="T11" fmla="*/ 896 h 3482"/>
                <a:gd name="T12" fmla="*/ 228 w 1729"/>
                <a:gd name="T13" fmla="*/ 1741 h 3482"/>
                <a:gd name="T14" fmla="*/ 437 w 1729"/>
                <a:gd name="T15" fmla="*/ 2843 h 3482"/>
                <a:gd name="T16" fmla="*/ 864 w 1729"/>
                <a:gd name="T17" fmla="*/ 3254 h 3482"/>
                <a:gd name="T18" fmla="*/ 1292 w 1729"/>
                <a:gd name="T19" fmla="*/ 2843 h 3482"/>
                <a:gd name="T20" fmla="*/ 1501 w 1729"/>
                <a:gd name="T21" fmla="*/ 1741 h 3482"/>
                <a:gd name="T22" fmla="*/ 1292 w 1729"/>
                <a:gd name="T23" fmla="*/ 639 h 3482"/>
                <a:gd name="T24" fmla="*/ 864 w 1729"/>
                <a:gd name="T25" fmla="*/ 228 h 3482"/>
                <a:gd name="T26" fmla="*/ 750 w 1729"/>
                <a:gd name="T27" fmla="*/ 114 h 3482"/>
                <a:gd name="T28" fmla="*/ 864 w 1729"/>
                <a:gd name="T29" fmla="*/ 0 h 3482"/>
                <a:gd name="T30" fmla="*/ 1499 w 1729"/>
                <a:gd name="T31" fmla="*/ 543 h 3482"/>
                <a:gd name="T32" fmla="*/ 1729 w 1729"/>
                <a:gd name="T33" fmla="*/ 1741 h 3482"/>
                <a:gd name="T34" fmla="*/ 1499 w 1729"/>
                <a:gd name="T35" fmla="*/ 2939 h 3482"/>
                <a:gd name="T36" fmla="*/ 864 w 1729"/>
                <a:gd name="T37" fmla="*/ 3482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9" h="3482">
                  <a:moveTo>
                    <a:pt x="864" y="3482"/>
                  </a:moveTo>
                  <a:cubicBezTo>
                    <a:pt x="617" y="3482"/>
                    <a:pt x="391" y="3289"/>
                    <a:pt x="230" y="2939"/>
                  </a:cubicBezTo>
                  <a:cubicBezTo>
                    <a:pt x="81" y="2617"/>
                    <a:pt x="0" y="2192"/>
                    <a:pt x="0" y="1741"/>
                  </a:cubicBezTo>
                  <a:cubicBezTo>
                    <a:pt x="0" y="1418"/>
                    <a:pt x="42" y="1103"/>
                    <a:pt x="123" y="831"/>
                  </a:cubicBezTo>
                  <a:cubicBezTo>
                    <a:pt x="141" y="770"/>
                    <a:pt x="204" y="736"/>
                    <a:pt x="265" y="754"/>
                  </a:cubicBezTo>
                  <a:cubicBezTo>
                    <a:pt x="325" y="772"/>
                    <a:pt x="359" y="835"/>
                    <a:pt x="341" y="896"/>
                  </a:cubicBezTo>
                  <a:cubicBezTo>
                    <a:pt x="267" y="1147"/>
                    <a:pt x="228" y="1439"/>
                    <a:pt x="228" y="1741"/>
                  </a:cubicBezTo>
                  <a:cubicBezTo>
                    <a:pt x="228" y="2159"/>
                    <a:pt x="302" y="2551"/>
                    <a:pt x="437" y="2843"/>
                  </a:cubicBezTo>
                  <a:cubicBezTo>
                    <a:pt x="557" y="3104"/>
                    <a:pt x="713" y="3254"/>
                    <a:pt x="864" y="3254"/>
                  </a:cubicBezTo>
                  <a:cubicBezTo>
                    <a:pt x="1016" y="3254"/>
                    <a:pt x="1171" y="3104"/>
                    <a:pt x="1292" y="2843"/>
                  </a:cubicBezTo>
                  <a:cubicBezTo>
                    <a:pt x="1427" y="2551"/>
                    <a:pt x="1501" y="2159"/>
                    <a:pt x="1501" y="1741"/>
                  </a:cubicBezTo>
                  <a:cubicBezTo>
                    <a:pt x="1501" y="1323"/>
                    <a:pt x="1427" y="931"/>
                    <a:pt x="1292" y="639"/>
                  </a:cubicBezTo>
                  <a:cubicBezTo>
                    <a:pt x="1171" y="378"/>
                    <a:pt x="1016" y="228"/>
                    <a:pt x="864" y="228"/>
                  </a:cubicBezTo>
                  <a:cubicBezTo>
                    <a:pt x="801" y="228"/>
                    <a:pt x="750" y="177"/>
                    <a:pt x="750" y="114"/>
                  </a:cubicBezTo>
                  <a:cubicBezTo>
                    <a:pt x="750" y="51"/>
                    <a:pt x="801" y="0"/>
                    <a:pt x="864" y="0"/>
                  </a:cubicBezTo>
                  <a:cubicBezTo>
                    <a:pt x="1112" y="0"/>
                    <a:pt x="1337" y="193"/>
                    <a:pt x="1499" y="543"/>
                  </a:cubicBezTo>
                  <a:cubicBezTo>
                    <a:pt x="1647" y="865"/>
                    <a:pt x="1729" y="1290"/>
                    <a:pt x="1729" y="1741"/>
                  </a:cubicBezTo>
                  <a:cubicBezTo>
                    <a:pt x="1729" y="2192"/>
                    <a:pt x="1647" y="2617"/>
                    <a:pt x="1499" y="2939"/>
                  </a:cubicBezTo>
                  <a:cubicBezTo>
                    <a:pt x="1337" y="3289"/>
                    <a:pt x="1112" y="3482"/>
                    <a:pt x="864" y="34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47" name="Gruppieren 146"/>
          <p:cNvGrpSpPr/>
          <p:nvPr/>
        </p:nvGrpSpPr>
        <p:grpSpPr>
          <a:xfrm>
            <a:off x="892356" y="1474275"/>
            <a:ext cx="971972" cy="971973"/>
            <a:chOff x="8461375" y="169863"/>
            <a:chExt cx="1454150" cy="1454151"/>
          </a:xfrm>
          <a:solidFill>
            <a:schemeClr val="tx1"/>
          </a:solidFill>
        </p:grpSpPr>
        <p:sp>
          <p:nvSpPr>
            <p:cNvPr id="148" name="Freeform 38"/>
            <p:cNvSpPr>
              <a:spLocks/>
            </p:cNvSpPr>
            <p:nvPr/>
          </p:nvSpPr>
          <p:spPr bwMode="auto">
            <a:xfrm>
              <a:off x="8618538" y="169863"/>
              <a:ext cx="1192213" cy="512763"/>
            </a:xfrm>
            <a:custGeom>
              <a:avLst/>
              <a:gdLst>
                <a:gd name="T0" fmla="*/ 2754 w 2868"/>
                <a:gd name="T1" fmla="*/ 1234 h 1234"/>
                <a:gd name="T2" fmla="*/ 2640 w 2868"/>
                <a:gd name="T3" fmla="*/ 1120 h 1234"/>
                <a:gd name="T4" fmla="*/ 2640 w 2868"/>
                <a:gd name="T5" fmla="*/ 616 h 1234"/>
                <a:gd name="T6" fmla="*/ 2252 w 2868"/>
                <a:gd name="T7" fmla="*/ 228 h 1234"/>
                <a:gd name="T8" fmla="*/ 114 w 2868"/>
                <a:gd name="T9" fmla="*/ 228 h 1234"/>
                <a:gd name="T10" fmla="*/ 0 w 2868"/>
                <a:gd name="T11" fmla="*/ 114 h 1234"/>
                <a:gd name="T12" fmla="*/ 114 w 2868"/>
                <a:gd name="T13" fmla="*/ 0 h 1234"/>
                <a:gd name="T14" fmla="*/ 2252 w 2868"/>
                <a:gd name="T15" fmla="*/ 0 h 1234"/>
                <a:gd name="T16" fmla="*/ 2868 w 2868"/>
                <a:gd name="T17" fmla="*/ 616 h 1234"/>
                <a:gd name="T18" fmla="*/ 2868 w 2868"/>
                <a:gd name="T19" fmla="*/ 1120 h 1234"/>
                <a:gd name="T20" fmla="*/ 2754 w 2868"/>
                <a:gd name="T21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68" h="1234">
                  <a:moveTo>
                    <a:pt x="2754" y="1234"/>
                  </a:moveTo>
                  <a:cubicBezTo>
                    <a:pt x="2691" y="1234"/>
                    <a:pt x="2640" y="1183"/>
                    <a:pt x="2640" y="1120"/>
                  </a:cubicBezTo>
                  <a:cubicBezTo>
                    <a:pt x="2640" y="616"/>
                    <a:pt x="2640" y="616"/>
                    <a:pt x="2640" y="616"/>
                  </a:cubicBezTo>
                  <a:cubicBezTo>
                    <a:pt x="2640" y="402"/>
                    <a:pt x="2466" y="228"/>
                    <a:pt x="2252" y="228"/>
                  </a:cubicBez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2252" y="0"/>
                    <a:pt x="2252" y="0"/>
                    <a:pt x="2252" y="0"/>
                  </a:cubicBezTo>
                  <a:cubicBezTo>
                    <a:pt x="2592" y="0"/>
                    <a:pt x="2868" y="277"/>
                    <a:pt x="2868" y="616"/>
                  </a:cubicBezTo>
                  <a:cubicBezTo>
                    <a:pt x="2868" y="1120"/>
                    <a:pt x="2868" y="1120"/>
                    <a:pt x="2868" y="1120"/>
                  </a:cubicBezTo>
                  <a:cubicBezTo>
                    <a:pt x="2868" y="1183"/>
                    <a:pt x="2817" y="1234"/>
                    <a:pt x="2754" y="1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9" name="Freeform 39"/>
            <p:cNvSpPr>
              <a:spLocks noEditPoints="1"/>
            </p:cNvSpPr>
            <p:nvPr/>
          </p:nvSpPr>
          <p:spPr bwMode="auto">
            <a:xfrm>
              <a:off x="8461375" y="169863"/>
              <a:ext cx="407988" cy="407988"/>
            </a:xfrm>
            <a:custGeom>
              <a:avLst/>
              <a:gdLst>
                <a:gd name="T0" fmla="*/ 491 w 982"/>
                <a:gd name="T1" fmla="*/ 982 h 982"/>
                <a:gd name="T2" fmla="*/ 0 w 982"/>
                <a:gd name="T3" fmla="*/ 491 h 982"/>
                <a:gd name="T4" fmla="*/ 491 w 982"/>
                <a:gd name="T5" fmla="*/ 0 h 982"/>
                <a:gd name="T6" fmla="*/ 982 w 982"/>
                <a:gd name="T7" fmla="*/ 491 h 982"/>
                <a:gd name="T8" fmla="*/ 491 w 982"/>
                <a:gd name="T9" fmla="*/ 982 h 982"/>
                <a:gd name="T10" fmla="*/ 491 w 982"/>
                <a:gd name="T11" fmla="*/ 228 h 982"/>
                <a:gd name="T12" fmla="*/ 228 w 982"/>
                <a:gd name="T13" fmla="*/ 491 h 982"/>
                <a:gd name="T14" fmla="*/ 491 w 982"/>
                <a:gd name="T15" fmla="*/ 754 h 982"/>
                <a:gd name="T16" fmla="*/ 754 w 982"/>
                <a:gd name="T17" fmla="*/ 491 h 982"/>
                <a:gd name="T18" fmla="*/ 491 w 982"/>
                <a:gd name="T19" fmla="*/ 2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2" h="982">
                  <a:moveTo>
                    <a:pt x="491" y="982"/>
                  </a:moveTo>
                  <a:cubicBezTo>
                    <a:pt x="220" y="982"/>
                    <a:pt x="0" y="762"/>
                    <a:pt x="0" y="491"/>
                  </a:cubicBezTo>
                  <a:cubicBezTo>
                    <a:pt x="0" y="220"/>
                    <a:pt x="220" y="0"/>
                    <a:pt x="491" y="0"/>
                  </a:cubicBezTo>
                  <a:cubicBezTo>
                    <a:pt x="762" y="0"/>
                    <a:pt x="982" y="220"/>
                    <a:pt x="982" y="491"/>
                  </a:cubicBezTo>
                  <a:cubicBezTo>
                    <a:pt x="982" y="762"/>
                    <a:pt x="762" y="982"/>
                    <a:pt x="491" y="982"/>
                  </a:cubicBezTo>
                  <a:close/>
                  <a:moveTo>
                    <a:pt x="491" y="228"/>
                  </a:moveTo>
                  <a:cubicBezTo>
                    <a:pt x="346" y="228"/>
                    <a:pt x="228" y="346"/>
                    <a:pt x="228" y="491"/>
                  </a:cubicBezTo>
                  <a:cubicBezTo>
                    <a:pt x="228" y="636"/>
                    <a:pt x="346" y="754"/>
                    <a:pt x="491" y="754"/>
                  </a:cubicBezTo>
                  <a:cubicBezTo>
                    <a:pt x="636" y="754"/>
                    <a:pt x="754" y="636"/>
                    <a:pt x="754" y="491"/>
                  </a:cubicBezTo>
                  <a:cubicBezTo>
                    <a:pt x="754" y="346"/>
                    <a:pt x="636" y="228"/>
                    <a:pt x="491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0" name="Freeform 40"/>
            <p:cNvSpPr>
              <a:spLocks/>
            </p:cNvSpPr>
            <p:nvPr/>
          </p:nvSpPr>
          <p:spPr bwMode="auto">
            <a:xfrm>
              <a:off x="9036050" y="587376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1" name="Freeform 41"/>
            <p:cNvSpPr>
              <a:spLocks/>
            </p:cNvSpPr>
            <p:nvPr/>
          </p:nvSpPr>
          <p:spPr bwMode="auto">
            <a:xfrm>
              <a:off x="9036050" y="849313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2" name="Freeform 42"/>
            <p:cNvSpPr>
              <a:spLocks/>
            </p:cNvSpPr>
            <p:nvPr/>
          </p:nvSpPr>
          <p:spPr bwMode="auto">
            <a:xfrm>
              <a:off x="8775700" y="349251"/>
              <a:ext cx="1139825" cy="1274763"/>
            </a:xfrm>
            <a:custGeom>
              <a:avLst/>
              <a:gdLst>
                <a:gd name="T0" fmla="*/ 2125 w 2741"/>
                <a:gd name="T1" fmla="*/ 3066 h 3066"/>
                <a:gd name="T2" fmla="*/ 2011 w 2741"/>
                <a:gd name="T3" fmla="*/ 2952 h 3066"/>
                <a:gd name="T4" fmla="*/ 2125 w 2741"/>
                <a:gd name="T5" fmla="*/ 2838 h 3066"/>
                <a:gd name="T6" fmla="*/ 2497 w 2741"/>
                <a:gd name="T7" fmla="*/ 2561 h 3066"/>
                <a:gd name="T8" fmla="*/ 1222 w 2741"/>
                <a:gd name="T9" fmla="*/ 2561 h 3066"/>
                <a:gd name="T10" fmla="*/ 616 w 2741"/>
                <a:gd name="T11" fmla="*/ 3064 h 3066"/>
                <a:gd name="T12" fmla="*/ 0 w 2741"/>
                <a:gd name="T13" fmla="*/ 2448 h 3066"/>
                <a:gd name="T14" fmla="*/ 0 w 2741"/>
                <a:gd name="T15" fmla="*/ 114 h 3066"/>
                <a:gd name="T16" fmla="*/ 114 w 2741"/>
                <a:gd name="T17" fmla="*/ 0 h 3066"/>
                <a:gd name="T18" fmla="*/ 228 w 2741"/>
                <a:gd name="T19" fmla="*/ 114 h 3066"/>
                <a:gd name="T20" fmla="*/ 228 w 2741"/>
                <a:gd name="T21" fmla="*/ 2448 h 3066"/>
                <a:gd name="T22" fmla="*/ 616 w 2741"/>
                <a:gd name="T23" fmla="*/ 2836 h 3066"/>
                <a:gd name="T24" fmla="*/ 1005 w 2741"/>
                <a:gd name="T25" fmla="*/ 2447 h 3066"/>
                <a:gd name="T26" fmla="*/ 1119 w 2741"/>
                <a:gd name="T27" fmla="*/ 2333 h 3066"/>
                <a:gd name="T28" fmla="*/ 2627 w 2741"/>
                <a:gd name="T29" fmla="*/ 2333 h 3066"/>
                <a:gd name="T30" fmla="*/ 2741 w 2741"/>
                <a:gd name="T31" fmla="*/ 2447 h 3066"/>
                <a:gd name="T32" fmla="*/ 2741 w 2741"/>
                <a:gd name="T33" fmla="*/ 2449 h 3066"/>
                <a:gd name="T34" fmla="*/ 2125 w 2741"/>
                <a:gd name="T35" fmla="*/ 3066 h 3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41" h="3066">
                  <a:moveTo>
                    <a:pt x="2125" y="3066"/>
                  </a:moveTo>
                  <a:cubicBezTo>
                    <a:pt x="2062" y="3066"/>
                    <a:pt x="2011" y="3015"/>
                    <a:pt x="2011" y="2952"/>
                  </a:cubicBezTo>
                  <a:cubicBezTo>
                    <a:pt x="2011" y="2889"/>
                    <a:pt x="2062" y="2838"/>
                    <a:pt x="2125" y="2838"/>
                  </a:cubicBezTo>
                  <a:cubicBezTo>
                    <a:pt x="2300" y="2838"/>
                    <a:pt x="2449" y="2721"/>
                    <a:pt x="2497" y="2561"/>
                  </a:cubicBezTo>
                  <a:cubicBezTo>
                    <a:pt x="1222" y="2561"/>
                    <a:pt x="1222" y="2561"/>
                    <a:pt x="1222" y="2561"/>
                  </a:cubicBezTo>
                  <a:cubicBezTo>
                    <a:pt x="1169" y="2847"/>
                    <a:pt x="917" y="3064"/>
                    <a:pt x="616" y="3064"/>
                  </a:cubicBezTo>
                  <a:cubicBezTo>
                    <a:pt x="276" y="3064"/>
                    <a:pt x="0" y="2787"/>
                    <a:pt x="0" y="244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2448"/>
                    <a:pt x="228" y="2448"/>
                    <a:pt x="228" y="2448"/>
                  </a:cubicBezTo>
                  <a:cubicBezTo>
                    <a:pt x="228" y="2662"/>
                    <a:pt x="402" y="2836"/>
                    <a:pt x="616" y="2836"/>
                  </a:cubicBezTo>
                  <a:cubicBezTo>
                    <a:pt x="831" y="2836"/>
                    <a:pt x="1005" y="2662"/>
                    <a:pt x="1005" y="2447"/>
                  </a:cubicBezTo>
                  <a:cubicBezTo>
                    <a:pt x="1005" y="2384"/>
                    <a:pt x="1056" y="2333"/>
                    <a:pt x="1119" y="2333"/>
                  </a:cubicBezTo>
                  <a:cubicBezTo>
                    <a:pt x="2627" y="2333"/>
                    <a:pt x="2627" y="2333"/>
                    <a:pt x="2627" y="2333"/>
                  </a:cubicBezTo>
                  <a:cubicBezTo>
                    <a:pt x="2690" y="2333"/>
                    <a:pt x="2741" y="2384"/>
                    <a:pt x="2741" y="2447"/>
                  </a:cubicBezTo>
                  <a:cubicBezTo>
                    <a:pt x="2741" y="2449"/>
                    <a:pt x="2741" y="2449"/>
                    <a:pt x="2741" y="2449"/>
                  </a:cubicBezTo>
                  <a:cubicBezTo>
                    <a:pt x="2741" y="2789"/>
                    <a:pt x="2465" y="3066"/>
                    <a:pt x="2125" y="30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3" name="Gruppieren 152"/>
          <p:cNvGrpSpPr/>
          <p:nvPr/>
        </p:nvGrpSpPr>
        <p:grpSpPr>
          <a:xfrm>
            <a:off x="2610106" y="3565491"/>
            <a:ext cx="850875" cy="1035700"/>
            <a:chOff x="6622731" y="152400"/>
            <a:chExt cx="1198563" cy="1458913"/>
          </a:xfrm>
          <a:solidFill>
            <a:schemeClr val="tx1"/>
          </a:solidFill>
        </p:grpSpPr>
        <p:sp>
          <p:nvSpPr>
            <p:cNvPr id="154" name="Freeform 90"/>
            <p:cNvSpPr>
              <a:spLocks/>
            </p:cNvSpPr>
            <p:nvPr/>
          </p:nvSpPr>
          <p:spPr bwMode="auto">
            <a:xfrm>
              <a:off x="6622731" y="152400"/>
              <a:ext cx="1198563" cy="520700"/>
            </a:xfrm>
            <a:custGeom>
              <a:avLst/>
              <a:gdLst>
                <a:gd name="T0" fmla="*/ 2864 w 2995"/>
                <a:gd name="T1" fmla="*/ 1302 h 1302"/>
                <a:gd name="T2" fmla="*/ 2734 w 2995"/>
                <a:gd name="T3" fmla="*/ 1172 h 1302"/>
                <a:gd name="T4" fmla="*/ 2734 w 2995"/>
                <a:gd name="T5" fmla="*/ 650 h 1302"/>
                <a:gd name="T6" fmla="*/ 2344 w 2995"/>
                <a:gd name="T7" fmla="*/ 260 h 1302"/>
                <a:gd name="T8" fmla="*/ 131 w 2995"/>
                <a:gd name="T9" fmla="*/ 260 h 1302"/>
                <a:gd name="T10" fmla="*/ 0 w 2995"/>
                <a:gd name="T11" fmla="*/ 130 h 1302"/>
                <a:gd name="T12" fmla="*/ 131 w 2995"/>
                <a:gd name="T13" fmla="*/ 0 h 1302"/>
                <a:gd name="T14" fmla="*/ 2344 w 2995"/>
                <a:gd name="T15" fmla="*/ 0 h 1302"/>
                <a:gd name="T16" fmla="*/ 2995 w 2995"/>
                <a:gd name="T17" fmla="*/ 650 h 1302"/>
                <a:gd name="T18" fmla="*/ 2995 w 2995"/>
                <a:gd name="T19" fmla="*/ 1172 h 1302"/>
                <a:gd name="T20" fmla="*/ 2864 w 2995"/>
                <a:gd name="T21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5" h="1302">
                  <a:moveTo>
                    <a:pt x="2864" y="1302"/>
                  </a:moveTo>
                  <a:cubicBezTo>
                    <a:pt x="2793" y="1302"/>
                    <a:pt x="2734" y="1244"/>
                    <a:pt x="2734" y="1172"/>
                  </a:cubicBezTo>
                  <a:cubicBezTo>
                    <a:pt x="2734" y="650"/>
                    <a:pt x="2734" y="650"/>
                    <a:pt x="2734" y="650"/>
                  </a:cubicBezTo>
                  <a:cubicBezTo>
                    <a:pt x="2734" y="435"/>
                    <a:pt x="2559" y="260"/>
                    <a:pt x="2344" y="260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59" y="260"/>
                    <a:pt x="0" y="202"/>
                    <a:pt x="0" y="130"/>
                  </a:cubicBezTo>
                  <a:cubicBezTo>
                    <a:pt x="0" y="58"/>
                    <a:pt x="59" y="0"/>
                    <a:pt x="131" y="0"/>
                  </a:cubicBezTo>
                  <a:cubicBezTo>
                    <a:pt x="2344" y="0"/>
                    <a:pt x="2344" y="0"/>
                    <a:pt x="2344" y="0"/>
                  </a:cubicBezTo>
                  <a:cubicBezTo>
                    <a:pt x="2703" y="0"/>
                    <a:pt x="2995" y="292"/>
                    <a:pt x="2995" y="650"/>
                  </a:cubicBezTo>
                  <a:cubicBezTo>
                    <a:pt x="2995" y="1172"/>
                    <a:pt x="2995" y="1172"/>
                    <a:pt x="2995" y="1172"/>
                  </a:cubicBezTo>
                  <a:cubicBezTo>
                    <a:pt x="2995" y="1244"/>
                    <a:pt x="2936" y="1302"/>
                    <a:pt x="2864" y="13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5" name="Freeform 91"/>
            <p:cNvSpPr>
              <a:spLocks/>
            </p:cNvSpPr>
            <p:nvPr/>
          </p:nvSpPr>
          <p:spPr bwMode="auto">
            <a:xfrm>
              <a:off x="7040244" y="630238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6" name="Freeform 92"/>
            <p:cNvSpPr>
              <a:spLocks/>
            </p:cNvSpPr>
            <p:nvPr/>
          </p:nvSpPr>
          <p:spPr bwMode="auto">
            <a:xfrm>
              <a:off x="7040244" y="835025"/>
              <a:ext cx="520700" cy="103188"/>
            </a:xfrm>
            <a:custGeom>
              <a:avLst/>
              <a:gdLst>
                <a:gd name="T0" fmla="*/ 1171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1 w 1300"/>
                <a:gd name="T9" fmla="*/ 0 h 259"/>
                <a:gd name="T10" fmla="*/ 1300 w 1300"/>
                <a:gd name="T11" fmla="*/ 129 h 259"/>
                <a:gd name="T12" fmla="*/ 1171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1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1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7" name="Freeform 93"/>
            <p:cNvSpPr>
              <a:spLocks/>
            </p:cNvSpPr>
            <p:nvPr/>
          </p:nvSpPr>
          <p:spPr bwMode="auto">
            <a:xfrm>
              <a:off x="7040244" y="1047750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8" name="Freeform 94"/>
            <p:cNvSpPr>
              <a:spLocks/>
            </p:cNvSpPr>
            <p:nvPr/>
          </p:nvSpPr>
          <p:spPr bwMode="auto">
            <a:xfrm>
              <a:off x="6779894" y="330200"/>
              <a:ext cx="936625" cy="1281113"/>
            </a:xfrm>
            <a:custGeom>
              <a:avLst/>
              <a:gdLst>
                <a:gd name="T0" fmla="*/ 2213 w 2343"/>
                <a:gd name="T1" fmla="*/ 3197 h 3197"/>
                <a:gd name="T2" fmla="*/ 651 w 2343"/>
                <a:gd name="T3" fmla="*/ 3197 h 3197"/>
                <a:gd name="T4" fmla="*/ 0 w 2343"/>
                <a:gd name="T5" fmla="*/ 2547 h 3197"/>
                <a:gd name="T6" fmla="*/ 0 w 2343"/>
                <a:gd name="T7" fmla="*/ 130 h 3197"/>
                <a:gd name="T8" fmla="*/ 130 w 2343"/>
                <a:gd name="T9" fmla="*/ 0 h 3197"/>
                <a:gd name="T10" fmla="*/ 261 w 2343"/>
                <a:gd name="T11" fmla="*/ 130 h 3197"/>
                <a:gd name="T12" fmla="*/ 261 w 2343"/>
                <a:gd name="T13" fmla="*/ 2547 h 3197"/>
                <a:gd name="T14" fmla="*/ 651 w 2343"/>
                <a:gd name="T15" fmla="*/ 2937 h 3197"/>
                <a:gd name="T16" fmla="*/ 2213 w 2343"/>
                <a:gd name="T17" fmla="*/ 2937 h 3197"/>
                <a:gd name="T18" fmla="*/ 2343 w 2343"/>
                <a:gd name="T19" fmla="*/ 3067 h 3197"/>
                <a:gd name="T20" fmla="*/ 2213 w 2343"/>
                <a:gd name="T21" fmla="*/ 3197 h 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43" h="3197">
                  <a:moveTo>
                    <a:pt x="2213" y="3197"/>
                  </a:moveTo>
                  <a:cubicBezTo>
                    <a:pt x="651" y="3197"/>
                    <a:pt x="651" y="3197"/>
                    <a:pt x="651" y="3197"/>
                  </a:cubicBezTo>
                  <a:cubicBezTo>
                    <a:pt x="292" y="3197"/>
                    <a:pt x="0" y="2906"/>
                    <a:pt x="0" y="2547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9" y="0"/>
                    <a:pt x="130" y="0"/>
                  </a:cubicBezTo>
                  <a:cubicBezTo>
                    <a:pt x="202" y="0"/>
                    <a:pt x="261" y="58"/>
                    <a:pt x="261" y="130"/>
                  </a:cubicBezTo>
                  <a:cubicBezTo>
                    <a:pt x="261" y="2547"/>
                    <a:pt x="261" y="2547"/>
                    <a:pt x="261" y="2547"/>
                  </a:cubicBezTo>
                  <a:cubicBezTo>
                    <a:pt x="261" y="2762"/>
                    <a:pt x="436" y="2937"/>
                    <a:pt x="651" y="2937"/>
                  </a:cubicBezTo>
                  <a:cubicBezTo>
                    <a:pt x="2213" y="2937"/>
                    <a:pt x="2213" y="2937"/>
                    <a:pt x="2213" y="2937"/>
                  </a:cubicBezTo>
                  <a:cubicBezTo>
                    <a:pt x="2285" y="2937"/>
                    <a:pt x="2343" y="2995"/>
                    <a:pt x="2343" y="3067"/>
                  </a:cubicBezTo>
                  <a:cubicBezTo>
                    <a:pt x="2343" y="3139"/>
                    <a:pt x="2285" y="3197"/>
                    <a:pt x="2213" y="3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9" name="Gruppieren 158"/>
          <p:cNvGrpSpPr/>
          <p:nvPr/>
        </p:nvGrpSpPr>
        <p:grpSpPr>
          <a:xfrm>
            <a:off x="12934520" y="1345399"/>
            <a:ext cx="710828" cy="1108939"/>
            <a:chOff x="6945313" y="5319713"/>
            <a:chExt cx="938212" cy="1463674"/>
          </a:xfrm>
          <a:solidFill>
            <a:schemeClr val="tx1"/>
          </a:solidFill>
        </p:grpSpPr>
        <p:sp>
          <p:nvSpPr>
            <p:cNvPr id="160" name="Freeform 223"/>
            <p:cNvSpPr>
              <a:spLocks/>
            </p:cNvSpPr>
            <p:nvPr/>
          </p:nvSpPr>
          <p:spPr bwMode="auto">
            <a:xfrm>
              <a:off x="6945313" y="5319713"/>
              <a:ext cx="938212" cy="1463674"/>
            </a:xfrm>
            <a:custGeom>
              <a:avLst/>
              <a:gdLst>
                <a:gd name="T0" fmla="*/ 2473 w 2604"/>
                <a:gd name="T1" fmla="*/ 4042 h 4052"/>
                <a:gd name="T2" fmla="*/ 2386 w 2604"/>
                <a:gd name="T3" fmla="*/ 4009 h 4052"/>
                <a:gd name="T4" fmla="*/ 1302 w 2604"/>
                <a:gd name="T5" fmla="*/ 3033 h 4052"/>
                <a:gd name="T6" fmla="*/ 217 w 2604"/>
                <a:gd name="T7" fmla="*/ 4009 h 4052"/>
                <a:gd name="T8" fmla="*/ 77 w 2604"/>
                <a:gd name="T9" fmla="*/ 4031 h 4052"/>
                <a:gd name="T10" fmla="*/ 0 w 2604"/>
                <a:gd name="T11" fmla="*/ 3912 h 4052"/>
                <a:gd name="T12" fmla="*/ 0 w 2604"/>
                <a:gd name="T13" fmla="*/ 130 h 4052"/>
                <a:gd name="T14" fmla="*/ 130 w 2604"/>
                <a:gd name="T15" fmla="*/ 0 h 4052"/>
                <a:gd name="T16" fmla="*/ 2473 w 2604"/>
                <a:gd name="T17" fmla="*/ 0 h 4052"/>
                <a:gd name="T18" fmla="*/ 2604 w 2604"/>
                <a:gd name="T19" fmla="*/ 130 h 4052"/>
                <a:gd name="T20" fmla="*/ 2473 w 2604"/>
                <a:gd name="T21" fmla="*/ 261 h 4052"/>
                <a:gd name="T22" fmla="*/ 260 w 2604"/>
                <a:gd name="T23" fmla="*/ 261 h 4052"/>
                <a:gd name="T24" fmla="*/ 260 w 2604"/>
                <a:gd name="T25" fmla="*/ 3620 h 4052"/>
                <a:gd name="T26" fmla="*/ 1215 w 2604"/>
                <a:gd name="T27" fmla="*/ 2761 h 4052"/>
                <a:gd name="T28" fmla="*/ 1389 w 2604"/>
                <a:gd name="T29" fmla="*/ 2761 h 4052"/>
                <a:gd name="T30" fmla="*/ 2343 w 2604"/>
                <a:gd name="T31" fmla="*/ 3620 h 4052"/>
                <a:gd name="T32" fmla="*/ 2343 w 2604"/>
                <a:gd name="T33" fmla="*/ 2213 h 4052"/>
                <a:gd name="T34" fmla="*/ 2473 w 2604"/>
                <a:gd name="T35" fmla="*/ 2083 h 4052"/>
                <a:gd name="T36" fmla="*/ 2604 w 2604"/>
                <a:gd name="T37" fmla="*/ 2213 h 4052"/>
                <a:gd name="T38" fmla="*/ 2604 w 2604"/>
                <a:gd name="T39" fmla="*/ 3912 h 4052"/>
                <a:gd name="T40" fmla="*/ 2526 w 2604"/>
                <a:gd name="T41" fmla="*/ 4031 h 4052"/>
                <a:gd name="T42" fmla="*/ 2473 w 2604"/>
                <a:gd name="T43" fmla="*/ 4042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04" h="4052">
                  <a:moveTo>
                    <a:pt x="2473" y="4042"/>
                  </a:moveTo>
                  <a:cubicBezTo>
                    <a:pt x="2442" y="4042"/>
                    <a:pt x="2411" y="4030"/>
                    <a:pt x="2386" y="4009"/>
                  </a:cubicBezTo>
                  <a:cubicBezTo>
                    <a:pt x="1302" y="3033"/>
                    <a:pt x="1302" y="3033"/>
                    <a:pt x="1302" y="3033"/>
                  </a:cubicBezTo>
                  <a:cubicBezTo>
                    <a:pt x="217" y="4009"/>
                    <a:pt x="217" y="4009"/>
                    <a:pt x="217" y="4009"/>
                  </a:cubicBezTo>
                  <a:cubicBezTo>
                    <a:pt x="179" y="4043"/>
                    <a:pt x="124" y="4052"/>
                    <a:pt x="77" y="4031"/>
                  </a:cubicBezTo>
                  <a:cubicBezTo>
                    <a:pt x="30" y="4010"/>
                    <a:pt x="0" y="3963"/>
                    <a:pt x="0" y="391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473" y="0"/>
                    <a:pt x="2473" y="0"/>
                    <a:pt x="2473" y="0"/>
                  </a:cubicBezTo>
                  <a:cubicBezTo>
                    <a:pt x="2545" y="0"/>
                    <a:pt x="2604" y="58"/>
                    <a:pt x="2604" y="130"/>
                  </a:cubicBezTo>
                  <a:cubicBezTo>
                    <a:pt x="2604" y="202"/>
                    <a:pt x="2545" y="261"/>
                    <a:pt x="2473" y="261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260" y="3620"/>
                    <a:pt x="260" y="3620"/>
                    <a:pt x="260" y="3620"/>
                  </a:cubicBezTo>
                  <a:cubicBezTo>
                    <a:pt x="1215" y="2761"/>
                    <a:pt x="1215" y="2761"/>
                    <a:pt x="1215" y="2761"/>
                  </a:cubicBezTo>
                  <a:cubicBezTo>
                    <a:pt x="1264" y="2717"/>
                    <a:pt x="1339" y="2717"/>
                    <a:pt x="1389" y="2761"/>
                  </a:cubicBezTo>
                  <a:cubicBezTo>
                    <a:pt x="2343" y="3620"/>
                    <a:pt x="2343" y="3620"/>
                    <a:pt x="2343" y="3620"/>
                  </a:cubicBezTo>
                  <a:cubicBezTo>
                    <a:pt x="2343" y="2213"/>
                    <a:pt x="2343" y="2213"/>
                    <a:pt x="2343" y="2213"/>
                  </a:cubicBezTo>
                  <a:cubicBezTo>
                    <a:pt x="2343" y="2141"/>
                    <a:pt x="2402" y="2083"/>
                    <a:pt x="2473" y="2083"/>
                  </a:cubicBezTo>
                  <a:cubicBezTo>
                    <a:pt x="2545" y="2083"/>
                    <a:pt x="2604" y="2141"/>
                    <a:pt x="2604" y="2213"/>
                  </a:cubicBezTo>
                  <a:cubicBezTo>
                    <a:pt x="2604" y="3912"/>
                    <a:pt x="2604" y="3912"/>
                    <a:pt x="2604" y="3912"/>
                  </a:cubicBezTo>
                  <a:cubicBezTo>
                    <a:pt x="2604" y="3963"/>
                    <a:pt x="2573" y="4010"/>
                    <a:pt x="2526" y="4031"/>
                  </a:cubicBezTo>
                  <a:cubicBezTo>
                    <a:pt x="2509" y="4038"/>
                    <a:pt x="2491" y="4042"/>
                    <a:pt x="2473" y="40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1" name="Freeform 224"/>
            <p:cNvSpPr>
              <a:spLocks/>
            </p:cNvSpPr>
            <p:nvPr/>
          </p:nvSpPr>
          <p:spPr bwMode="auto">
            <a:xfrm>
              <a:off x="7175500" y="5641975"/>
              <a:ext cx="492125" cy="430212"/>
            </a:xfrm>
            <a:custGeom>
              <a:avLst/>
              <a:gdLst>
                <a:gd name="T0" fmla="*/ 533 w 1364"/>
                <a:gd name="T1" fmla="*/ 1189 h 1189"/>
                <a:gd name="T2" fmla="*/ 441 w 1364"/>
                <a:gd name="T3" fmla="*/ 1151 h 1189"/>
                <a:gd name="T4" fmla="*/ 51 w 1364"/>
                <a:gd name="T5" fmla="*/ 760 h 1189"/>
                <a:gd name="T6" fmla="*/ 51 w 1364"/>
                <a:gd name="T7" fmla="*/ 576 h 1189"/>
                <a:gd name="T8" fmla="*/ 235 w 1364"/>
                <a:gd name="T9" fmla="*/ 576 h 1189"/>
                <a:gd name="T10" fmla="*/ 519 w 1364"/>
                <a:gd name="T11" fmla="*/ 861 h 1189"/>
                <a:gd name="T12" fmla="*/ 1113 w 1364"/>
                <a:gd name="T13" fmla="*/ 69 h 1189"/>
                <a:gd name="T14" fmla="*/ 1295 w 1364"/>
                <a:gd name="T15" fmla="*/ 43 h 1189"/>
                <a:gd name="T16" fmla="*/ 1321 w 1364"/>
                <a:gd name="T17" fmla="*/ 226 h 1189"/>
                <a:gd name="T18" fmla="*/ 637 w 1364"/>
                <a:gd name="T19" fmla="*/ 1137 h 1189"/>
                <a:gd name="T20" fmla="*/ 543 w 1364"/>
                <a:gd name="T21" fmla="*/ 1189 h 1189"/>
                <a:gd name="T22" fmla="*/ 533 w 1364"/>
                <a:gd name="T23" fmla="*/ 1189 h 1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4" h="1189">
                  <a:moveTo>
                    <a:pt x="533" y="1189"/>
                  </a:moveTo>
                  <a:cubicBezTo>
                    <a:pt x="499" y="1189"/>
                    <a:pt x="466" y="1175"/>
                    <a:pt x="441" y="1151"/>
                  </a:cubicBezTo>
                  <a:cubicBezTo>
                    <a:pt x="51" y="760"/>
                    <a:pt x="51" y="760"/>
                    <a:pt x="51" y="760"/>
                  </a:cubicBezTo>
                  <a:cubicBezTo>
                    <a:pt x="0" y="710"/>
                    <a:pt x="0" y="627"/>
                    <a:pt x="51" y="576"/>
                  </a:cubicBezTo>
                  <a:cubicBezTo>
                    <a:pt x="102" y="525"/>
                    <a:pt x="184" y="525"/>
                    <a:pt x="235" y="576"/>
                  </a:cubicBezTo>
                  <a:cubicBezTo>
                    <a:pt x="519" y="861"/>
                    <a:pt x="519" y="861"/>
                    <a:pt x="519" y="861"/>
                  </a:cubicBezTo>
                  <a:cubicBezTo>
                    <a:pt x="1113" y="69"/>
                    <a:pt x="1113" y="69"/>
                    <a:pt x="1113" y="69"/>
                  </a:cubicBezTo>
                  <a:cubicBezTo>
                    <a:pt x="1156" y="12"/>
                    <a:pt x="1237" y="0"/>
                    <a:pt x="1295" y="43"/>
                  </a:cubicBezTo>
                  <a:cubicBezTo>
                    <a:pt x="1352" y="87"/>
                    <a:pt x="1364" y="168"/>
                    <a:pt x="1321" y="226"/>
                  </a:cubicBezTo>
                  <a:cubicBezTo>
                    <a:pt x="637" y="1137"/>
                    <a:pt x="637" y="1137"/>
                    <a:pt x="637" y="1137"/>
                  </a:cubicBezTo>
                  <a:cubicBezTo>
                    <a:pt x="615" y="1167"/>
                    <a:pt x="580" y="1186"/>
                    <a:pt x="543" y="1189"/>
                  </a:cubicBezTo>
                  <a:cubicBezTo>
                    <a:pt x="539" y="1189"/>
                    <a:pt x="536" y="1189"/>
                    <a:pt x="533" y="1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62" name="Gruppieren 161"/>
          <p:cNvGrpSpPr/>
          <p:nvPr/>
        </p:nvGrpSpPr>
        <p:grpSpPr>
          <a:xfrm>
            <a:off x="4216452" y="3555470"/>
            <a:ext cx="996509" cy="1032460"/>
            <a:chOff x="4626292" y="152400"/>
            <a:chExt cx="1408112" cy="1458913"/>
          </a:xfrm>
          <a:solidFill>
            <a:schemeClr val="tx1"/>
          </a:solidFill>
        </p:grpSpPr>
        <p:sp>
          <p:nvSpPr>
            <p:cNvPr id="163" name="Freeform 83"/>
            <p:cNvSpPr>
              <a:spLocks noEditPoints="1"/>
            </p:cNvSpPr>
            <p:nvPr/>
          </p:nvSpPr>
          <p:spPr bwMode="auto">
            <a:xfrm>
              <a:off x="4626292" y="152400"/>
              <a:ext cx="1408112" cy="1458913"/>
            </a:xfrm>
            <a:custGeom>
              <a:avLst/>
              <a:gdLst>
                <a:gd name="T0" fmla="*/ 3515 w 3645"/>
                <a:gd name="T1" fmla="*/ 1563 h 3776"/>
                <a:gd name="T2" fmla="*/ 3645 w 3645"/>
                <a:gd name="T3" fmla="*/ 1432 h 3776"/>
                <a:gd name="T4" fmla="*/ 3645 w 3645"/>
                <a:gd name="T5" fmla="*/ 131 h 3776"/>
                <a:gd name="T6" fmla="*/ 3515 w 3645"/>
                <a:gd name="T7" fmla="*/ 0 h 3776"/>
                <a:gd name="T8" fmla="*/ 2213 w 3645"/>
                <a:gd name="T9" fmla="*/ 0 h 3776"/>
                <a:gd name="T10" fmla="*/ 2083 w 3645"/>
                <a:gd name="T11" fmla="*/ 131 h 3776"/>
                <a:gd name="T12" fmla="*/ 2083 w 3645"/>
                <a:gd name="T13" fmla="*/ 1116 h 3776"/>
                <a:gd name="T14" fmla="*/ 1259 w 3645"/>
                <a:gd name="T15" fmla="*/ 285 h 3776"/>
                <a:gd name="T16" fmla="*/ 1167 w 3645"/>
                <a:gd name="T17" fmla="*/ 246 h 3776"/>
                <a:gd name="T18" fmla="*/ 1167 w 3645"/>
                <a:gd name="T19" fmla="*/ 246 h 3776"/>
                <a:gd name="T20" fmla="*/ 1075 w 3645"/>
                <a:gd name="T21" fmla="*/ 285 h 3776"/>
                <a:gd name="T22" fmla="*/ 154 w 3645"/>
                <a:gd name="T23" fmla="*/ 1205 h 3776"/>
                <a:gd name="T24" fmla="*/ 116 w 3645"/>
                <a:gd name="T25" fmla="*/ 1297 h 3776"/>
                <a:gd name="T26" fmla="*/ 155 w 3645"/>
                <a:gd name="T27" fmla="*/ 1390 h 3776"/>
                <a:gd name="T28" fmla="*/ 986 w 3645"/>
                <a:gd name="T29" fmla="*/ 2214 h 3776"/>
                <a:gd name="T30" fmla="*/ 130 w 3645"/>
                <a:gd name="T31" fmla="*/ 2214 h 3776"/>
                <a:gd name="T32" fmla="*/ 0 w 3645"/>
                <a:gd name="T33" fmla="*/ 2344 h 3776"/>
                <a:gd name="T34" fmla="*/ 0 w 3645"/>
                <a:gd name="T35" fmla="*/ 3645 h 3776"/>
                <a:gd name="T36" fmla="*/ 130 w 3645"/>
                <a:gd name="T37" fmla="*/ 3776 h 3776"/>
                <a:gd name="T38" fmla="*/ 1042 w 3645"/>
                <a:gd name="T39" fmla="*/ 3776 h 3776"/>
                <a:gd name="T40" fmla="*/ 1172 w 3645"/>
                <a:gd name="T41" fmla="*/ 3645 h 3776"/>
                <a:gd name="T42" fmla="*/ 1042 w 3645"/>
                <a:gd name="T43" fmla="*/ 3515 h 3776"/>
                <a:gd name="T44" fmla="*/ 261 w 3645"/>
                <a:gd name="T45" fmla="*/ 3515 h 3776"/>
                <a:gd name="T46" fmla="*/ 261 w 3645"/>
                <a:gd name="T47" fmla="*/ 2474 h 3776"/>
                <a:gd name="T48" fmla="*/ 1302 w 3645"/>
                <a:gd name="T49" fmla="*/ 2474 h 3776"/>
                <a:gd name="T50" fmla="*/ 2083 w 3645"/>
                <a:gd name="T51" fmla="*/ 2474 h 3776"/>
                <a:gd name="T52" fmla="*/ 2083 w 3645"/>
                <a:gd name="T53" fmla="*/ 3645 h 3776"/>
                <a:gd name="T54" fmla="*/ 2213 w 3645"/>
                <a:gd name="T55" fmla="*/ 3776 h 3776"/>
                <a:gd name="T56" fmla="*/ 3515 w 3645"/>
                <a:gd name="T57" fmla="*/ 3776 h 3776"/>
                <a:gd name="T58" fmla="*/ 3645 w 3645"/>
                <a:gd name="T59" fmla="*/ 3645 h 3776"/>
                <a:gd name="T60" fmla="*/ 3515 w 3645"/>
                <a:gd name="T61" fmla="*/ 3515 h 3776"/>
                <a:gd name="T62" fmla="*/ 2343 w 3645"/>
                <a:gd name="T63" fmla="*/ 3515 h 3776"/>
                <a:gd name="T64" fmla="*/ 2343 w 3645"/>
                <a:gd name="T65" fmla="*/ 2344 h 3776"/>
                <a:gd name="T66" fmla="*/ 2343 w 3645"/>
                <a:gd name="T67" fmla="*/ 1432 h 3776"/>
                <a:gd name="T68" fmla="*/ 2343 w 3645"/>
                <a:gd name="T69" fmla="*/ 261 h 3776"/>
                <a:gd name="T70" fmla="*/ 3385 w 3645"/>
                <a:gd name="T71" fmla="*/ 261 h 3776"/>
                <a:gd name="T72" fmla="*/ 3385 w 3645"/>
                <a:gd name="T73" fmla="*/ 1432 h 3776"/>
                <a:gd name="T74" fmla="*/ 3515 w 3645"/>
                <a:gd name="T75" fmla="*/ 1563 h 3776"/>
                <a:gd name="T76" fmla="*/ 1356 w 3645"/>
                <a:gd name="T77" fmla="*/ 2214 h 3776"/>
                <a:gd name="T78" fmla="*/ 431 w 3645"/>
                <a:gd name="T79" fmla="*/ 1297 h 3776"/>
                <a:gd name="T80" fmla="*/ 1166 w 3645"/>
                <a:gd name="T81" fmla="*/ 561 h 3776"/>
                <a:gd name="T82" fmla="*/ 2083 w 3645"/>
                <a:gd name="T83" fmla="*/ 1486 h 3776"/>
                <a:gd name="T84" fmla="*/ 2083 w 3645"/>
                <a:gd name="T85" fmla="*/ 2214 h 3776"/>
                <a:gd name="T86" fmla="*/ 1356 w 3645"/>
                <a:gd name="T87" fmla="*/ 2214 h 3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45" h="3776">
                  <a:moveTo>
                    <a:pt x="3515" y="1563"/>
                  </a:moveTo>
                  <a:cubicBezTo>
                    <a:pt x="3587" y="1563"/>
                    <a:pt x="3645" y="1504"/>
                    <a:pt x="3645" y="1432"/>
                  </a:cubicBezTo>
                  <a:cubicBezTo>
                    <a:pt x="3645" y="131"/>
                    <a:pt x="3645" y="131"/>
                    <a:pt x="3645" y="131"/>
                  </a:cubicBezTo>
                  <a:cubicBezTo>
                    <a:pt x="3645" y="59"/>
                    <a:pt x="3587" y="0"/>
                    <a:pt x="3515" y="0"/>
                  </a:cubicBezTo>
                  <a:cubicBezTo>
                    <a:pt x="2213" y="0"/>
                    <a:pt x="2213" y="0"/>
                    <a:pt x="2213" y="0"/>
                  </a:cubicBezTo>
                  <a:cubicBezTo>
                    <a:pt x="2141" y="0"/>
                    <a:pt x="2083" y="59"/>
                    <a:pt x="2083" y="131"/>
                  </a:cubicBezTo>
                  <a:cubicBezTo>
                    <a:pt x="2083" y="1116"/>
                    <a:pt x="2083" y="1116"/>
                    <a:pt x="2083" y="1116"/>
                  </a:cubicBezTo>
                  <a:cubicBezTo>
                    <a:pt x="1259" y="285"/>
                    <a:pt x="1259" y="285"/>
                    <a:pt x="1259" y="285"/>
                  </a:cubicBezTo>
                  <a:cubicBezTo>
                    <a:pt x="1235" y="260"/>
                    <a:pt x="1202" y="247"/>
                    <a:pt x="1167" y="246"/>
                  </a:cubicBezTo>
                  <a:cubicBezTo>
                    <a:pt x="1167" y="246"/>
                    <a:pt x="1167" y="246"/>
                    <a:pt x="1167" y="246"/>
                  </a:cubicBezTo>
                  <a:cubicBezTo>
                    <a:pt x="1132" y="246"/>
                    <a:pt x="1099" y="260"/>
                    <a:pt x="1075" y="285"/>
                  </a:cubicBezTo>
                  <a:cubicBezTo>
                    <a:pt x="154" y="1205"/>
                    <a:pt x="154" y="1205"/>
                    <a:pt x="154" y="1205"/>
                  </a:cubicBezTo>
                  <a:cubicBezTo>
                    <a:pt x="130" y="1230"/>
                    <a:pt x="116" y="1263"/>
                    <a:pt x="116" y="1297"/>
                  </a:cubicBezTo>
                  <a:cubicBezTo>
                    <a:pt x="116" y="1332"/>
                    <a:pt x="130" y="1365"/>
                    <a:pt x="155" y="1390"/>
                  </a:cubicBezTo>
                  <a:cubicBezTo>
                    <a:pt x="986" y="2214"/>
                    <a:pt x="986" y="2214"/>
                    <a:pt x="986" y="2214"/>
                  </a:cubicBezTo>
                  <a:cubicBezTo>
                    <a:pt x="130" y="2214"/>
                    <a:pt x="130" y="2214"/>
                    <a:pt x="130" y="2214"/>
                  </a:cubicBezTo>
                  <a:cubicBezTo>
                    <a:pt x="58" y="2214"/>
                    <a:pt x="0" y="2272"/>
                    <a:pt x="0" y="2344"/>
                  </a:cubicBezTo>
                  <a:cubicBezTo>
                    <a:pt x="0" y="3645"/>
                    <a:pt x="0" y="3645"/>
                    <a:pt x="0" y="3645"/>
                  </a:cubicBezTo>
                  <a:cubicBezTo>
                    <a:pt x="0" y="3717"/>
                    <a:pt x="58" y="3776"/>
                    <a:pt x="130" y="3776"/>
                  </a:cubicBezTo>
                  <a:cubicBezTo>
                    <a:pt x="1042" y="3776"/>
                    <a:pt x="1042" y="3776"/>
                    <a:pt x="1042" y="3776"/>
                  </a:cubicBezTo>
                  <a:cubicBezTo>
                    <a:pt x="1113" y="3776"/>
                    <a:pt x="1172" y="3717"/>
                    <a:pt x="1172" y="3645"/>
                  </a:cubicBezTo>
                  <a:cubicBezTo>
                    <a:pt x="1172" y="3574"/>
                    <a:pt x="1113" y="3515"/>
                    <a:pt x="1042" y="3515"/>
                  </a:cubicBezTo>
                  <a:cubicBezTo>
                    <a:pt x="261" y="3515"/>
                    <a:pt x="261" y="3515"/>
                    <a:pt x="261" y="3515"/>
                  </a:cubicBezTo>
                  <a:cubicBezTo>
                    <a:pt x="261" y="2474"/>
                    <a:pt x="261" y="2474"/>
                    <a:pt x="261" y="2474"/>
                  </a:cubicBezTo>
                  <a:cubicBezTo>
                    <a:pt x="1302" y="2474"/>
                    <a:pt x="1302" y="2474"/>
                    <a:pt x="1302" y="2474"/>
                  </a:cubicBezTo>
                  <a:cubicBezTo>
                    <a:pt x="2083" y="2474"/>
                    <a:pt x="2083" y="2474"/>
                    <a:pt x="2083" y="2474"/>
                  </a:cubicBezTo>
                  <a:cubicBezTo>
                    <a:pt x="2083" y="3645"/>
                    <a:pt x="2083" y="3645"/>
                    <a:pt x="2083" y="3645"/>
                  </a:cubicBezTo>
                  <a:cubicBezTo>
                    <a:pt x="2083" y="3717"/>
                    <a:pt x="2141" y="3776"/>
                    <a:pt x="2213" y="3776"/>
                  </a:cubicBezTo>
                  <a:cubicBezTo>
                    <a:pt x="3515" y="3776"/>
                    <a:pt x="3515" y="3776"/>
                    <a:pt x="3515" y="3776"/>
                  </a:cubicBezTo>
                  <a:cubicBezTo>
                    <a:pt x="3587" y="3776"/>
                    <a:pt x="3645" y="3717"/>
                    <a:pt x="3645" y="3645"/>
                  </a:cubicBezTo>
                  <a:cubicBezTo>
                    <a:pt x="3645" y="3574"/>
                    <a:pt x="3587" y="3515"/>
                    <a:pt x="3515" y="3515"/>
                  </a:cubicBezTo>
                  <a:cubicBezTo>
                    <a:pt x="2343" y="3515"/>
                    <a:pt x="2343" y="3515"/>
                    <a:pt x="2343" y="3515"/>
                  </a:cubicBezTo>
                  <a:cubicBezTo>
                    <a:pt x="2343" y="2344"/>
                    <a:pt x="2343" y="2344"/>
                    <a:pt x="2343" y="2344"/>
                  </a:cubicBezTo>
                  <a:cubicBezTo>
                    <a:pt x="2343" y="1432"/>
                    <a:pt x="2343" y="1432"/>
                    <a:pt x="2343" y="1432"/>
                  </a:cubicBezTo>
                  <a:cubicBezTo>
                    <a:pt x="2343" y="261"/>
                    <a:pt x="2343" y="261"/>
                    <a:pt x="2343" y="261"/>
                  </a:cubicBezTo>
                  <a:cubicBezTo>
                    <a:pt x="3385" y="261"/>
                    <a:pt x="3385" y="261"/>
                    <a:pt x="3385" y="261"/>
                  </a:cubicBezTo>
                  <a:cubicBezTo>
                    <a:pt x="3385" y="1432"/>
                    <a:pt x="3385" y="1432"/>
                    <a:pt x="3385" y="1432"/>
                  </a:cubicBezTo>
                  <a:cubicBezTo>
                    <a:pt x="3385" y="1504"/>
                    <a:pt x="3443" y="1563"/>
                    <a:pt x="3515" y="1563"/>
                  </a:cubicBezTo>
                  <a:close/>
                  <a:moveTo>
                    <a:pt x="1356" y="2214"/>
                  </a:moveTo>
                  <a:cubicBezTo>
                    <a:pt x="431" y="1297"/>
                    <a:pt x="431" y="1297"/>
                    <a:pt x="431" y="1297"/>
                  </a:cubicBezTo>
                  <a:cubicBezTo>
                    <a:pt x="1166" y="561"/>
                    <a:pt x="1166" y="561"/>
                    <a:pt x="1166" y="561"/>
                  </a:cubicBezTo>
                  <a:cubicBezTo>
                    <a:pt x="2083" y="1486"/>
                    <a:pt x="2083" y="1486"/>
                    <a:pt x="2083" y="1486"/>
                  </a:cubicBezTo>
                  <a:cubicBezTo>
                    <a:pt x="2083" y="2214"/>
                    <a:pt x="2083" y="2214"/>
                    <a:pt x="2083" y="2214"/>
                  </a:cubicBezTo>
                  <a:lnTo>
                    <a:pt x="1356" y="2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4" name="Oval 84"/>
            <p:cNvSpPr>
              <a:spLocks noChangeArrowheads="1"/>
            </p:cNvSpPr>
            <p:nvPr/>
          </p:nvSpPr>
          <p:spPr bwMode="auto">
            <a:xfrm>
              <a:off x="5677217" y="1203325"/>
              <a:ext cx="111125" cy="1111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65" name="Freeform 131"/>
          <p:cNvSpPr>
            <a:spLocks/>
          </p:cNvSpPr>
          <p:nvPr/>
        </p:nvSpPr>
        <p:spPr bwMode="auto">
          <a:xfrm>
            <a:off x="6058481" y="3524152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66" name="Gruppieren 165"/>
          <p:cNvGrpSpPr/>
          <p:nvPr/>
        </p:nvGrpSpPr>
        <p:grpSpPr>
          <a:xfrm>
            <a:off x="16068244" y="1410079"/>
            <a:ext cx="976216" cy="975156"/>
            <a:chOff x="10455275" y="152400"/>
            <a:chExt cx="1460500" cy="1458913"/>
          </a:xfrm>
          <a:solidFill>
            <a:schemeClr val="tx1"/>
          </a:solidFill>
        </p:grpSpPr>
        <p:sp>
          <p:nvSpPr>
            <p:cNvPr id="167" name="Freeform 104"/>
            <p:cNvSpPr>
              <a:spLocks/>
            </p:cNvSpPr>
            <p:nvPr/>
          </p:nvSpPr>
          <p:spPr bwMode="auto">
            <a:xfrm>
              <a:off x="10455275" y="152400"/>
              <a:ext cx="1460500" cy="1458913"/>
            </a:xfrm>
            <a:custGeom>
              <a:avLst/>
              <a:gdLst>
                <a:gd name="T0" fmla="*/ 3515 w 3654"/>
                <a:gd name="T1" fmla="*/ 3645 h 3645"/>
                <a:gd name="T2" fmla="*/ 1823 w 3654"/>
                <a:gd name="T3" fmla="*/ 3645 h 3645"/>
                <a:gd name="T4" fmla="*/ 0 w 3654"/>
                <a:gd name="T5" fmla="*/ 1822 h 3645"/>
                <a:gd name="T6" fmla="*/ 1823 w 3654"/>
                <a:gd name="T7" fmla="*/ 0 h 3645"/>
                <a:gd name="T8" fmla="*/ 2762 w 3654"/>
                <a:gd name="T9" fmla="*/ 260 h 3645"/>
                <a:gd name="T10" fmla="*/ 2807 w 3654"/>
                <a:gd name="T11" fmla="*/ 439 h 3645"/>
                <a:gd name="T12" fmla="*/ 2628 w 3654"/>
                <a:gd name="T13" fmla="*/ 483 h 3645"/>
                <a:gd name="T14" fmla="*/ 1823 w 3654"/>
                <a:gd name="T15" fmla="*/ 260 h 3645"/>
                <a:gd name="T16" fmla="*/ 260 w 3654"/>
                <a:gd name="T17" fmla="*/ 1822 h 3645"/>
                <a:gd name="T18" fmla="*/ 1823 w 3654"/>
                <a:gd name="T19" fmla="*/ 3384 h 3645"/>
                <a:gd name="T20" fmla="*/ 3229 w 3654"/>
                <a:gd name="T21" fmla="*/ 3384 h 3645"/>
                <a:gd name="T22" fmla="*/ 2955 w 3654"/>
                <a:gd name="T23" fmla="*/ 3069 h 3645"/>
                <a:gd name="T24" fmla="*/ 2959 w 3654"/>
                <a:gd name="T25" fmla="*/ 2894 h 3645"/>
                <a:gd name="T26" fmla="*/ 3385 w 3654"/>
                <a:gd name="T27" fmla="*/ 1822 h 3645"/>
                <a:gd name="T28" fmla="*/ 3515 w 3654"/>
                <a:gd name="T29" fmla="*/ 1692 h 3645"/>
                <a:gd name="T30" fmla="*/ 3645 w 3654"/>
                <a:gd name="T31" fmla="*/ 1822 h 3645"/>
                <a:gd name="T32" fmla="*/ 3226 w 3654"/>
                <a:gd name="T33" fmla="*/ 2984 h 3645"/>
                <a:gd name="T34" fmla="*/ 3613 w 3654"/>
                <a:gd name="T35" fmla="*/ 3429 h 3645"/>
                <a:gd name="T36" fmla="*/ 3633 w 3654"/>
                <a:gd name="T37" fmla="*/ 3568 h 3645"/>
                <a:gd name="T38" fmla="*/ 3515 w 3654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4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4" y="0"/>
                    <a:pt x="2479" y="90"/>
                    <a:pt x="2762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69" y="501"/>
                    <a:pt x="2689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0" y="961"/>
                    <a:pt x="260" y="1822"/>
                  </a:cubicBezTo>
                  <a:cubicBezTo>
                    <a:pt x="260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3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6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4" y="3522"/>
                    <a:pt x="3633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8" name="Freeform 105"/>
            <p:cNvSpPr>
              <a:spLocks/>
            </p:cNvSpPr>
            <p:nvPr/>
          </p:nvSpPr>
          <p:spPr bwMode="auto">
            <a:xfrm>
              <a:off x="10871200" y="882650"/>
              <a:ext cx="625475" cy="363538"/>
            </a:xfrm>
            <a:custGeom>
              <a:avLst/>
              <a:gdLst>
                <a:gd name="T0" fmla="*/ 1432 w 1563"/>
                <a:gd name="T1" fmla="*/ 911 h 911"/>
                <a:gd name="T2" fmla="*/ 1302 w 1563"/>
                <a:gd name="T3" fmla="*/ 781 h 911"/>
                <a:gd name="T4" fmla="*/ 782 w 1563"/>
                <a:gd name="T5" fmla="*/ 260 h 911"/>
                <a:gd name="T6" fmla="*/ 261 w 1563"/>
                <a:gd name="T7" fmla="*/ 781 h 911"/>
                <a:gd name="T8" fmla="*/ 131 w 1563"/>
                <a:gd name="T9" fmla="*/ 911 h 911"/>
                <a:gd name="T10" fmla="*/ 0 w 1563"/>
                <a:gd name="T11" fmla="*/ 781 h 911"/>
                <a:gd name="T12" fmla="*/ 782 w 1563"/>
                <a:gd name="T13" fmla="*/ 0 h 911"/>
                <a:gd name="T14" fmla="*/ 1563 w 1563"/>
                <a:gd name="T15" fmla="*/ 781 h 911"/>
                <a:gd name="T16" fmla="*/ 1432 w 1563"/>
                <a:gd name="T17" fmla="*/ 911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3" h="911">
                  <a:moveTo>
                    <a:pt x="1432" y="911"/>
                  </a:moveTo>
                  <a:cubicBezTo>
                    <a:pt x="1361" y="911"/>
                    <a:pt x="1302" y="853"/>
                    <a:pt x="1302" y="781"/>
                  </a:cubicBezTo>
                  <a:cubicBezTo>
                    <a:pt x="1302" y="494"/>
                    <a:pt x="1069" y="260"/>
                    <a:pt x="782" y="260"/>
                  </a:cubicBezTo>
                  <a:cubicBezTo>
                    <a:pt x="494" y="260"/>
                    <a:pt x="261" y="494"/>
                    <a:pt x="261" y="781"/>
                  </a:cubicBezTo>
                  <a:cubicBezTo>
                    <a:pt x="261" y="853"/>
                    <a:pt x="203" y="911"/>
                    <a:pt x="131" y="911"/>
                  </a:cubicBezTo>
                  <a:cubicBezTo>
                    <a:pt x="59" y="911"/>
                    <a:pt x="0" y="853"/>
                    <a:pt x="0" y="781"/>
                  </a:cubicBezTo>
                  <a:cubicBezTo>
                    <a:pt x="0" y="350"/>
                    <a:pt x="351" y="0"/>
                    <a:pt x="782" y="0"/>
                  </a:cubicBezTo>
                  <a:cubicBezTo>
                    <a:pt x="1212" y="0"/>
                    <a:pt x="1563" y="350"/>
                    <a:pt x="1563" y="781"/>
                  </a:cubicBezTo>
                  <a:cubicBezTo>
                    <a:pt x="1563" y="853"/>
                    <a:pt x="1504" y="911"/>
                    <a:pt x="1432" y="9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9" name="Freeform 106"/>
            <p:cNvSpPr>
              <a:spLocks noEditPoints="1"/>
            </p:cNvSpPr>
            <p:nvPr/>
          </p:nvSpPr>
          <p:spPr bwMode="auto">
            <a:xfrm>
              <a:off x="10975975" y="412750"/>
              <a:ext cx="415925" cy="417513"/>
            </a:xfrm>
            <a:custGeom>
              <a:avLst/>
              <a:gdLst>
                <a:gd name="T0" fmla="*/ 521 w 1041"/>
                <a:gd name="T1" fmla="*/ 1042 h 1042"/>
                <a:gd name="T2" fmla="*/ 0 w 1041"/>
                <a:gd name="T3" fmla="*/ 521 h 1042"/>
                <a:gd name="T4" fmla="*/ 521 w 1041"/>
                <a:gd name="T5" fmla="*/ 0 h 1042"/>
                <a:gd name="T6" fmla="*/ 1041 w 1041"/>
                <a:gd name="T7" fmla="*/ 521 h 1042"/>
                <a:gd name="T8" fmla="*/ 521 w 1041"/>
                <a:gd name="T9" fmla="*/ 1042 h 1042"/>
                <a:gd name="T10" fmla="*/ 521 w 1041"/>
                <a:gd name="T11" fmla="*/ 261 h 1042"/>
                <a:gd name="T12" fmla="*/ 260 w 1041"/>
                <a:gd name="T13" fmla="*/ 521 h 1042"/>
                <a:gd name="T14" fmla="*/ 521 w 1041"/>
                <a:gd name="T15" fmla="*/ 782 h 1042"/>
                <a:gd name="T16" fmla="*/ 781 w 1041"/>
                <a:gd name="T17" fmla="*/ 521 h 1042"/>
                <a:gd name="T18" fmla="*/ 521 w 1041"/>
                <a:gd name="T19" fmla="*/ 261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1" h="1042">
                  <a:moveTo>
                    <a:pt x="521" y="1042"/>
                  </a:moveTo>
                  <a:cubicBezTo>
                    <a:pt x="233" y="1042"/>
                    <a:pt x="0" y="808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808" y="0"/>
                    <a:pt x="1041" y="234"/>
                    <a:pt x="1041" y="521"/>
                  </a:cubicBezTo>
                  <a:cubicBezTo>
                    <a:pt x="1041" y="808"/>
                    <a:pt x="808" y="1042"/>
                    <a:pt x="521" y="1042"/>
                  </a:cubicBezTo>
                  <a:close/>
                  <a:moveTo>
                    <a:pt x="521" y="261"/>
                  </a:moveTo>
                  <a:cubicBezTo>
                    <a:pt x="377" y="261"/>
                    <a:pt x="260" y="378"/>
                    <a:pt x="260" y="521"/>
                  </a:cubicBezTo>
                  <a:cubicBezTo>
                    <a:pt x="260" y="665"/>
                    <a:pt x="377" y="782"/>
                    <a:pt x="521" y="782"/>
                  </a:cubicBezTo>
                  <a:cubicBezTo>
                    <a:pt x="664" y="782"/>
                    <a:pt x="781" y="665"/>
                    <a:pt x="781" y="521"/>
                  </a:cubicBezTo>
                  <a:cubicBezTo>
                    <a:pt x="781" y="378"/>
                    <a:pt x="664" y="261"/>
                    <a:pt x="521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70" name="Gruppieren 169"/>
          <p:cNvGrpSpPr/>
          <p:nvPr/>
        </p:nvGrpSpPr>
        <p:grpSpPr>
          <a:xfrm>
            <a:off x="985437" y="3531177"/>
            <a:ext cx="785811" cy="1109308"/>
            <a:chOff x="2282825" y="5319713"/>
            <a:chExt cx="1033463" cy="1458912"/>
          </a:xfrm>
          <a:solidFill>
            <a:schemeClr val="tx1"/>
          </a:solidFill>
        </p:grpSpPr>
        <p:sp>
          <p:nvSpPr>
            <p:cNvPr id="171" name="Freeform 241"/>
            <p:cNvSpPr>
              <a:spLocks/>
            </p:cNvSpPr>
            <p:nvPr/>
          </p:nvSpPr>
          <p:spPr bwMode="auto">
            <a:xfrm>
              <a:off x="2282825" y="6072188"/>
              <a:ext cx="1033463" cy="706437"/>
            </a:xfrm>
            <a:custGeom>
              <a:avLst/>
              <a:gdLst>
                <a:gd name="T0" fmla="*/ 2733 w 2864"/>
                <a:gd name="T1" fmla="*/ 1953 h 1953"/>
                <a:gd name="T2" fmla="*/ 2603 w 2864"/>
                <a:gd name="T3" fmla="*/ 1823 h 1953"/>
                <a:gd name="T4" fmla="*/ 2603 w 2864"/>
                <a:gd name="T5" fmla="*/ 1432 h 1953"/>
                <a:gd name="T6" fmla="*/ 1432 w 2864"/>
                <a:gd name="T7" fmla="*/ 261 h 1953"/>
                <a:gd name="T8" fmla="*/ 260 w 2864"/>
                <a:gd name="T9" fmla="*/ 1432 h 1953"/>
                <a:gd name="T10" fmla="*/ 260 w 2864"/>
                <a:gd name="T11" fmla="*/ 1823 h 1953"/>
                <a:gd name="T12" fmla="*/ 130 w 2864"/>
                <a:gd name="T13" fmla="*/ 1953 h 1953"/>
                <a:gd name="T14" fmla="*/ 0 w 2864"/>
                <a:gd name="T15" fmla="*/ 1823 h 1953"/>
                <a:gd name="T16" fmla="*/ 0 w 2864"/>
                <a:gd name="T17" fmla="*/ 1432 h 1953"/>
                <a:gd name="T18" fmla="*/ 1432 w 2864"/>
                <a:gd name="T19" fmla="*/ 0 h 1953"/>
                <a:gd name="T20" fmla="*/ 2864 w 2864"/>
                <a:gd name="T21" fmla="*/ 1432 h 1953"/>
                <a:gd name="T22" fmla="*/ 2864 w 2864"/>
                <a:gd name="T23" fmla="*/ 1823 h 1953"/>
                <a:gd name="T24" fmla="*/ 2733 w 2864"/>
                <a:gd name="T25" fmla="*/ 1953 h 1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64" h="1953">
                  <a:moveTo>
                    <a:pt x="2733" y="1953"/>
                  </a:moveTo>
                  <a:cubicBezTo>
                    <a:pt x="2661" y="1953"/>
                    <a:pt x="2603" y="1895"/>
                    <a:pt x="2603" y="1823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786"/>
                    <a:pt x="2078" y="261"/>
                    <a:pt x="1432" y="261"/>
                  </a:cubicBezTo>
                  <a:cubicBezTo>
                    <a:pt x="786" y="261"/>
                    <a:pt x="260" y="786"/>
                    <a:pt x="260" y="1432"/>
                  </a:cubicBezTo>
                  <a:cubicBezTo>
                    <a:pt x="260" y="1823"/>
                    <a:pt x="260" y="1823"/>
                    <a:pt x="260" y="1823"/>
                  </a:cubicBezTo>
                  <a:cubicBezTo>
                    <a:pt x="260" y="1895"/>
                    <a:pt x="202" y="1953"/>
                    <a:pt x="130" y="1953"/>
                  </a:cubicBezTo>
                  <a:cubicBezTo>
                    <a:pt x="58" y="1953"/>
                    <a:pt x="0" y="1895"/>
                    <a:pt x="0" y="1823"/>
                  </a:cubicBezTo>
                  <a:cubicBezTo>
                    <a:pt x="0" y="1432"/>
                    <a:pt x="0" y="1432"/>
                    <a:pt x="0" y="1432"/>
                  </a:cubicBezTo>
                  <a:cubicBezTo>
                    <a:pt x="0" y="643"/>
                    <a:pt x="642" y="0"/>
                    <a:pt x="1432" y="0"/>
                  </a:cubicBezTo>
                  <a:cubicBezTo>
                    <a:pt x="2221" y="0"/>
                    <a:pt x="2864" y="643"/>
                    <a:pt x="2864" y="1432"/>
                  </a:cubicBezTo>
                  <a:cubicBezTo>
                    <a:pt x="2864" y="1823"/>
                    <a:pt x="2864" y="1823"/>
                    <a:pt x="2864" y="1823"/>
                  </a:cubicBezTo>
                  <a:cubicBezTo>
                    <a:pt x="2864" y="1895"/>
                    <a:pt x="2805" y="1953"/>
                    <a:pt x="2733" y="19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2" name="Freeform 242"/>
            <p:cNvSpPr>
              <a:spLocks/>
            </p:cNvSpPr>
            <p:nvPr/>
          </p:nvSpPr>
          <p:spPr bwMode="auto">
            <a:xfrm>
              <a:off x="2470150" y="5319713"/>
              <a:ext cx="657225" cy="658812"/>
            </a:xfrm>
            <a:custGeom>
              <a:avLst/>
              <a:gdLst>
                <a:gd name="T0" fmla="*/ 912 w 1823"/>
                <a:gd name="T1" fmla="*/ 1823 h 1823"/>
                <a:gd name="T2" fmla="*/ 781 w 1823"/>
                <a:gd name="T3" fmla="*/ 1693 h 1823"/>
                <a:gd name="T4" fmla="*/ 912 w 1823"/>
                <a:gd name="T5" fmla="*/ 1562 h 1823"/>
                <a:gd name="T6" fmla="*/ 1562 w 1823"/>
                <a:gd name="T7" fmla="*/ 912 h 1823"/>
                <a:gd name="T8" fmla="*/ 912 w 1823"/>
                <a:gd name="T9" fmla="*/ 261 h 1823"/>
                <a:gd name="T10" fmla="*/ 261 w 1823"/>
                <a:gd name="T11" fmla="*/ 912 h 1823"/>
                <a:gd name="T12" fmla="*/ 130 w 1823"/>
                <a:gd name="T13" fmla="*/ 1042 h 1823"/>
                <a:gd name="T14" fmla="*/ 0 w 1823"/>
                <a:gd name="T15" fmla="*/ 912 h 1823"/>
                <a:gd name="T16" fmla="*/ 912 w 1823"/>
                <a:gd name="T17" fmla="*/ 0 h 1823"/>
                <a:gd name="T18" fmla="*/ 1823 w 1823"/>
                <a:gd name="T19" fmla="*/ 912 h 1823"/>
                <a:gd name="T20" fmla="*/ 912 w 1823"/>
                <a:gd name="T21" fmla="*/ 182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23" h="1823">
                  <a:moveTo>
                    <a:pt x="912" y="1823"/>
                  </a:moveTo>
                  <a:cubicBezTo>
                    <a:pt x="840" y="1823"/>
                    <a:pt x="781" y="1765"/>
                    <a:pt x="781" y="1693"/>
                  </a:cubicBezTo>
                  <a:cubicBezTo>
                    <a:pt x="781" y="1621"/>
                    <a:pt x="840" y="1562"/>
                    <a:pt x="912" y="1562"/>
                  </a:cubicBezTo>
                  <a:cubicBezTo>
                    <a:pt x="1270" y="1562"/>
                    <a:pt x="1562" y="1270"/>
                    <a:pt x="1562" y="912"/>
                  </a:cubicBezTo>
                  <a:cubicBezTo>
                    <a:pt x="1562" y="553"/>
                    <a:pt x="1270" y="261"/>
                    <a:pt x="912" y="261"/>
                  </a:cubicBezTo>
                  <a:cubicBezTo>
                    <a:pt x="553" y="261"/>
                    <a:pt x="261" y="553"/>
                    <a:pt x="261" y="912"/>
                  </a:cubicBezTo>
                  <a:cubicBezTo>
                    <a:pt x="261" y="983"/>
                    <a:pt x="202" y="1042"/>
                    <a:pt x="130" y="1042"/>
                  </a:cubicBezTo>
                  <a:cubicBezTo>
                    <a:pt x="59" y="1042"/>
                    <a:pt x="0" y="983"/>
                    <a:pt x="0" y="912"/>
                  </a:cubicBezTo>
                  <a:cubicBezTo>
                    <a:pt x="0" y="409"/>
                    <a:pt x="409" y="0"/>
                    <a:pt x="912" y="0"/>
                  </a:cubicBezTo>
                  <a:cubicBezTo>
                    <a:pt x="1414" y="0"/>
                    <a:pt x="1823" y="409"/>
                    <a:pt x="1823" y="912"/>
                  </a:cubicBezTo>
                  <a:cubicBezTo>
                    <a:pt x="1823" y="1414"/>
                    <a:pt x="1414" y="1823"/>
                    <a:pt x="912" y="18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73" name="Gruppieren 172"/>
          <p:cNvGrpSpPr/>
          <p:nvPr/>
        </p:nvGrpSpPr>
        <p:grpSpPr>
          <a:xfrm>
            <a:off x="11076699" y="3540703"/>
            <a:ext cx="877415" cy="1056337"/>
            <a:chOff x="8489950" y="5316538"/>
            <a:chExt cx="1214438" cy="1462087"/>
          </a:xfrm>
          <a:solidFill>
            <a:schemeClr val="tx1"/>
          </a:solidFill>
        </p:grpSpPr>
        <p:sp>
          <p:nvSpPr>
            <p:cNvPr id="174" name="Freeform 218"/>
            <p:cNvSpPr>
              <a:spLocks/>
            </p:cNvSpPr>
            <p:nvPr/>
          </p:nvSpPr>
          <p:spPr bwMode="auto">
            <a:xfrm>
              <a:off x="8489950" y="5316538"/>
              <a:ext cx="1214438" cy="684212"/>
            </a:xfrm>
            <a:custGeom>
              <a:avLst/>
              <a:gdLst>
                <a:gd name="T0" fmla="*/ 1202 w 3255"/>
                <a:gd name="T1" fmla="*/ 1830 h 1830"/>
                <a:gd name="T2" fmla="*/ 1130 w 3255"/>
                <a:gd name="T3" fmla="*/ 1808 h 1830"/>
                <a:gd name="T4" fmla="*/ 58 w 3255"/>
                <a:gd name="T5" fmla="*/ 1092 h 1830"/>
                <a:gd name="T6" fmla="*/ 0 w 3255"/>
                <a:gd name="T7" fmla="*/ 983 h 1830"/>
                <a:gd name="T8" fmla="*/ 59 w 3255"/>
                <a:gd name="T9" fmla="*/ 874 h 1830"/>
                <a:gd name="T10" fmla="*/ 1362 w 3255"/>
                <a:gd name="T11" fmla="*/ 28 h 1830"/>
                <a:gd name="T12" fmla="*/ 1495 w 3255"/>
                <a:gd name="T13" fmla="*/ 23 h 1830"/>
                <a:gd name="T14" fmla="*/ 1563 w 3255"/>
                <a:gd name="T15" fmla="*/ 137 h 1830"/>
                <a:gd name="T16" fmla="*/ 1563 w 3255"/>
                <a:gd name="T17" fmla="*/ 529 h 1830"/>
                <a:gd name="T18" fmla="*/ 3125 w 3255"/>
                <a:gd name="T19" fmla="*/ 529 h 1830"/>
                <a:gd name="T20" fmla="*/ 3255 w 3255"/>
                <a:gd name="T21" fmla="*/ 659 h 1830"/>
                <a:gd name="T22" fmla="*/ 3255 w 3255"/>
                <a:gd name="T23" fmla="*/ 1309 h 1830"/>
                <a:gd name="T24" fmla="*/ 3125 w 3255"/>
                <a:gd name="T25" fmla="*/ 1439 h 1830"/>
                <a:gd name="T26" fmla="*/ 2084 w 3255"/>
                <a:gd name="T27" fmla="*/ 1439 h 1830"/>
                <a:gd name="T28" fmla="*/ 1953 w 3255"/>
                <a:gd name="T29" fmla="*/ 1309 h 1830"/>
                <a:gd name="T30" fmla="*/ 2084 w 3255"/>
                <a:gd name="T31" fmla="*/ 1179 h 1830"/>
                <a:gd name="T32" fmla="*/ 2995 w 3255"/>
                <a:gd name="T33" fmla="*/ 1179 h 1830"/>
                <a:gd name="T34" fmla="*/ 2995 w 3255"/>
                <a:gd name="T35" fmla="*/ 789 h 1830"/>
                <a:gd name="T36" fmla="*/ 1433 w 3255"/>
                <a:gd name="T37" fmla="*/ 789 h 1830"/>
                <a:gd name="T38" fmla="*/ 1303 w 3255"/>
                <a:gd name="T39" fmla="*/ 659 h 1830"/>
                <a:gd name="T40" fmla="*/ 1303 w 3255"/>
                <a:gd name="T41" fmla="*/ 377 h 1830"/>
                <a:gd name="T42" fmla="*/ 367 w 3255"/>
                <a:gd name="T43" fmla="*/ 985 h 1830"/>
                <a:gd name="T44" fmla="*/ 1275 w 3255"/>
                <a:gd name="T45" fmla="*/ 1591 h 1830"/>
                <a:gd name="T46" fmla="*/ 1311 w 3255"/>
                <a:gd name="T47" fmla="*/ 1772 h 1830"/>
                <a:gd name="T48" fmla="*/ 1202 w 3255"/>
                <a:gd name="T49" fmla="*/ 1830 h 1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30">
                  <a:moveTo>
                    <a:pt x="1202" y="1830"/>
                  </a:moveTo>
                  <a:cubicBezTo>
                    <a:pt x="1178" y="1830"/>
                    <a:pt x="1153" y="1823"/>
                    <a:pt x="1130" y="1808"/>
                  </a:cubicBezTo>
                  <a:cubicBezTo>
                    <a:pt x="58" y="1092"/>
                    <a:pt x="58" y="1092"/>
                    <a:pt x="58" y="1092"/>
                  </a:cubicBezTo>
                  <a:cubicBezTo>
                    <a:pt x="22" y="1068"/>
                    <a:pt x="0" y="1027"/>
                    <a:pt x="0" y="983"/>
                  </a:cubicBezTo>
                  <a:cubicBezTo>
                    <a:pt x="1" y="939"/>
                    <a:pt x="23" y="898"/>
                    <a:pt x="59" y="874"/>
                  </a:cubicBezTo>
                  <a:cubicBezTo>
                    <a:pt x="1362" y="28"/>
                    <a:pt x="1362" y="28"/>
                    <a:pt x="1362" y="28"/>
                  </a:cubicBezTo>
                  <a:cubicBezTo>
                    <a:pt x="1402" y="2"/>
                    <a:pt x="1453" y="0"/>
                    <a:pt x="1495" y="23"/>
                  </a:cubicBezTo>
                  <a:cubicBezTo>
                    <a:pt x="1537" y="46"/>
                    <a:pt x="1563" y="90"/>
                    <a:pt x="1563" y="137"/>
                  </a:cubicBezTo>
                  <a:cubicBezTo>
                    <a:pt x="1563" y="529"/>
                    <a:pt x="1563" y="529"/>
                    <a:pt x="1563" y="529"/>
                  </a:cubicBezTo>
                  <a:cubicBezTo>
                    <a:pt x="3125" y="529"/>
                    <a:pt x="3125" y="529"/>
                    <a:pt x="3125" y="529"/>
                  </a:cubicBezTo>
                  <a:cubicBezTo>
                    <a:pt x="3197" y="529"/>
                    <a:pt x="3255" y="587"/>
                    <a:pt x="3255" y="659"/>
                  </a:cubicBezTo>
                  <a:cubicBezTo>
                    <a:pt x="3255" y="1309"/>
                    <a:pt x="3255" y="1309"/>
                    <a:pt x="3255" y="1309"/>
                  </a:cubicBezTo>
                  <a:cubicBezTo>
                    <a:pt x="3255" y="1381"/>
                    <a:pt x="3197" y="1439"/>
                    <a:pt x="3125" y="1439"/>
                  </a:cubicBezTo>
                  <a:cubicBezTo>
                    <a:pt x="2084" y="1439"/>
                    <a:pt x="2084" y="1439"/>
                    <a:pt x="2084" y="1439"/>
                  </a:cubicBezTo>
                  <a:cubicBezTo>
                    <a:pt x="2012" y="1439"/>
                    <a:pt x="1953" y="1381"/>
                    <a:pt x="1953" y="1309"/>
                  </a:cubicBezTo>
                  <a:cubicBezTo>
                    <a:pt x="1953" y="1237"/>
                    <a:pt x="2012" y="1179"/>
                    <a:pt x="2084" y="1179"/>
                  </a:cubicBezTo>
                  <a:cubicBezTo>
                    <a:pt x="2995" y="1179"/>
                    <a:pt x="2995" y="1179"/>
                    <a:pt x="2995" y="1179"/>
                  </a:cubicBezTo>
                  <a:cubicBezTo>
                    <a:pt x="2995" y="789"/>
                    <a:pt x="2995" y="789"/>
                    <a:pt x="2995" y="789"/>
                  </a:cubicBezTo>
                  <a:cubicBezTo>
                    <a:pt x="1433" y="789"/>
                    <a:pt x="1433" y="789"/>
                    <a:pt x="1433" y="789"/>
                  </a:cubicBezTo>
                  <a:cubicBezTo>
                    <a:pt x="1361" y="789"/>
                    <a:pt x="1303" y="731"/>
                    <a:pt x="1303" y="659"/>
                  </a:cubicBezTo>
                  <a:cubicBezTo>
                    <a:pt x="1303" y="377"/>
                    <a:pt x="1303" y="377"/>
                    <a:pt x="1303" y="377"/>
                  </a:cubicBezTo>
                  <a:cubicBezTo>
                    <a:pt x="367" y="985"/>
                    <a:pt x="367" y="985"/>
                    <a:pt x="367" y="985"/>
                  </a:cubicBezTo>
                  <a:cubicBezTo>
                    <a:pt x="1275" y="1591"/>
                    <a:pt x="1275" y="1591"/>
                    <a:pt x="1275" y="1591"/>
                  </a:cubicBezTo>
                  <a:cubicBezTo>
                    <a:pt x="1335" y="1631"/>
                    <a:pt x="1351" y="1712"/>
                    <a:pt x="1311" y="1772"/>
                  </a:cubicBezTo>
                  <a:cubicBezTo>
                    <a:pt x="1286" y="1809"/>
                    <a:pt x="1245" y="1830"/>
                    <a:pt x="1202" y="18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>
              <a:off x="8489950" y="6091238"/>
              <a:ext cx="1214438" cy="687387"/>
            </a:xfrm>
            <a:custGeom>
              <a:avLst/>
              <a:gdLst>
                <a:gd name="T0" fmla="*/ 1822 w 3255"/>
                <a:gd name="T1" fmla="*/ 1841 h 1841"/>
                <a:gd name="T2" fmla="*/ 1760 w 3255"/>
                <a:gd name="T3" fmla="*/ 1825 h 1841"/>
                <a:gd name="T4" fmla="*/ 1692 w 3255"/>
                <a:gd name="T5" fmla="*/ 1710 h 1841"/>
                <a:gd name="T6" fmla="*/ 1692 w 3255"/>
                <a:gd name="T7" fmla="*/ 1319 h 1841"/>
                <a:gd name="T8" fmla="*/ 130 w 3255"/>
                <a:gd name="T9" fmla="*/ 1319 h 1841"/>
                <a:gd name="T10" fmla="*/ 0 w 3255"/>
                <a:gd name="T11" fmla="*/ 1189 h 1841"/>
                <a:gd name="T12" fmla="*/ 0 w 3255"/>
                <a:gd name="T13" fmla="*/ 539 h 1841"/>
                <a:gd name="T14" fmla="*/ 130 w 3255"/>
                <a:gd name="T15" fmla="*/ 409 h 1841"/>
                <a:gd name="T16" fmla="*/ 1172 w 3255"/>
                <a:gd name="T17" fmla="*/ 409 h 1841"/>
                <a:gd name="T18" fmla="*/ 1302 w 3255"/>
                <a:gd name="T19" fmla="*/ 539 h 1841"/>
                <a:gd name="T20" fmla="*/ 1172 w 3255"/>
                <a:gd name="T21" fmla="*/ 669 h 1841"/>
                <a:gd name="T22" fmla="*/ 261 w 3255"/>
                <a:gd name="T23" fmla="*/ 669 h 1841"/>
                <a:gd name="T24" fmla="*/ 261 w 3255"/>
                <a:gd name="T25" fmla="*/ 1059 h 1841"/>
                <a:gd name="T26" fmla="*/ 1822 w 3255"/>
                <a:gd name="T27" fmla="*/ 1059 h 1841"/>
                <a:gd name="T28" fmla="*/ 1952 w 3255"/>
                <a:gd name="T29" fmla="*/ 1189 h 1841"/>
                <a:gd name="T30" fmla="*/ 1952 w 3255"/>
                <a:gd name="T31" fmla="*/ 1471 h 1841"/>
                <a:gd name="T32" fmla="*/ 2888 w 3255"/>
                <a:gd name="T33" fmla="*/ 863 h 1841"/>
                <a:gd name="T34" fmla="*/ 1981 w 3255"/>
                <a:gd name="T35" fmla="*/ 257 h 1841"/>
                <a:gd name="T36" fmla="*/ 1945 w 3255"/>
                <a:gd name="T37" fmla="*/ 76 h 1841"/>
                <a:gd name="T38" fmla="*/ 2125 w 3255"/>
                <a:gd name="T39" fmla="*/ 40 h 1841"/>
                <a:gd name="T40" fmla="*/ 3197 w 3255"/>
                <a:gd name="T41" fmla="*/ 756 h 1841"/>
                <a:gd name="T42" fmla="*/ 3255 w 3255"/>
                <a:gd name="T43" fmla="*/ 865 h 1841"/>
                <a:gd name="T44" fmla="*/ 3196 w 3255"/>
                <a:gd name="T45" fmla="*/ 974 h 1841"/>
                <a:gd name="T46" fmla="*/ 1893 w 3255"/>
                <a:gd name="T47" fmla="*/ 1820 h 1841"/>
                <a:gd name="T48" fmla="*/ 1822 w 3255"/>
                <a:gd name="T49" fmla="*/ 1841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41">
                  <a:moveTo>
                    <a:pt x="1822" y="1841"/>
                  </a:moveTo>
                  <a:cubicBezTo>
                    <a:pt x="1801" y="1841"/>
                    <a:pt x="1780" y="1835"/>
                    <a:pt x="1760" y="1825"/>
                  </a:cubicBezTo>
                  <a:cubicBezTo>
                    <a:pt x="1718" y="1802"/>
                    <a:pt x="1692" y="1758"/>
                    <a:pt x="1692" y="1710"/>
                  </a:cubicBezTo>
                  <a:cubicBezTo>
                    <a:pt x="1692" y="1319"/>
                    <a:pt x="1692" y="1319"/>
                    <a:pt x="1692" y="1319"/>
                  </a:cubicBezTo>
                  <a:cubicBezTo>
                    <a:pt x="130" y="1319"/>
                    <a:pt x="130" y="1319"/>
                    <a:pt x="130" y="1319"/>
                  </a:cubicBezTo>
                  <a:cubicBezTo>
                    <a:pt x="59" y="1319"/>
                    <a:pt x="0" y="1261"/>
                    <a:pt x="0" y="1189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467"/>
                    <a:pt x="59" y="409"/>
                    <a:pt x="130" y="409"/>
                  </a:cubicBezTo>
                  <a:cubicBezTo>
                    <a:pt x="1172" y="409"/>
                    <a:pt x="1172" y="409"/>
                    <a:pt x="1172" y="409"/>
                  </a:cubicBezTo>
                  <a:cubicBezTo>
                    <a:pt x="1244" y="409"/>
                    <a:pt x="1302" y="467"/>
                    <a:pt x="1302" y="539"/>
                  </a:cubicBezTo>
                  <a:cubicBezTo>
                    <a:pt x="1302" y="611"/>
                    <a:pt x="1244" y="669"/>
                    <a:pt x="1172" y="669"/>
                  </a:cubicBezTo>
                  <a:cubicBezTo>
                    <a:pt x="261" y="669"/>
                    <a:pt x="261" y="669"/>
                    <a:pt x="261" y="669"/>
                  </a:cubicBezTo>
                  <a:cubicBezTo>
                    <a:pt x="261" y="1059"/>
                    <a:pt x="261" y="1059"/>
                    <a:pt x="261" y="1059"/>
                  </a:cubicBezTo>
                  <a:cubicBezTo>
                    <a:pt x="1822" y="1059"/>
                    <a:pt x="1822" y="1059"/>
                    <a:pt x="1822" y="1059"/>
                  </a:cubicBezTo>
                  <a:cubicBezTo>
                    <a:pt x="1894" y="1059"/>
                    <a:pt x="1952" y="1117"/>
                    <a:pt x="1952" y="1189"/>
                  </a:cubicBezTo>
                  <a:cubicBezTo>
                    <a:pt x="1952" y="1471"/>
                    <a:pt x="1952" y="1471"/>
                    <a:pt x="1952" y="1471"/>
                  </a:cubicBezTo>
                  <a:cubicBezTo>
                    <a:pt x="2888" y="863"/>
                    <a:pt x="2888" y="863"/>
                    <a:pt x="2888" y="863"/>
                  </a:cubicBezTo>
                  <a:cubicBezTo>
                    <a:pt x="1981" y="257"/>
                    <a:pt x="1981" y="257"/>
                    <a:pt x="1981" y="257"/>
                  </a:cubicBezTo>
                  <a:cubicBezTo>
                    <a:pt x="1921" y="217"/>
                    <a:pt x="1905" y="136"/>
                    <a:pt x="1945" y="76"/>
                  </a:cubicBezTo>
                  <a:cubicBezTo>
                    <a:pt x="1985" y="16"/>
                    <a:pt x="2065" y="0"/>
                    <a:pt x="2125" y="40"/>
                  </a:cubicBezTo>
                  <a:cubicBezTo>
                    <a:pt x="3197" y="756"/>
                    <a:pt x="3197" y="756"/>
                    <a:pt x="3197" y="756"/>
                  </a:cubicBezTo>
                  <a:cubicBezTo>
                    <a:pt x="3234" y="780"/>
                    <a:pt x="3255" y="821"/>
                    <a:pt x="3255" y="865"/>
                  </a:cubicBezTo>
                  <a:cubicBezTo>
                    <a:pt x="3255" y="909"/>
                    <a:pt x="3233" y="950"/>
                    <a:pt x="3196" y="974"/>
                  </a:cubicBezTo>
                  <a:cubicBezTo>
                    <a:pt x="1893" y="1820"/>
                    <a:pt x="1893" y="1820"/>
                    <a:pt x="1893" y="1820"/>
                  </a:cubicBezTo>
                  <a:cubicBezTo>
                    <a:pt x="1872" y="1834"/>
                    <a:pt x="1847" y="1841"/>
                    <a:pt x="1822" y="18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76" name="Gruppieren 175"/>
          <p:cNvGrpSpPr/>
          <p:nvPr/>
        </p:nvGrpSpPr>
        <p:grpSpPr>
          <a:xfrm>
            <a:off x="874095" y="7830364"/>
            <a:ext cx="1008495" cy="1007400"/>
            <a:chOff x="2580640" y="152400"/>
            <a:chExt cx="1460500" cy="1458913"/>
          </a:xfrm>
          <a:solidFill>
            <a:schemeClr val="tx1"/>
          </a:solidFill>
        </p:grpSpPr>
        <p:sp>
          <p:nvSpPr>
            <p:cNvPr id="177" name="Freeform 77"/>
            <p:cNvSpPr>
              <a:spLocks/>
            </p:cNvSpPr>
            <p:nvPr/>
          </p:nvSpPr>
          <p:spPr bwMode="auto">
            <a:xfrm>
              <a:off x="2580640" y="152400"/>
              <a:ext cx="1460500" cy="1458913"/>
            </a:xfrm>
            <a:custGeom>
              <a:avLst/>
              <a:gdLst>
                <a:gd name="T0" fmla="*/ 3515 w 3655"/>
                <a:gd name="T1" fmla="*/ 3645 h 3645"/>
                <a:gd name="T2" fmla="*/ 1823 w 3655"/>
                <a:gd name="T3" fmla="*/ 3645 h 3645"/>
                <a:gd name="T4" fmla="*/ 0 w 3655"/>
                <a:gd name="T5" fmla="*/ 1822 h 3645"/>
                <a:gd name="T6" fmla="*/ 1823 w 3655"/>
                <a:gd name="T7" fmla="*/ 0 h 3645"/>
                <a:gd name="T8" fmla="*/ 2763 w 3655"/>
                <a:gd name="T9" fmla="*/ 260 h 3645"/>
                <a:gd name="T10" fmla="*/ 2807 w 3655"/>
                <a:gd name="T11" fmla="*/ 439 h 3645"/>
                <a:gd name="T12" fmla="*/ 2628 w 3655"/>
                <a:gd name="T13" fmla="*/ 483 h 3645"/>
                <a:gd name="T14" fmla="*/ 1823 w 3655"/>
                <a:gd name="T15" fmla="*/ 260 h 3645"/>
                <a:gd name="T16" fmla="*/ 261 w 3655"/>
                <a:gd name="T17" fmla="*/ 1822 h 3645"/>
                <a:gd name="T18" fmla="*/ 1823 w 3655"/>
                <a:gd name="T19" fmla="*/ 3384 h 3645"/>
                <a:gd name="T20" fmla="*/ 3229 w 3655"/>
                <a:gd name="T21" fmla="*/ 3384 h 3645"/>
                <a:gd name="T22" fmla="*/ 2955 w 3655"/>
                <a:gd name="T23" fmla="*/ 3069 h 3645"/>
                <a:gd name="T24" fmla="*/ 2959 w 3655"/>
                <a:gd name="T25" fmla="*/ 2894 h 3645"/>
                <a:gd name="T26" fmla="*/ 3385 w 3655"/>
                <a:gd name="T27" fmla="*/ 1822 h 3645"/>
                <a:gd name="T28" fmla="*/ 3515 w 3655"/>
                <a:gd name="T29" fmla="*/ 1692 h 3645"/>
                <a:gd name="T30" fmla="*/ 3645 w 3655"/>
                <a:gd name="T31" fmla="*/ 1822 h 3645"/>
                <a:gd name="T32" fmla="*/ 3227 w 3655"/>
                <a:gd name="T33" fmla="*/ 2984 h 3645"/>
                <a:gd name="T34" fmla="*/ 3613 w 3655"/>
                <a:gd name="T35" fmla="*/ 3429 h 3645"/>
                <a:gd name="T36" fmla="*/ 3634 w 3655"/>
                <a:gd name="T37" fmla="*/ 3568 h 3645"/>
                <a:gd name="T38" fmla="*/ 3515 w 3655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5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5" y="0"/>
                    <a:pt x="2480" y="90"/>
                    <a:pt x="2763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70" y="501"/>
                    <a:pt x="2690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1" y="961"/>
                    <a:pt x="261" y="1822"/>
                  </a:cubicBezTo>
                  <a:cubicBezTo>
                    <a:pt x="261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4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7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5" y="3522"/>
                    <a:pt x="3634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8" name="Freeform 78"/>
            <p:cNvSpPr>
              <a:spLocks/>
            </p:cNvSpPr>
            <p:nvPr/>
          </p:nvSpPr>
          <p:spPr bwMode="auto">
            <a:xfrm>
              <a:off x="3048953" y="67468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30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30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30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30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9" name="Freeform 79"/>
            <p:cNvSpPr>
              <a:spLocks/>
            </p:cNvSpPr>
            <p:nvPr/>
          </p:nvSpPr>
          <p:spPr bwMode="auto">
            <a:xfrm>
              <a:off x="3048953" y="93503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29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9484452" y="7770475"/>
            <a:ext cx="638748" cy="1067289"/>
            <a:chOff x="3922713" y="5319713"/>
            <a:chExt cx="873125" cy="1458912"/>
          </a:xfrm>
          <a:solidFill>
            <a:schemeClr val="tx1"/>
          </a:solidFill>
        </p:grpSpPr>
        <p:sp>
          <p:nvSpPr>
            <p:cNvPr id="181" name="Freeform 234"/>
            <p:cNvSpPr>
              <a:spLocks/>
            </p:cNvSpPr>
            <p:nvPr/>
          </p:nvSpPr>
          <p:spPr bwMode="auto">
            <a:xfrm>
              <a:off x="3922713" y="5319713"/>
              <a:ext cx="873125" cy="1458912"/>
            </a:xfrm>
            <a:custGeom>
              <a:avLst/>
              <a:gdLst>
                <a:gd name="T0" fmla="*/ 1822 w 2343"/>
                <a:gd name="T1" fmla="*/ 3906 h 3906"/>
                <a:gd name="T2" fmla="*/ 520 w 2343"/>
                <a:gd name="T3" fmla="*/ 3906 h 3906"/>
                <a:gd name="T4" fmla="*/ 0 w 2343"/>
                <a:gd name="T5" fmla="*/ 3385 h 3906"/>
                <a:gd name="T6" fmla="*/ 0 w 2343"/>
                <a:gd name="T7" fmla="*/ 2734 h 3906"/>
                <a:gd name="T8" fmla="*/ 130 w 2343"/>
                <a:gd name="T9" fmla="*/ 2604 h 3906"/>
                <a:gd name="T10" fmla="*/ 1692 w 2343"/>
                <a:gd name="T11" fmla="*/ 2604 h 3906"/>
                <a:gd name="T12" fmla="*/ 1822 w 2343"/>
                <a:gd name="T13" fmla="*/ 2734 h 3906"/>
                <a:gd name="T14" fmla="*/ 1692 w 2343"/>
                <a:gd name="T15" fmla="*/ 2864 h 3906"/>
                <a:gd name="T16" fmla="*/ 260 w 2343"/>
                <a:gd name="T17" fmla="*/ 2864 h 3906"/>
                <a:gd name="T18" fmla="*/ 260 w 2343"/>
                <a:gd name="T19" fmla="*/ 3385 h 3906"/>
                <a:gd name="T20" fmla="*/ 520 w 2343"/>
                <a:gd name="T21" fmla="*/ 3645 h 3906"/>
                <a:gd name="T22" fmla="*/ 1822 w 2343"/>
                <a:gd name="T23" fmla="*/ 3645 h 3906"/>
                <a:gd name="T24" fmla="*/ 2083 w 2343"/>
                <a:gd name="T25" fmla="*/ 3385 h 3906"/>
                <a:gd name="T26" fmla="*/ 2083 w 2343"/>
                <a:gd name="T27" fmla="*/ 521 h 3906"/>
                <a:gd name="T28" fmla="*/ 1822 w 2343"/>
                <a:gd name="T29" fmla="*/ 261 h 3906"/>
                <a:gd name="T30" fmla="*/ 520 w 2343"/>
                <a:gd name="T31" fmla="*/ 261 h 3906"/>
                <a:gd name="T32" fmla="*/ 260 w 2343"/>
                <a:gd name="T33" fmla="*/ 521 h 3906"/>
                <a:gd name="T34" fmla="*/ 260 w 2343"/>
                <a:gd name="T35" fmla="*/ 1172 h 3906"/>
                <a:gd name="T36" fmla="*/ 130 w 2343"/>
                <a:gd name="T37" fmla="*/ 1302 h 3906"/>
                <a:gd name="T38" fmla="*/ 0 w 2343"/>
                <a:gd name="T39" fmla="*/ 1172 h 3906"/>
                <a:gd name="T40" fmla="*/ 0 w 2343"/>
                <a:gd name="T41" fmla="*/ 521 h 3906"/>
                <a:gd name="T42" fmla="*/ 520 w 2343"/>
                <a:gd name="T43" fmla="*/ 0 h 3906"/>
                <a:gd name="T44" fmla="*/ 1822 w 2343"/>
                <a:gd name="T45" fmla="*/ 0 h 3906"/>
                <a:gd name="T46" fmla="*/ 2343 w 2343"/>
                <a:gd name="T47" fmla="*/ 521 h 3906"/>
                <a:gd name="T48" fmla="*/ 2343 w 2343"/>
                <a:gd name="T49" fmla="*/ 3385 h 3906"/>
                <a:gd name="T50" fmla="*/ 1822 w 2343"/>
                <a:gd name="T51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43" h="3906">
                  <a:moveTo>
                    <a:pt x="1822" y="3906"/>
                  </a:moveTo>
                  <a:cubicBezTo>
                    <a:pt x="520" y="3906"/>
                    <a:pt x="520" y="3906"/>
                    <a:pt x="520" y="3906"/>
                  </a:cubicBezTo>
                  <a:cubicBezTo>
                    <a:pt x="233" y="3906"/>
                    <a:pt x="0" y="3672"/>
                    <a:pt x="0" y="3385"/>
                  </a:cubicBezTo>
                  <a:cubicBezTo>
                    <a:pt x="0" y="2734"/>
                    <a:pt x="0" y="2734"/>
                    <a:pt x="0" y="2734"/>
                  </a:cubicBezTo>
                  <a:cubicBezTo>
                    <a:pt x="0" y="2662"/>
                    <a:pt x="58" y="2604"/>
                    <a:pt x="130" y="2604"/>
                  </a:cubicBezTo>
                  <a:cubicBezTo>
                    <a:pt x="1692" y="2604"/>
                    <a:pt x="1692" y="2604"/>
                    <a:pt x="1692" y="2604"/>
                  </a:cubicBezTo>
                  <a:cubicBezTo>
                    <a:pt x="1764" y="2604"/>
                    <a:pt x="1822" y="2662"/>
                    <a:pt x="1822" y="2734"/>
                  </a:cubicBezTo>
                  <a:cubicBezTo>
                    <a:pt x="1822" y="2806"/>
                    <a:pt x="1764" y="2864"/>
                    <a:pt x="1692" y="2864"/>
                  </a:cubicBezTo>
                  <a:cubicBezTo>
                    <a:pt x="260" y="2864"/>
                    <a:pt x="260" y="2864"/>
                    <a:pt x="260" y="2864"/>
                  </a:cubicBezTo>
                  <a:cubicBezTo>
                    <a:pt x="260" y="3385"/>
                    <a:pt x="260" y="3385"/>
                    <a:pt x="260" y="3385"/>
                  </a:cubicBezTo>
                  <a:cubicBezTo>
                    <a:pt x="260" y="3529"/>
                    <a:pt x="377" y="3645"/>
                    <a:pt x="520" y="3645"/>
                  </a:cubicBezTo>
                  <a:cubicBezTo>
                    <a:pt x="1822" y="3645"/>
                    <a:pt x="1822" y="3645"/>
                    <a:pt x="1822" y="3645"/>
                  </a:cubicBezTo>
                  <a:cubicBezTo>
                    <a:pt x="1966" y="3645"/>
                    <a:pt x="2083" y="3529"/>
                    <a:pt x="2083" y="3385"/>
                  </a:cubicBezTo>
                  <a:cubicBezTo>
                    <a:pt x="2083" y="521"/>
                    <a:pt x="2083" y="521"/>
                    <a:pt x="2083" y="521"/>
                  </a:cubicBezTo>
                  <a:cubicBezTo>
                    <a:pt x="2083" y="377"/>
                    <a:pt x="1966" y="261"/>
                    <a:pt x="1822" y="261"/>
                  </a:cubicBezTo>
                  <a:cubicBezTo>
                    <a:pt x="520" y="261"/>
                    <a:pt x="520" y="261"/>
                    <a:pt x="520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1172"/>
                    <a:pt x="260" y="1172"/>
                    <a:pt x="260" y="1172"/>
                  </a:cubicBezTo>
                  <a:cubicBezTo>
                    <a:pt x="260" y="1244"/>
                    <a:pt x="202" y="1302"/>
                    <a:pt x="130" y="1302"/>
                  </a:cubicBezTo>
                  <a:cubicBezTo>
                    <a:pt x="58" y="1302"/>
                    <a:pt x="0" y="1244"/>
                    <a:pt x="0" y="1172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1822" y="0"/>
                    <a:pt x="1822" y="0"/>
                    <a:pt x="1822" y="0"/>
                  </a:cubicBezTo>
                  <a:cubicBezTo>
                    <a:pt x="2109" y="0"/>
                    <a:pt x="2343" y="234"/>
                    <a:pt x="2343" y="521"/>
                  </a:cubicBezTo>
                  <a:cubicBezTo>
                    <a:pt x="2343" y="3385"/>
                    <a:pt x="2343" y="3385"/>
                    <a:pt x="2343" y="3385"/>
                  </a:cubicBezTo>
                  <a:cubicBezTo>
                    <a:pt x="2343" y="3672"/>
                    <a:pt x="2109" y="3906"/>
                    <a:pt x="1822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2" name="Oval 235"/>
            <p:cNvSpPr>
              <a:spLocks noChangeArrowheads="1"/>
            </p:cNvSpPr>
            <p:nvPr/>
          </p:nvSpPr>
          <p:spPr bwMode="auto">
            <a:xfrm>
              <a:off x="4305301" y="6524625"/>
              <a:ext cx="106363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83" name="Gruppieren 182"/>
          <p:cNvGrpSpPr/>
          <p:nvPr/>
        </p:nvGrpSpPr>
        <p:grpSpPr>
          <a:xfrm>
            <a:off x="9341256" y="5807246"/>
            <a:ext cx="925140" cy="957437"/>
            <a:chOff x="10502900" y="1873250"/>
            <a:chExt cx="1409700" cy="1458913"/>
          </a:xfrm>
          <a:solidFill>
            <a:schemeClr val="tx1"/>
          </a:solidFill>
        </p:grpSpPr>
        <p:sp>
          <p:nvSpPr>
            <p:cNvPr id="184" name="Freeform 110"/>
            <p:cNvSpPr>
              <a:spLocks/>
            </p:cNvSpPr>
            <p:nvPr/>
          </p:nvSpPr>
          <p:spPr bwMode="auto">
            <a:xfrm>
              <a:off x="10502900" y="1873250"/>
              <a:ext cx="1409700" cy="1458913"/>
            </a:xfrm>
            <a:custGeom>
              <a:avLst/>
              <a:gdLst>
                <a:gd name="T0" fmla="*/ 3775 w 3905"/>
                <a:gd name="T1" fmla="*/ 0 h 4037"/>
                <a:gd name="T2" fmla="*/ 130 w 3905"/>
                <a:gd name="T3" fmla="*/ 0 h 4037"/>
                <a:gd name="T4" fmla="*/ 0 w 3905"/>
                <a:gd name="T5" fmla="*/ 131 h 4037"/>
                <a:gd name="T6" fmla="*/ 0 w 3905"/>
                <a:gd name="T7" fmla="*/ 2344 h 4037"/>
                <a:gd name="T8" fmla="*/ 130 w 3905"/>
                <a:gd name="T9" fmla="*/ 2475 h 4037"/>
                <a:gd name="T10" fmla="*/ 1710 w 3905"/>
                <a:gd name="T11" fmla="*/ 2475 h 4037"/>
                <a:gd name="T12" fmla="*/ 1063 w 3905"/>
                <a:gd name="T13" fmla="*/ 3444 h 4037"/>
                <a:gd name="T14" fmla="*/ 1099 w 3905"/>
                <a:gd name="T15" fmla="*/ 3624 h 4037"/>
                <a:gd name="T16" fmla="*/ 1172 w 3905"/>
                <a:gd name="T17" fmla="*/ 3646 h 4037"/>
                <a:gd name="T18" fmla="*/ 1280 w 3905"/>
                <a:gd name="T19" fmla="*/ 3588 h 4037"/>
                <a:gd name="T20" fmla="*/ 1953 w 3905"/>
                <a:gd name="T21" fmla="*/ 2579 h 4037"/>
                <a:gd name="T22" fmla="*/ 2886 w 3905"/>
                <a:gd name="T23" fmla="*/ 3979 h 4037"/>
                <a:gd name="T24" fmla="*/ 2994 w 3905"/>
                <a:gd name="T25" fmla="*/ 4037 h 4037"/>
                <a:gd name="T26" fmla="*/ 3066 w 3905"/>
                <a:gd name="T27" fmla="*/ 4015 h 4037"/>
                <a:gd name="T28" fmla="*/ 3103 w 3905"/>
                <a:gd name="T29" fmla="*/ 3834 h 4037"/>
                <a:gd name="T30" fmla="*/ 2062 w 3905"/>
                <a:gd name="T31" fmla="*/ 2273 h 4037"/>
                <a:gd name="T32" fmla="*/ 2052 w 3905"/>
                <a:gd name="T33" fmla="*/ 2260 h 4037"/>
                <a:gd name="T34" fmla="*/ 2050 w 3905"/>
                <a:gd name="T35" fmla="*/ 2258 h 4037"/>
                <a:gd name="T36" fmla="*/ 2042 w 3905"/>
                <a:gd name="T37" fmla="*/ 2250 h 4037"/>
                <a:gd name="T38" fmla="*/ 2038 w 3905"/>
                <a:gd name="T39" fmla="*/ 2246 h 4037"/>
                <a:gd name="T40" fmla="*/ 2030 w 3905"/>
                <a:gd name="T41" fmla="*/ 2240 h 4037"/>
                <a:gd name="T42" fmla="*/ 2026 w 3905"/>
                <a:gd name="T43" fmla="*/ 2237 h 4037"/>
                <a:gd name="T44" fmla="*/ 2025 w 3905"/>
                <a:gd name="T45" fmla="*/ 2236 h 4037"/>
                <a:gd name="T46" fmla="*/ 2016 w 3905"/>
                <a:gd name="T47" fmla="*/ 2230 h 4037"/>
                <a:gd name="T48" fmla="*/ 2014 w 3905"/>
                <a:gd name="T49" fmla="*/ 2230 h 4037"/>
                <a:gd name="T50" fmla="*/ 2000 w 3905"/>
                <a:gd name="T51" fmla="*/ 2223 h 4037"/>
                <a:gd name="T52" fmla="*/ 1998 w 3905"/>
                <a:gd name="T53" fmla="*/ 2222 h 4037"/>
                <a:gd name="T54" fmla="*/ 1986 w 3905"/>
                <a:gd name="T55" fmla="*/ 2219 h 4037"/>
                <a:gd name="T56" fmla="*/ 1983 w 3905"/>
                <a:gd name="T57" fmla="*/ 2218 h 4037"/>
                <a:gd name="T58" fmla="*/ 1971 w 3905"/>
                <a:gd name="T59" fmla="*/ 2216 h 4037"/>
                <a:gd name="T60" fmla="*/ 1968 w 3905"/>
                <a:gd name="T61" fmla="*/ 2215 h 4037"/>
                <a:gd name="T62" fmla="*/ 1953 w 3905"/>
                <a:gd name="T63" fmla="*/ 2214 h 4037"/>
                <a:gd name="T64" fmla="*/ 1953 w 3905"/>
                <a:gd name="T65" fmla="*/ 2214 h 4037"/>
                <a:gd name="T66" fmla="*/ 1952 w 3905"/>
                <a:gd name="T67" fmla="*/ 2214 h 4037"/>
                <a:gd name="T68" fmla="*/ 1952 w 3905"/>
                <a:gd name="T69" fmla="*/ 2214 h 4037"/>
                <a:gd name="T70" fmla="*/ 260 w 3905"/>
                <a:gd name="T71" fmla="*/ 2214 h 4037"/>
                <a:gd name="T72" fmla="*/ 260 w 3905"/>
                <a:gd name="T73" fmla="*/ 261 h 4037"/>
                <a:gd name="T74" fmla="*/ 3645 w 3905"/>
                <a:gd name="T75" fmla="*/ 261 h 4037"/>
                <a:gd name="T76" fmla="*/ 3645 w 3905"/>
                <a:gd name="T77" fmla="*/ 1303 h 4037"/>
                <a:gd name="T78" fmla="*/ 3775 w 3905"/>
                <a:gd name="T79" fmla="*/ 1433 h 4037"/>
                <a:gd name="T80" fmla="*/ 3905 w 3905"/>
                <a:gd name="T81" fmla="*/ 1303 h 4037"/>
                <a:gd name="T82" fmla="*/ 3905 w 3905"/>
                <a:gd name="T83" fmla="*/ 131 h 4037"/>
                <a:gd name="T84" fmla="*/ 3775 w 3905"/>
                <a:gd name="T85" fmla="*/ 0 h 4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05" h="4037">
                  <a:moveTo>
                    <a:pt x="377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2344"/>
                    <a:pt x="0" y="2344"/>
                    <a:pt x="0" y="2344"/>
                  </a:cubicBezTo>
                  <a:cubicBezTo>
                    <a:pt x="0" y="2416"/>
                    <a:pt x="58" y="2475"/>
                    <a:pt x="130" y="2475"/>
                  </a:cubicBezTo>
                  <a:cubicBezTo>
                    <a:pt x="1710" y="2475"/>
                    <a:pt x="1710" y="2475"/>
                    <a:pt x="1710" y="2475"/>
                  </a:cubicBezTo>
                  <a:cubicBezTo>
                    <a:pt x="1063" y="3444"/>
                    <a:pt x="1063" y="3444"/>
                    <a:pt x="1063" y="3444"/>
                  </a:cubicBezTo>
                  <a:cubicBezTo>
                    <a:pt x="1024" y="3504"/>
                    <a:pt x="1040" y="3584"/>
                    <a:pt x="1099" y="3624"/>
                  </a:cubicBezTo>
                  <a:cubicBezTo>
                    <a:pt x="1122" y="3639"/>
                    <a:pt x="1147" y="3646"/>
                    <a:pt x="1172" y="3646"/>
                  </a:cubicBezTo>
                  <a:cubicBezTo>
                    <a:pt x="1214" y="3646"/>
                    <a:pt x="1255" y="3626"/>
                    <a:pt x="1280" y="3588"/>
                  </a:cubicBezTo>
                  <a:cubicBezTo>
                    <a:pt x="1953" y="2579"/>
                    <a:pt x="1953" y="2579"/>
                    <a:pt x="1953" y="2579"/>
                  </a:cubicBezTo>
                  <a:cubicBezTo>
                    <a:pt x="2886" y="3979"/>
                    <a:pt x="2886" y="3979"/>
                    <a:pt x="2886" y="3979"/>
                  </a:cubicBezTo>
                  <a:cubicBezTo>
                    <a:pt x="2911" y="4016"/>
                    <a:pt x="2952" y="4037"/>
                    <a:pt x="2994" y="4037"/>
                  </a:cubicBezTo>
                  <a:cubicBezTo>
                    <a:pt x="3019" y="4037"/>
                    <a:pt x="3044" y="4030"/>
                    <a:pt x="3066" y="4015"/>
                  </a:cubicBezTo>
                  <a:cubicBezTo>
                    <a:pt x="3126" y="3975"/>
                    <a:pt x="3142" y="3894"/>
                    <a:pt x="3103" y="3834"/>
                  </a:cubicBezTo>
                  <a:cubicBezTo>
                    <a:pt x="2062" y="2273"/>
                    <a:pt x="2062" y="2273"/>
                    <a:pt x="2062" y="2273"/>
                  </a:cubicBezTo>
                  <a:cubicBezTo>
                    <a:pt x="2059" y="2269"/>
                    <a:pt x="2056" y="2264"/>
                    <a:pt x="2052" y="2260"/>
                  </a:cubicBezTo>
                  <a:cubicBezTo>
                    <a:pt x="2051" y="2259"/>
                    <a:pt x="2050" y="2258"/>
                    <a:pt x="2050" y="2258"/>
                  </a:cubicBezTo>
                  <a:cubicBezTo>
                    <a:pt x="2047" y="2255"/>
                    <a:pt x="2045" y="2252"/>
                    <a:pt x="2042" y="2250"/>
                  </a:cubicBezTo>
                  <a:cubicBezTo>
                    <a:pt x="2041" y="2249"/>
                    <a:pt x="2040" y="2247"/>
                    <a:pt x="2038" y="2246"/>
                  </a:cubicBezTo>
                  <a:cubicBezTo>
                    <a:pt x="2036" y="2244"/>
                    <a:pt x="2033" y="2242"/>
                    <a:pt x="2030" y="2240"/>
                  </a:cubicBezTo>
                  <a:cubicBezTo>
                    <a:pt x="2029" y="2239"/>
                    <a:pt x="2028" y="2238"/>
                    <a:pt x="2026" y="2237"/>
                  </a:cubicBezTo>
                  <a:cubicBezTo>
                    <a:pt x="2026" y="2237"/>
                    <a:pt x="2026" y="2236"/>
                    <a:pt x="2025" y="2236"/>
                  </a:cubicBezTo>
                  <a:cubicBezTo>
                    <a:pt x="2022" y="2234"/>
                    <a:pt x="2019" y="2232"/>
                    <a:pt x="2016" y="2230"/>
                  </a:cubicBezTo>
                  <a:cubicBezTo>
                    <a:pt x="2015" y="2230"/>
                    <a:pt x="2015" y="2230"/>
                    <a:pt x="2014" y="2230"/>
                  </a:cubicBezTo>
                  <a:cubicBezTo>
                    <a:pt x="2010" y="2227"/>
                    <a:pt x="2005" y="2225"/>
                    <a:pt x="2000" y="2223"/>
                  </a:cubicBezTo>
                  <a:cubicBezTo>
                    <a:pt x="2000" y="2223"/>
                    <a:pt x="1999" y="2223"/>
                    <a:pt x="1998" y="2222"/>
                  </a:cubicBezTo>
                  <a:cubicBezTo>
                    <a:pt x="1994" y="2221"/>
                    <a:pt x="1990" y="2220"/>
                    <a:pt x="1986" y="2219"/>
                  </a:cubicBezTo>
                  <a:cubicBezTo>
                    <a:pt x="1985" y="2218"/>
                    <a:pt x="1984" y="2218"/>
                    <a:pt x="1983" y="2218"/>
                  </a:cubicBezTo>
                  <a:cubicBezTo>
                    <a:pt x="1979" y="2217"/>
                    <a:pt x="1975" y="2216"/>
                    <a:pt x="1971" y="2216"/>
                  </a:cubicBezTo>
                  <a:cubicBezTo>
                    <a:pt x="1970" y="2215"/>
                    <a:pt x="1969" y="2215"/>
                    <a:pt x="1968" y="2215"/>
                  </a:cubicBezTo>
                  <a:cubicBezTo>
                    <a:pt x="1963" y="2215"/>
                    <a:pt x="1958" y="2214"/>
                    <a:pt x="1953" y="2214"/>
                  </a:cubicBezTo>
                  <a:cubicBezTo>
                    <a:pt x="1953" y="2214"/>
                    <a:pt x="1953" y="2214"/>
                    <a:pt x="1953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260" y="2214"/>
                    <a:pt x="260" y="2214"/>
                    <a:pt x="260" y="2214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3645" y="261"/>
                    <a:pt x="3645" y="261"/>
                    <a:pt x="3645" y="261"/>
                  </a:cubicBezTo>
                  <a:cubicBezTo>
                    <a:pt x="3645" y="1303"/>
                    <a:pt x="3645" y="1303"/>
                    <a:pt x="3645" y="1303"/>
                  </a:cubicBezTo>
                  <a:cubicBezTo>
                    <a:pt x="3645" y="1375"/>
                    <a:pt x="3703" y="1433"/>
                    <a:pt x="3775" y="1433"/>
                  </a:cubicBezTo>
                  <a:cubicBezTo>
                    <a:pt x="3847" y="1433"/>
                    <a:pt x="3905" y="1375"/>
                    <a:pt x="3905" y="1303"/>
                  </a:cubicBezTo>
                  <a:cubicBezTo>
                    <a:pt x="3905" y="131"/>
                    <a:pt x="3905" y="131"/>
                    <a:pt x="3905" y="131"/>
                  </a:cubicBezTo>
                  <a:cubicBezTo>
                    <a:pt x="3905" y="59"/>
                    <a:pt x="3847" y="0"/>
                    <a:pt x="37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5" name="Freeform 111"/>
            <p:cNvSpPr>
              <a:spLocks/>
            </p:cNvSpPr>
            <p:nvPr/>
          </p:nvSpPr>
          <p:spPr bwMode="auto">
            <a:xfrm>
              <a:off x="10720388" y="2093913"/>
              <a:ext cx="966788" cy="431800"/>
            </a:xfrm>
            <a:custGeom>
              <a:avLst/>
              <a:gdLst>
                <a:gd name="T0" fmla="*/ 2444 w 2679"/>
                <a:gd name="T1" fmla="*/ 51 h 1194"/>
                <a:gd name="T2" fmla="*/ 1983 w 2679"/>
                <a:gd name="T3" fmla="*/ 511 h 1194"/>
                <a:gd name="T4" fmla="*/ 1707 w 2679"/>
                <a:gd name="T5" fmla="*/ 235 h 1194"/>
                <a:gd name="T6" fmla="*/ 1523 w 2679"/>
                <a:gd name="T7" fmla="*/ 235 h 1194"/>
                <a:gd name="T8" fmla="*/ 1063 w 2679"/>
                <a:gd name="T9" fmla="*/ 695 h 1194"/>
                <a:gd name="T10" fmla="*/ 787 w 2679"/>
                <a:gd name="T11" fmla="*/ 419 h 1194"/>
                <a:gd name="T12" fmla="*/ 603 w 2679"/>
                <a:gd name="T13" fmla="*/ 419 h 1194"/>
                <a:gd name="T14" fmla="*/ 50 w 2679"/>
                <a:gd name="T15" fmla="*/ 972 h 1194"/>
                <a:gd name="T16" fmla="*/ 50 w 2679"/>
                <a:gd name="T17" fmla="*/ 1156 h 1194"/>
                <a:gd name="T18" fmla="*/ 142 w 2679"/>
                <a:gd name="T19" fmla="*/ 1194 h 1194"/>
                <a:gd name="T20" fmla="*/ 234 w 2679"/>
                <a:gd name="T21" fmla="*/ 1156 h 1194"/>
                <a:gd name="T22" fmla="*/ 695 w 2679"/>
                <a:gd name="T23" fmla="*/ 695 h 1194"/>
                <a:gd name="T24" fmla="*/ 971 w 2679"/>
                <a:gd name="T25" fmla="*/ 972 h 1194"/>
                <a:gd name="T26" fmla="*/ 1155 w 2679"/>
                <a:gd name="T27" fmla="*/ 972 h 1194"/>
                <a:gd name="T28" fmla="*/ 1615 w 2679"/>
                <a:gd name="T29" fmla="*/ 511 h 1194"/>
                <a:gd name="T30" fmla="*/ 1891 w 2679"/>
                <a:gd name="T31" fmla="*/ 787 h 1194"/>
                <a:gd name="T32" fmla="*/ 2075 w 2679"/>
                <a:gd name="T33" fmla="*/ 787 h 1194"/>
                <a:gd name="T34" fmla="*/ 2628 w 2679"/>
                <a:gd name="T35" fmla="*/ 235 h 1194"/>
                <a:gd name="T36" fmla="*/ 2628 w 2679"/>
                <a:gd name="T37" fmla="*/ 51 h 1194"/>
                <a:gd name="T38" fmla="*/ 2444 w 2679"/>
                <a:gd name="T39" fmla="*/ 5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79" h="1194">
                  <a:moveTo>
                    <a:pt x="2444" y="51"/>
                  </a:moveTo>
                  <a:cubicBezTo>
                    <a:pt x="1983" y="511"/>
                    <a:pt x="1983" y="511"/>
                    <a:pt x="1983" y="511"/>
                  </a:cubicBezTo>
                  <a:cubicBezTo>
                    <a:pt x="1707" y="235"/>
                    <a:pt x="1707" y="235"/>
                    <a:pt x="1707" y="235"/>
                  </a:cubicBezTo>
                  <a:cubicBezTo>
                    <a:pt x="1656" y="184"/>
                    <a:pt x="1574" y="184"/>
                    <a:pt x="1523" y="235"/>
                  </a:cubicBezTo>
                  <a:cubicBezTo>
                    <a:pt x="1063" y="695"/>
                    <a:pt x="1063" y="695"/>
                    <a:pt x="1063" y="695"/>
                  </a:cubicBezTo>
                  <a:cubicBezTo>
                    <a:pt x="787" y="419"/>
                    <a:pt x="787" y="419"/>
                    <a:pt x="787" y="419"/>
                  </a:cubicBezTo>
                  <a:cubicBezTo>
                    <a:pt x="736" y="368"/>
                    <a:pt x="654" y="368"/>
                    <a:pt x="603" y="419"/>
                  </a:cubicBezTo>
                  <a:cubicBezTo>
                    <a:pt x="50" y="972"/>
                    <a:pt x="50" y="972"/>
                    <a:pt x="50" y="972"/>
                  </a:cubicBezTo>
                  <a:cubicBezTo>
                    <a:pt x="0" y="1022"/>
                    <a:pt x="0" y="1105"/>
                    <a:pt x="50" y="1156"/>
                  </a:cubicBezTo>
                  <a:cubicBezTo>
                    <a:pt x="76" y="1181"/>
                    <a:pt x="109" y="1194"/>
                    <a:pt x="142" y="1194"/>
                  </a:cubicBezTo>
                  <a:cubicBezTo>
                    <a:pt x="176" y="1194"/>
                    <a:pt x="209" y="1181"/>
                    <a:pt x="234" y="1156"/>
                  </a:cubicBezTo>
                  <a:cubicBezTo>
                    <a:pt x="695" y="695"/>
                    <a:pt x="695" y="695"/>
                    <a:pt x="695" y="695"/>
                  </a:cubicBezTo>
                  <a:cubicBezTo>
                    <a:pt x="971" y="972"/>
                    <a:pt x="971" y="972"/>
                    <a:pt x="971" y="972"/>
                  </a:cubicBezTo>
                  <a:cubicBezTo>
                    <a:pt x="1022" y="1022"/>
                    <a:pt x="1104" y="1022"/>
                    <a:pt x="1155" y="972"/>
                  </a:cubicBezTo>
                  <a:cubicBezTo>
                    <a:pt x="1615" y="511"/>
                    <a:pt x="1615" y="511"/>
                    <a:pt x="1615" y="511"/>
                  </a:cubicBezTo>
                  <a:cubicBezTo>
                    <a:pt x="1891" y="787"/>
                    <a:pt x="1891" y="787"/>
                    <a:pt x="1891" y="787"/>
                  </a:cubicBezTo>
                  <a:cubicBezTo>
                    <a:pt x="1942" y="838"/>
                    <a:pt x="2025" y="838"/>
                    <a:pt x="2075" y="787"/>
                  </a:cubicBezTo>
                  <a:cubicBezTo>
                    <a:pt x="2628" y="235"/>
                    <a:pt x="2628" y="235"/>
                    <a:pt x="2628" y="235"/>
                  </a:cubicBezTo>
                  <a:cubicBezTo>
                    <a:pt x="2679" y="184"/>
                    <a:pt x="2679" y="102"/>
                    <a:pt x="2628" y="51"/>
                  </a:cubicBezTo>
                  <a:cubicBezTo>
                    <a:pt x="2577" y="0"/>
                    <a:pt x="2495" y="0"/>
                    <a:pt x="24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7432819" y="7779054"/>
            <a:ext cx="1162861" cy="1059547"/>
            <a:chOff x="10310813" y="5313363"/>
            <a:chExt cx="1608137" cy="1465262"/>
          </a:xfrm>
          <a:solidFill>
            <a:schemeClr val="tx1"/>
          </a:solidFill>
        </p:grpSpPr>
        <p:sp>
          <p:nvSpPr>
            <p:cNvPr id="187" name="Freeform 210"/>
            <p:cNvSpPr>
              <a:spLocks/>
            </p:cNvSpPr>
            <p:nvPr/>
          </p:nvSpPr>
          <p:spPr bwMode="auto">
            <a:xfrm>
              <a:off x="10310813" y="5313363"/>
              <a:ext cx="1220787" cy="930275"/>
            </a:xfrm>
            <a:custGeom>
              <a:avLst/>
              <a:gdLst>
                <a:gd name="T0" fmla="*/ 130 w 3272"/>
                <a:gd name="T1" fmla="*/ 2491 h 2491"/>
                <a:gd name="T2" fmla="*/ 44 w 3272"/>
                <a:gd name="T3" fmla="*/ 2458 h 2491"/>
                <a:gd name="T4" fmla="*/ 0 w 3272"/>
                <a:gd name="T5" fmla="*/ 2360 h 2491"/>
                <a:gd name="T6" fmla="*/ 0 w 3272"/>
                <a:gd name="T7" fmla="*/ 798 h 2491"/>
                <a:gd name="T8" fmla="*/ 44 w 3272"/>
                <a:gd name="T9" fmla="*/ 701 h 2491"/>
                <a:gd name="T10" fmla="*/ 146 w 3272"/>
                <a:gd name="T11" fmla="*/ 669 h 2491"/>
                <a:gd name="T12" fmla="*/ 1154 w 3272"/>
                <a:gd name="T13" fmla="*/ 795 h 2491"/>
                <a:gd name="T14" fmla="*/ 3076 w 3272"/>
                <a:gd name="T15" fmla="*/ 26 h 2491"/>
                <a:gd name="T16" fmla="*/ 3245 w 3272"/>
                <a:gd name="T17" fmla="*/ 99 h 2491"/>
                <a:gd name="T18" fmla="*/ 3173 w 3272"/>
                <a:gd name="T19" fmla="*/ 268 h 2491"/>
                <a:gd name="T20" fmla="*/ 1220 w 3272"/>
                <a:gd name="T21" fmla="*/ 1049 h 2491"/>
                <a:gd name="T22" fmla="*/ 1155 w 3272"/>
                <a:gd name="T23" fmla="*/ 1058 h 2491"/>
                <a:gd name="T24" fmla="*/ 260 w 3272"/>
                <a:gd name="T25" fmla="*/ 946 h 2491"/>
                <a:gd name="T26" fmla="*/ 260 w 3272"/>
                <a:gd name="T27" fmla="*/ 2213 h 2491"/>
                <a:gd name="T28" fmla="*/ 374 w 3272"/>
                <a:gd name="T29" fmla="*/ 2199 h 2491"/>
                <a:gd name="T30" fmla="*/ 520 w 3272"/>
                <a:gd name="T31" fmla="*/ 2312 h 2491"/>
                <a:gd name="T32" fmla="*/ 407 w 3272"/>
                <a:gd name="T33" fmla="*/ 2457 h 2491"/>
                <a:gd name="T34" fmla="*/ 146 w 3272"/>
                <a:gd name="T35" fmla="*/ 2490 h 2491"/>
                <a:gd name="T36" fmla="*/ 130 w 3272"/>
                <a:gd name="T37" fmla="*/ 2491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72" h="2491">
                  <a:moveTo>
                    <a:pt x="130" y="2491"/>
                  </a:moveTo>
                  <a:cubicBezTo>
                    <a:pt x="99" y="2491"/>
                    <a:pt x="68" y="2479"/>
                    <a:pt x="44" y="2458"/>
                  </a:cubicBezTo>
                  <a:cubicBezTo>
                    <a:pt x="16" y="2433"/>
                    <a:pt x="0" y="2398"/>
                    <a:pt x="0" y="236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761"/>
                    <a:pt x="16" y="725"/>
                    <a:pt x="44" y="701"/>
                  </a:cubicBezTo>
                  <a:cubicBezTo>
                    <a:pt x="72" y="676"/>
                    <a:pt x="109" y="664"/>
                    <a:pt x="146" y="669"/>
                  </a:cubicBezTo>
                  <a:cubicBezTo>
                    <a:pt x="1154" y="795"/>
                    <a:pt x="1154" y="795"/>
                    <a:pt x="1154" y="795"/>
                  </a:cubicBezTo>
                  <a:cubicBezTo>
                    <a:pt x="3076" y="26"/>
                    <a:pt x="3076" y="26"/>
                    <a:pt x="3076" y="26"/>
                  </a:cubicBezTo>
                  <a:cubicBezTo>
                    <a:pt x="3143" y="0"/>
                    <a:pt x="3218" y="32"/>
                    <a:pt x="3245" y="99"/>
                  </a:cubicBezTo>
                  <a:cubicBezTo>
                    <a:pt x="3272" y="166"/>
                    <a:pt x="3239" y="242"/>
                    <a:pt x="3173" y="268"/>
                  </a:cubicBezTo>
                  <a:cubicBezTo>
                    <a:pt x="1220" y="1049"/>
                    <a:pt x="1220" y="1049"/>
                    <a:pt x="1220" y="1049"/>
                  </a:cubicBezTo>
                  <a:cubicBezTo>
                    <a:pt x="1199" y="1057"/>
                    <a:pt x="1177" y="1060"/>
                    <a:pt x="1155" y="1058"/>
                  </a:cubicBezTo>
                  <a:cubicBezTo>
                    <a:pt x="260" y="946"/>
                    <a:pt x="260" y="946"/>
                    <a:pt x="260" y="946"/>
                  </a:cubicBezTo>
                  <a:cubicBezTo>
                    <a:pt x="260" y="2213"/>
                    <a:pt x="260" y="2213"/>
                    <a:pt x="260" y="2213"/>
                  </a:cubicBezTo>
                  <a:cubicBezTo>
                    <a:pt x="374" y="2199"/>
                    <a:pt x="374" y="2199"/>
                    <a:pt x="374" y="2199"/>
                  </a:cubicBezTo>
                  <a:cubicBezTo>
                    <a:pt x="446" y="2190"/>
                    <a:pt x="511" y="2240"/>
                    <a:pt x="520" y="2312"/>
                  </a:cubicBezTo>
                  <a:cubicBezTo>
                    <a:pt x="528" y="2383"/>
                    <a:pt x="478" y="2448"/>
                    <a:pt x="407" y="2457"/>
                  </a:cubicBezTo>
                  <a:cubicBezTo>
                    <a:pt x="146" y="2490"/>
                    <a:pt x="146" y="2490"/>
                    <a:pt x="146" y="2490"/>
                  </a:cubicBezTo>
                  <a:cubicBezTo>
                    <a:pt x="141" y="2490"/>
                    <a:pt x="135" y="2491"/>
                    <a:pt x="130" y="24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8" name="Freeform 211"/>
            <p:cNvSpPr>
              <a:spLocks/>
            </p:cNvSpPr>
            <p:nvPr/>
          </p:nvSpPr>
          <p:spPr bwMode="auto">
            <a:xfrm>
              <a:off x="10696575" y="5659438"/>
              <a:ext cx="828675" cy="1119187"/>
            </a:xfrm>
            <a:custGeom>
              <a:avLst/>
              <a:gdLst>
                <a:gd name="T0" fmla="*/ 399 w 2219"/>
                <a:gd name="T1" fmla="*/ 2995 h 2995"/>
                <a:gd name="T2" fmla="*/ 271 w 2219"/>
                <a:gd name="T3" fmla="*/ 2886 h 2995"/>
                <a:gd name="T4" fmla="*/ 8 w 2219"/>
                <a:gd name="T5" fmla="*/ 1324 h 2995"/>
                <a:gd name="T6" fmla="*/ 55 w 2219"/>
                <a:gd name="T7" fmla="*/ 1201 h 2995"/>
                <a:gd name="T8" fmla="*/ 185 w 2219"/>
                <a:gd name="T9" fmla="*/ 1181 h 2995"/>
                <a:gd name="T10" fmla="*/ 1959 w 2219"/>
                <a:gd name="T11" fmla="*/ 1891 h 2995"/>
                <a:gd name="T12" fmla="*/ 1959 w 2219"/>
                <a:gd name="T13" fmla="*/ 131 h 2995"/>
                <a:gd name="T14" fmla="*/ 2089 w 2219"/>
                <a:gd name="T15" fmla="*/ 0 h 2995"/>
                <a:gd name="T16" fmla="*/ 2219 w 2219"/>
                <a:gd name="T17" fmla="*/ 131 h 2995"/>
                <a:gd name="T18" fmla="*/ 2219 w 2219"/>
                <a:gd name="T19" fmla="*/ 2083 h 2995"/>
                <a:gd name="T20" fmla="*/ 2162 w 2219"/>
                <a:gd name="T21" fmla="*/ 2191 h 2995"/>
                <a:gd name="T22" fmla="*/ 2041 w 2219"/>
                <a:gd name="T23" fmla="*/ 2204 h 2995"/>
                <a:gd name="T24" fmla="*/ 303 w 2219"/>
                <a:gd name="T25" fmla="*/ 1509 h 2995"/>
                <a:gd name="T26" fmla="*/ 527 w 2219"/>
                <a:gd name="T27" fmla="*/ 2843 h 2995"/>
                <a:gd name="T28" fmla="*/ 420 w 2219"/>
                <a:gd name="T29" fmla="*/ 2993 h 2995"/>
                <a:gd name="T30" fmla="*/ 399 w 2219"/>
                <a:gd name="T31" fmla="*/ 2995 h 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19" h="2995">
                  <a:moveTo>
                    <a:pt x="399" y="2995"/>
                  </a:moveTo>
                  <a:cubicBezTo>
                    <a:pt x="336" y="2995"/>
                    <a:pt x="281" y="2950"/>
                    <a:pt x="271" y="2886"/>
                  </a:cubicBezTo>
                  <a:cubicBezTo>
                    <a:pt x="8" y="1324"/>
                    <a:pt x="8" y="1324"/>
                    <a:pt x="8" y="1324"/>
                  </a:cubicBezTo>
                  <a:cubicBezTo>
                    <a:pt x="0" y="1277"/>
                    <a:pt x="18" y="1230"/>
                    <a:pt x="55" y="1201"/>
                  </a:cubicBezTo>
                  <a:cubicBezTo>
                    <a:pt x="91" y="1171"/>
                    <a:pt x="141" y="1164"/>
                    <a:pt x="185" y="1181"/>
                  </a:cubicBezTo>
                  <a:cubicBezTo>
                    <a:pt x="1959" y="1891"/>
                    <a:pt x="1959" y="1891"/>
                    <a:pt x="1959" y="1891"/>
                  </a:cubicBezTo>
                  <a:cubicBezTo>
                    <a:pt x="1959" y="131"/>
                    <a:pt x="1959" y="131"/>
                    <a:pt x="1959" y="131"/>
                  </a:cubicBezTo>
                  <a:cubicBezTo>
                    <a:pt x="1959" y="59"/>
                    <a:pt x="2017" y="0"/>
                    <a:pt x="2089" y="0"/>
                  </a:cubicBezTo>
                  <a:cubicBezTo>
                    <a:pt x="2161" y="0"/>
                    <a:pt x="2219" y="59"/>
                    <a:pt x="2219" y="131"/>
                  </a:cubicBezTo>
                  <a:cubicBezTo>
                    <a:pt x="2219" y="2083"/>
                    <a:pt x="2219" y="2083"/>
                    <a:pt x="2219" y="2083"/>
                  </a:cubicBezTo>
                  <a:cubicBezTo>
                    <a:pt x="2219" y="2126"/>
                    <a:pt x="2198" y="2167"/>
                    <a:pt x="2162" y="2191"/>
                  </a:cubicBezTo>
                  <a:cubicBezTo>
                    <a:pt x="2126" y="2215"/>
                    <a:pt x="2081" y="2220"/>
                    <a:pt x="2041" y="2204"/>
                  </a:cubicBezTo>
                  <a:cubicBezTo>
                    <a:pt x="303" y="1509"/>
                    <a:pt x="303" y="1509"/>
                    <a:pt x="303" y="1509"/>
                  </a:cubicBezTo>
                  <a:cubicBezTo>
                    <a:pt x="527" y="2843"/>
                    <a:pt x="527" y="2843"/>
                    <a:pt x="527" y="2843"/>
                  </a:cubicBezTo>
                  <a:cubicBezTo>
                    <a:pt x="539" y="2914"/>
                    <a:pt x="491" y="2981"/>
                    <a:pt x="420" y="2993"/>
                  </a:cubicBezTo>
                  <a:cubicBezTo>
                    <a:pt x="413" y="2994"/>
                    <a:pt x="406" y="2995"/>
                    <a:pt x="399" y="29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9" name="Freeform 212"/>
            <p:cNvSpPr>
              <a:spLocks/>
            </p:cNvSpPr>
            <p:nvPr/>
          </p:nvSpPr>
          <p:spPr bwMode="auto">
            <a:xfrm>
              <a:off x="11622088" y="5854700"/>
              <a:ext cx="290512" cy="96837"/>
            </a:xfrm>
            <a:custGeom>
              <a:avLst/>
              <a:gdLst>
                <a:gd name="T0" fmla="*/ 651 w 781"/>
                <a:gd name="T1" fmla="*/ 260 h 260"/>
                <a:gd name="T2" fmla="*/ 130 w 781"/>
                <a:gd name="T3" fmla="*/ 260 h 260"/>
                <a:gd name="T4" fmla="*/ 0 w 781"/>
                <a:gd name="T5" fmla="*/ 130 h 260"/>
                <a:gd name="T6" fmla="*/ 130 w 781"/>
                <a:gd name="T7" fmla="*/ 0 h 260"/>
                <a:gd name="T8" fmla="*/ 651 w 781"/>
                <a:gd name="T9" fmla="*/ 0 h 260"/>
                <a:gd name="T10" fmla="*/ 781 w 781"/>
                <a:gd name="T11" fmla="*/ 130 h 260"/>
                <a:gd name="T12" fmla="*/ 651 w 781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1" h="260">
                  <a:moveTo>
                    <a:pt x="651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651" y="0"/>
                    <a:pt x="651" y="0"/>
                    <a:pt x="651" y="0"/>
                  </a:cubicBezTo>
                  <a:cubicBezTo>
                    <a:pt x="723" y="0"/>
                    <a:pt x="781" y="58"/>
                    <a:pt x="781" y="130"/>
                  </a:cubicBezTo>
                  <a:cubicBezTo>
                    <a:pt x="781" y="202"/>
                    <a:pt x="723" y="260"/>
                    <a:pt x="651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0" name="Freeform 213"/>
            <p:cNvSpPr>
              <a:spLocks/>
            </p:cNvSpPr>
            <p:nvPr/>
          </p:nvSpPr>
          <p:spPr bwMode="auto">
            <a:xfrm>
              <a:off x="11615738" y="5459413"/>
              <a:ext cx="303212" cy="168275"/>
            </a:xfrm>
            <a:custGeom>
              <a:avLst/>
              <a:gdLst>
                <a:gd name="T0" fmla="*/ 146 w 813"/>
                <a:gd name="T1" fmla="*/ 450 h 450"/>
                <a:gd name="T2" fmla="*/ 22 w 813"/>
                <a:gd name="T3" fmla="*/ 361 h 450"/>
                <a:gd name="T4" fmla="*/ 105 w 813"/>
                <a:gd name="T5" fmla="*/ 196 h 450"/>
                <a:gd name="T6" fmla="*/ 625 w 813"/>
                <a:gd name="T7" fmla="*/ 22 h 450"/>
                <a:gd name="T8" fmla="*/ 790 w 813"/>
                <a:gd name="T9" fmla="*/ 105 h 450"/>
                <a:gd name="T10" fmla="*/ 708 w 813"/>
                <a:gd name="T11" fmla="*/ 269 h 450"/>
                <a:gd name="T12" fmla="*/ 187 w 813"/>
                <a:gd name="T13" fmla="*/ 443 h 450"/>
                <a:gd name="T14" fmla="*/ 146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146" y="450"/>
                  </a:moveTo>
                  <a:cubicBezTo>
                    <a:pt x="91" y="450"/>
                    <a:pt x="41" y="415"/>
                    <a:pt x="22" y="361"/>
                  </a:cubicBezTo>
                  <a:cubicBezTo>
                    <a:pt x="0" y="292"/>
                    <a:pt x="37" y="219"/>
                    <a:pt x="105" y="196"/>
                  </a:cubicBezTo>
                  <a:cubicBezTo>
                    <a:pt x="625" y="22"/>
                    <a:pt x="625" y="22"/>
                    <a:pt x="625" y="22"/>
                  </a:cubicBezTo>
                  <a:cubicBezTo>
                    <a:pt x="694" y="0"/>
                    <a:pt x="767" y="37"/>
                    <a:pt x="790" y="105"/>
                  </a:cubicBezTo>
                  <a:cubicBezTo>
                    <a:pt x="813" y="173"/>
                    <a:pt x="776" y="247"/>
                    <a:pt x="708" y="269"/>
                  </a:cubicBezTo>
                  <a:cubicBezTo>
                    <a:pt x="187" y="443"/>
                    <a:pt x="187" y="443"/>
                    <a:pt x="187" y="443"/>
                  </a:cubicBezTo>
                  <a:cubicBezTo>
                    <a:pt x="173" y="448"/>
                    <a:pt x="160" y="450"/>
                    <a:pt x="14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1" name="Freeform 214"/>
            <p:cNvSpPr>
              <a:spLocks/>
            </p:cNvSpPr>
            <p:nvPr/>
          </p:nvSpPr>
          <p:spPr bwMode="auto">
            <a:xfrm>
              <a:off x="11615738" y="6184900"/>
              <a:ext cx="303212" cy="168275"/>
            </a:xfrm>
            <a:custGeom>
              <a:avLst/>
              <a:gdLst>
                <a:gd name="T0" fmla="*/ 667 w 813"/>
                <a:gd name="T1" fmla="*/ 450 h 450"/>
                <a:gd name="T2" fmla="*/ 625 w 813"/>
                <a:gd name="T3" fmla="*/ 443 h 450"/>
                <a:gd name="T4" fmla="*/ 105 w 813"/>
                <a:gd name="T5" fmla="*/ 269 h 450"/>
                <a:gd name="T6" fmla="*/ 22 w 813"/>
                <a:gd name="T7" fmla="*/ 105 h 450"/>
                <a:gd name="T8" fmla="*/ 187 w 813"/>
                <a:gd name="T9" fmla="*/ 22 h 450"/>
                <a:gd name="T10" fmla="*/ 708 w 813"/>
                <a:gd name="T11" fmla="*/ 196 h 450"/>
                <a:gd name="T12" fmla="*/ 790 w 813"/>
                <a:gd name="T13" fmla="*/ 361 h 450"/>
                <a:gd name="T14" fmla="*/ 667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667" y="450"/>
                  </a:moveTo>
                  <a:cubicBezTo>
                    <a:pt x="653" y="450"/>
                    <a:pt x="639" y="448"/>
                    <a:pt x="625" y="443"/>
                  </a:cubicBezTo>
                  <a:cubicBezTo>
                    <a:pt x="105" y="269"/>
                    <a:pt x="105" y="269"/>
                    <a:pt x="105" y="269"/>
                  </a:cubicBezTo>
                  <a:cubicBezTo>
                    <a:pt x="37" y="247"/>
                    <a:pt x="0" y="173"/>
                    <a:pt x="22" y="105"/>
                  </a:cubicBezTo>
                  <a:cubicBezTo>
                    <a:pt x="45" y="37"/>
                    <a:pt x="119" y="0"/>
                    <a:pt x="187" y="22"/>
                  </a:cubicBezTo>
                  <a:cubicBezTo>
                    <a:pt x="708" y="196"/>
                    <a:pt x="708" y="196"/>
                    <a:pt x="708" y="196"/>
                  </a:cubicBezTo>
                  <a:cubicBezTo>
                    <a:pt x="776" y="219"/>
                    <a:pt x="813" y="292"/>
                    <a:pt x="790" y="361"/>
                  </a:cubicBezTo>
                  <a:cubicBezTo>
                    <a:pt x="772" y="415"/>
                    <a:pt x="721" y="450"/>
                    <a:pt x="667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92" name="Freeform 332"/>
          <p:cNvSpPr>
            <a:spLocks/>
          </p:cNvSpPr>
          <p:nvPr/>
        </p:nvSpPr>
        <p:spPr bwMode="auto">
          <a:xfrm>
            <a:off x="5764402" y="5788371"/>
            <a:ext cx="1189214" cy="871398"/>
          </a:xfrm>
          <a:custGeom>
            <a:avLst/>
            <a:gdLst>
              <a:gd name="T0" fmla="*/ 1710 w 4488"/>
              <a:gd name="T1" fmla="*/ 3287 h 3287"/>
              <a:gd name="T2" fmla="*/ 108 w 4488"/>
              <a:gd name="T3" fmla="*/ 3287 h 3287"/>
              <a:gd name="T4" fmla="*/ 0 w 4488"/>
              <a:gd name="T5" fmla="*/ 3179 h 3287"/>
              <a:gd name="T6" fmla="*/ 0 w 4488"/>
              <a:gd name="T7" fmla="*/ 108 h 3287"/>
              <a:gd name="T8" fmla="*/ 108 w 4488"/>
              <a:gd name="T9" fmla="*/ 0 h 3287"/>
              <a:gd name="T10" fmla="*/ 1332 w 4488"/>
              <a:gd name="T11" fmla="*/ 0 h 3287"/>
              <a:gd name="T12" fmla="*/ 1507 w 4488"/>
              <a:gd name="T13" fmla="*/ 174 h 3287"/>
              <a:gd name="T14" fmla="*/ 1451 w 4488"/>
              <a:gd name="T15" fmla="*/ 303 h 3287"/>
              <a:gd name="T16" fmla="*/ 1445 w 4488"/>
              <a:gd name="T17" fmla="*/ 308 h 3287"/>
              <a:gd name="T18" fmla="*/ 1284 w 4488"/>
              <a:gd name="T19" fmla="*/ 642 h 3287"/>
              <a:gd name="T20" fmla="*/ 1710 w 4488"/>
              <a:gd name="T21" fmla="*/ 1068 h 3287"/>
              <a:gd name="T22" fmla="*/ 2136 w 4488"/>
              <a:gd name="T23" fmla="*/ 642 h 3287"/>
              <a:gd name="T24" fmla="*/ 1975 w 4488"/>
              <a:gd name="T25" fmla="*/ 308 h 3287"/>
              <a:gd name="T26" fmla="*/ 1969 w 4488"/>
              <a:gd name="T27" fmla="*/ 303 h 3287"/>
              <a:gd name="T28" fmla="*/ 1913 w 4488"/>
              <a:gd name="T29" fmla="*/ 174 h 3287"/>
              <a:gd name="T30" fmla="*/ 2087 w 4488"/>
              <a:gd name="T31" fmla="*/ 0 h 3287"/>
              <a:gd name="T32" fmla="*/ 3312 w 4488"/>
              <a:gd name="T33" fmla="*/ 0 h 3287"/>
              <a:gd name="T34" fmla="*/ 3389 w 4488"/>
              <a:gd name="T35" fmla="*/ 31 h 3287"/>
              <a:gd name="T36" fmla="*/ 3420 w 4488"/>
              <a:gd name="T37" fmla="*/ 108 h 3287"/>
              <a:gd name="T38" fmla="*/ 3420 w 4488"/>
              <a:gd name="T39" fmla="*/ 1096 h 3287"/>
              <a:gd name="T40" fmla="*/ 3846 w 4488"/>
              <a:gd name="T41" fmla="*/ 934 h 3287"/>
              <a:gd name="T42" fmla="*/ 4488 w 4488"/>
              <a:gd name="T43" fmla="*/ 1576 h 3287"/>
              <a:gd name="T44" fmla="*/ 3846 w 4488"/>
              <a:gd name="T45" fmla="*/ 2218 h 3287"/>
              <a:gd name="T46" fmla="*/ 3344 w 4488"/>
              <a:gd name="T47" fmla="*/ 1976 h 3287"/>
              <a:gd name="T48" fmla="*/ 3361 w 4488"/>
              <a:gd name="T49" fmla="*/ 1824 h 3287"/>
              <a:gd name="T50" fmla="*/ 3512 w 4488"/>
              <a:gd name="T51" fmla="*/ 1841 h 3287"/>
              <a:gd name="T52" fmla="*/ 3846 w 4488"/>
              <a:gd name="T53" fmla="*/ 2002 h 3287"/>
              <a:gd name="T54" fmla="*/ 4272 w 4488"/>
              <a:gd name="T55" fmla="*/ 1576 h 3287"/>
              <a:gd name="T56" fmla="*/ 3846 w 4488"/>
              <a:gd name="T57" fmla="*/ 1150 h 3287"/>
              <a:gd name="T58" fmla="*/ 3512 w 4488"/>
              <a:gd name="T59" fmla="*/ 1312 h 3287"/>
              <a:gd name="T60" fmla="*/ 3508 w 4488"/>
              <a:gd name="T61" fmla="*/ 1317 h 3287"/>
              <a:gd name="T62" fmla="*/ 3379 w 4488"/>
              <a:gd name="T63" fmla="*/ 1374 h 3287"/>
              <a:gd name="T64" fmla="*/ 3204 w 4488"/>
              <a:gd name="T65" fmla="*/ 1199 h 3287"/>
              <a:gd name="T66" fmla="*/ 3204 w 4488"/>
              <a:gd name="T67" fmla="*/ 216 h 3287"/>
              <a:gd name="T68" fmla="*/ 2190 w 4488"/>
              <a:gd name="T69" fmla="*/ 216 h 3287"/>
              <a:gd name="T70" fmla="*/ 2352 w 4488"/>
              <a:gd name="T71" fmla="*/ 642 h 3287"/>
              <a:gd name="T72" fmla="*/ 1710 w 4488"/>
              <a:gd name="T73" fmla="*/ 1284 h 3287"/>
              <a:gd name="T74" fmla="*/ 1068 w 4488"/>
              <a:gd name="T75" fmla="*/ 642 h 3287"/>
              <a:gd name="T76" fmla="*/ 1230 w 4488"/>
              <a:gd name="T77" fmla="*/ 216 h 3287"/>
              <a:gd name="T78" fmla="*/ 216 w 4488"/>
              <a:gd name="T79" fmla="*/ 216 h 3287"/>
              <a:gd name="T80" fmla="*/ 216 w 4488"/>
              <a:gd name="T81" fmla="*/ 3071 h 3287"/>
              <a:gd name="T82" fmla="*/ 1710 w 4488"/>
              <a:gd name="T83" fmla="*/ 3071 h 3287"/>
              <a:gd name="T84" fmla="*/ 1818 w 4488"/>
              <a:gd name="T85" fmla="*/ 3179 h 3287"/>
              <a:gd name="T86" fmla="*/ 1710 w 4488"/>
              <a:gd name="T87" fmla="*/ 3287 h 3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88" h="3287">
                <a:moveTo>
                  <a:pt x="1710" y="3287"/>
                </a:moveTo>
                <a:cubicBezTo>
                  <a:pt x="108" y="3287"/>
                  <a:pt x="108" y="3287"/>
                  <a:pt x="108" y="3287"/>
                </a:cubicBezTo>
                <a:cubicBezTo>
                  <a:pt x="48" y="3287"/>
                  <a:pt x="0" y="3238"/>
                  <a:pt x="0" y="3179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48"/>
                  <a:pt x="48" y="0"/>
                  <a:pt x="108" y="0"/>
                </a:cubicBezTo>
                <a:cubicBezTo>
                  <a:pt x="1332" y="0"/>
                  <a:pt x="1332" y="0"/>
                  <a:pt x="1332" y="0"/>
                </a:cubicBezTo>
                <a:cubicBezTo>
                  <a:pt x="1429" y="0"/>
                  <a:pt x="1507" y="78"/>
                  <a:pt x="1507" y="174"/>
                </a:cubicBezTo>
                <a:cubicBezTo>
                  <a:pt x="1507" y="223"/>
                  <a:pt x="1487" y="270"/>
                  <a:pt x="1451" y="303"/>
                </a:cubicBezTo>
                <a:cubicBezTo>
                  <a:pt x="1449" y="305"/>
                  <a:pt x="1447" y="306"/>
                  <a:pt x="1445" y="308"/>
                </a:cubicBezTo>
                <a:cubicBezTo>
                  <a:pt x="1343" y="390"/>
                  <a:pt x="1284" y="511"/>
                  <a:pt x="1284" y="642"/>
                </a:cubicBezTo>
                <a:cubicBezTo>
                  <a:pt x="1284" y="877"/>
                  <a:pt x="1475" y="1068"/>
                  <a:pt x="1710" y="1068"/>
                </a:cubicBezTo>
                <a:cubicBezTo>
                  <a:pt x="1945" y="1068"/>
                  <a:pt x="2136" y="877"/>
                  <a:pt x="2136" y="642"/>
                </a:cubicBezTo>
                <a:cubicBezTo>
                  <a:pt x="2136" y="511"/>
                  <a:pt x="2077" y="390"/>
                  <a:pt x="1975" y="308"/>
                </a:cubicBezTo>
                <a:cubicBezTo>
                  <a:pt x="1973" y="306"/>
                  <a:pt x="1971" y="305"/>
                  <a:pt x="1969" y="303"/>
                </a:cubicBezTo>
                <a:cubicBezTo>
                  <a:pt x="1933" y="270"/>
                  <a:pt x="1913" y="223"/>
                  <a:pt x="1913" y="174"/>
                </a:cubicBezTo>
                <a:cubicBezTo>
                  <a:pt x="1913" y="78"/>
                  <a:pt x="1991" y="0"/>
                  <a:pt x="2087" y="0"/>
                </a:cubicBezTo>
                <a:cubicBezTo>
                  <a:pt x="3312" y="0"/>
                  <a:pt x="3312" y="0"/>
                  <a:pt x="3312" y="0"/>
                </a:cubicBezTo>
                <a:cubicBezTo>
                  <a:pt x="3341" y="0"/>
                  <a:pt x="3368" y="11"/>
                  <a:pt x="3389" y="31"/>
                </a:cubicBezTo>
                <a:cubicBezTo>
                  <a:pt x="3409" y="51"/>
                  <a:pt x="3420" y="79"/>
                  <a:pt x="3420" y="108"/>
                </a:cubicBezTo>
                <a:cubicBezTo>
                  <a:pt x="3420" y="1096"/>
                  <a:pt x="3420" y="1096"/>
                  <a:pt x="3420" y="1096"/>
                </a:cubicBezTo>
                <a:cubicBezTo>
                  <a:pt x="3537" y="992"/>
                  <a:pt x="3687" y="934"/>
                  <a:pt x="3846" y="934"/>
                </a:cubicBezTo>
                <a:cubicBezTo>
                  <a:pt x="4200" y="934"/>
                  <a:pt x="4488" y="1222"/>
                  <a:pt x="4488" y="1576"/>
                </a:cubicBezTo>
                <a:cubicBezTo>
                  <a:pt x="4488" y="1930"/>
                  <a:pt x="4200" y="2218"/>
                  <a:pt x="3846" y="2218"/>
                </a:cubicBezTo>
                <a:cubicBezTo>
                  <a:pt x="3650" y="2218"/>
                  <a:pt x="3467" y="2130"/>
                  <a:pt x="3344" y="1976"/>
                </a:cubicBezTo>
                <a:cubicBezTo>
                  <a:pt x="3306" y="1929"/>
                  <a:pt x="3314" y="1861"/>
                  <a:pt x="3361" y="1824"/>
                </a:cubicBezTo>
                <a:cubicBezTo>
                  <a:pt x="3407" y="1787"/>
                  <a:pt x="3475" y="1795"/>
                  <a:pt x="3512" y="1841"/>
                </a:cubicBezTo>
                <a:cubicBezTo>
                  <a:pt x="3594" y="1944"/>
                  <a:pt x="3716" y="2002"/>
                  <a:pt x="3846" y="2002"/>
                </a:cubicBezTo>
                <a:cubicBezTo>
                  <a:pt x="4081" y="2002"/>
                  <a:pt x="4272" y="1811"/>
                  <a:pt x="4272" y="1576"/>
                </a:cubicBezTo>
                <a:cubicBezTo>
                  <a:pt x="4272" y="1341"/>
                  <a:pt x="4081" y="1150"/>
                  <a:pt x="3846" y="1150"/>
                </a:cubicBezTo>
                <a:cubicBezTo>
                  <a:pt x="3716" y="1150"/>
                  <a:pt x="3594" y="1209"/>
                  <a:pt x="3512" y="1312"/>
                </a:cubicBezTo>
                <a:cubicBezTo>
                  <a:pt x="3511" y="1314"/>
                  <a:pt x="3509" y="1315"/>
                  <a:pt x="3508" y="1317"/>
                </a:cubicBezTo>
                <a:cubicBezTo>
                  <a:pt x="3475" y="1353"/>
                  <a:pt x="3428" y="1374"/>
                  <a:pt x="3379" y="1374"/>
                </a:cubicBezTo>
                <a:cubicBezTo>
                  <a:pt x="3283" y="1374"/>
                  <a:pt x="3204" y="1295"/>
                  <a:pt x="3204" y="1199"/>
                </a:cubicBezTo>
                <a:cubicBezTo>
                  <a:pt x="3204" y="216"/>
                  <a:pt x="3204" y="216"/>
                  <a:pt x="3204" y="216"/>
                </a:cubicBezTo>
                <a:cubicBezTo>
                  <a:pt x="2190" y="216"/>
                  <a:pt x="2190" y="216"/>
                  <a:pt x="2190" y="216"/>
                </a:cubicBezTo>
                <a:cubicBezTo>
                  <a:pt x="2294" y="332"/>
                  <a:pt x="2352" y="483"/>
                  <a:pt x="2352" y="642"/>
                </a:cubicBezTo>
                <a:cubicBezTo>
                  <a:pt x="2352" y="996"/>
                  <a:pt x="2064" y="1284"/>
                  <a:pt x="1710" y="1284"/>
                </a:cubicBezTo>
                <a:cubicBezTo>
                  <a:pt x="1356" y="1284"/>
                  <a:pt x="1068" y="996"/>
                  <a:pt x="1068" y="642"/>
                </a:cubicBezTo>
                <a:cubicBezTo>
                  <a:pt x="1068" y="483"/>
                  <a:pt x="1126" y="332"/>
                  <a:pt x="1230" y="216"/>
                </a:cubicBezTo>
                <a:cubicBezTo>
                  <a:pt x="216" y="216"/>
                  <a:pt x="216" y="216"/>
                  <a:pt x="216" y="216"/>
                </a:cubicBezTo>
                <a:cubicBezTo>
                  <a:pt x="216" y="3071"/>
                  <a:pt x="216" y="3071"/>
                  <a:pt x="216" y="3071"/>
                </a:cubicBezTo>
                <a:cubicBezTo>
                  <a:pt x="1710" y="3071"/>
                  <a:pt x="1710" y="3071"/>
                  <a:pt x="1710" y="3071"/>
                </a:cubicBezTo>
                <a:cubicBezTo>
                  <a:pt x="1770" y="3071"/>
                  <a:pt x="1818" y="3119"/>
                  <a:pt x="1818" y="3179"/>
                </a:cubicBezTo>
                <a:cubicBezTo>
                  <a:pt x="1818" y="3238"/>
                  <a:pt x="1770" y="3287"/>
                  <a:pt x="1710" y="3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93" name="Gruppieren 192"/>
          <p:cNvGrpSpPr/>
          <p:nvPr/>
        </p:nvGrpSpPr>
        <p:grpSpPr>
          <a:xfrm>
            <a:off x="4174999" y="5773016"/>
            <a:ext cx="1079415" cy="934071"/>
            <a:chOff x="8377238" y="1882775"/>
            <a:chExt cx="1685925" cy="1458913"/>
          </a:xfrm>
          <a:solidFill>
            <a:schemeClr val="tx1"/>
          </a:solidFill>
        </p:grpSpPr>
        <p:sp>
          <p:nvSpPr>
            <p:cNvPr id="194" name="Freeform 326"/>
            <p:cNvSpPr>
              <a:spLocks noEditPoints="1"/>
            </p:cNvSpPr>
            <p:nvPr/>
          </p:nvSpPr>
          <p:spPr bwMode="auto">
            <a:xfrm>
              <a:off x="8377238" y="1882775"/>
              <a:ext cx="1685925" cy="434975"/>
            </a:xfrm>
            <a:custGeom>
              <a:avLst/>
              <a:gdLst>
                <a:gd name="T0" fmla="*/ 3733 w 3839"/>
                <a:gd name="T1" fmla="*/ 989 h 989"/>
                <a:gd name="T2" fmla="*/ 106 w 3839"/>
                <a:gd name="T3" fmla="*/ 989 h 989"/>
                <a:gd name="T4" fmla="*/ 0 w 3839"/>
                <a:gd name="T5" fmla="*/ 883 h 989"/>
                <a:gd name="T6" fmla="*/ 0 w 3839"/>
                <a:gd name="T7" fmla="*/ 106 h 989"/>
                <a:gd name="T8" fmla="*/ 106 w 3839"/>
                <a:gd name="T9" fmla="*/ 0 h 989"/>
                <a:gd name="T10" fmla="*/ 3733 w 3839"/>
                <a:gd name="T11" fmla="*/ 0 h 989"/>
                <a:gd name="T12" fmla="*/ 3839 w 3839"/>
                <a:gd name="T13" fmla="*/ 106 h 989"/>
                <a:gd name="T14" fmla="*/ 3839 w 3839"/>
                <a:gd name="T15" fmla="*/ 883 h 989"/>
                <a:gd name="T16" fmla="*/ 3733 w 3839"/>
                <a:gd name="T17" fmla="*/ 989 h 989"/>
                <a:gd name="T18" fmla="*/ 212 w 3839"/>
                <a:gd name="T19" fmla="*/ 777 h 989"/>
                <a:gd name="T20" fmla="*/ 3627 w 3839"/>
                <a:gd name="T21" fmla="*/ 777 h 989"/>
                <a:gd name="T22" fmla="*/ 3627 w 3839"/>
                <a:gd name="T23" fmla="*/ 212 h 989"/>
                <a:gd name="T24" fmla="*/ 212 w 3839"/>
                <a:gd name="T25" fmla="*/ 212 h 989"/>
                <a:gd name="T26" fmla="*/ 212 w 3839"/>
                <a:gd name="T27" fmla="*/ 777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39" h="989">
                  <a:moveTo>
                    <a:pt x="3733" y="989"/>
                  </a:moveTo>
                  <a:cubicBezTo>
                    <a:pt x="106" y="989"/>
                    <a:pt x="106" y="989"/>
                    <a:pt x="106" y="989"/>
                  </a:cubicBezTo>
                  <a:cubicBezTo>
                    <a:pt x="48" y="989"/>
                    <a:pt x="0" y="941"/>
                    <a:pt x="0" y="883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3733" y="0"/>
                    <a:pt x="3733" y="0"/>
                    <a:pt x="3733" y="0"/>
                  </a:cubicBezTo>
                  <a:cubicBezTo>
                    <a:pt x="3792" y="0"/>
                    <a:pt x="3839" y="47"/>
                    <a:pt x="3839" y="106"/>
                  </a:cubicBezTo>
                  <a:cubicBezTo>
                    <a:pt x="3839" y="883"/>
                    <a:pt x="3839" y="883"/>
                    <a:pt x="3839" y="883"/>
                  </a:cubicBezTo>
                  <a:cubicBezTo>
                    <a:pt x="3839" y="941"/>
                    <a:pt x="3792" y="989"/>
                    <a:pt x="3733" y="989"/>
                  </a:cubicBezTo>
                  <a:close/>
                  <a:moveTo>
                    <a:pt x="212" y="777"/>
                  </a:moveTo>
                  <a:cubicBezTo>
                    <a:pt x="3627" y="777"/>
                    <a:pt x="3627" y="777"/>
                    <a:pt x="3627" y="777"/>
                  </a:cubicBezTo>
                  <a:cubicBezTo>
                    <a:pt x="3627" y="212"/>
                    <a:pt x="3627" y="212"/>
                    <a:pt x="3627" y="212"/>
                  </a:cubicBezTo>
                  <a:cubicBezTo>
                    <a:pt x="212" y="212"/>
                    <a:pt x="212" y="212"/>
                    <a:pt x="212" y="212"/>
                  </a:cubicBezTo>
                  <a:lnTo>
                    <a:pt x="212" y="7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5" name="Freeform 327"/>
            <p:cNvSpPr>
              <a:spLocks/>
            </p:cNvSpPr>
            <p:nvPr/>
          </p:nvSpPr>
          <p:spPr bwMode="auto">
            <a:xfrm>
              <a:off x="8894763" y="2509838"/>
              <a:ext cx="769938" cy="320675"/>
            </a:xfrm>
            <a:custGeom>
              <a:avLst/>
              <a:gdLst>
                <a:gd name="T0" fmla="*/ 1391 w 1757"/>
                <a:gd name="T1" fmla="*/ 730 h 730"/>
                <a:gd name="T2" fmla="*/ 870 w 1757"/>
                <a:gd name="T3" fmla="*/ 730 h 730"/>
                <a:gd name="T4" fmla="*/ 764 w 1757"/>
                <a:gd name="T5" fmla="*/ 624 h 730"/>
                <a:gd name="T6" fmla="*/ 870 w 1757"/>
                <a:gd name="T7" fmla="*/ 518 h 730"/>
                <a:gd name="T8" fmla="*/ 1391 w 1757"/>
                <a:gd name="T9" fmla="*/ 518 h 730"/>
                <a:gd name="T10" fmla="*/ 1545 w 1757"/>
                <a:gd name="T11" fmla="*/ 365 h 730"/>
                <a:gd name="T12" fmla="*/ 1391 w 1757"/>
                <a:gd name="T13" fmla="*/ 212 h 730"/>
                <a:gd name="T14" fmla="*/ 106 w 1757"/>
                <a:gd name="T15" fmla="*/ 212 h 730"/>
                <a:gd name="T16" fmla="*/ 0 w 1757"/>
                <a:gd name="T17" fmla="*/ 106 h 730"/>
                <a:gd name="T18" fmla="*/ 106 w 1757"/>
                <a:gd name="T19" fmla="*/ 0 h 730"/>
                <a:gd name="T20" fmla="*/ 1391 w 1757"/>
                <a:gd name="T21" fmla="*/ 0 h 730"/>
                <a:gd name="T22" fmla="*/ 1757 w 1757"/>
                <a:gd name="T23" fmla="*/ 365 h 730"/>
                <a:gd name="T24" fmla="*/ 1391 w 1757"/>
                <a:gd name="T25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7" h="730">
                  <a:moveTo>
                    <a:pt x="1391" y="730"/>
                  </a:moveTo>
                  <a:cubicBezTo>
                    <a:pt x="870" y="730"/>
                    <a:pt x="870" y="730"/>
                    <a:pt x="870" y="730"/>
                  </a:cubicBezTo>
                  <a:cubicBezTo>
                    <a:pt x="811" y="730"/>
                    <a:pt x="764" y="682"/>
                    <a:pt x="764" y="624"/>
                  </a:cubicBezTo>
                  <a:cubicBezTo>
                    <a:pt x="764" y="565"/>
                    <a:pt x="811" y="518"/>
                    <a:pt x="870" y="518"/>
                  </a:cubicBezTo>
                  <a:cubicBezTo>
                    <a:pt x="1391" y="518"/>
                    <a:pt x="1391" y="518"/>
                    <a:pt x="1391" y="518"/>
                  </a:cubicBezTo>
                  <a:cubicBezTo>
                    <a:pt x="1476" y="518"/>
                    <a:pt x="1545" y="449"/>
                    <a:pt x="1545" y="365"/>
                  </a:cubicBezTo>
                  <a:cubicBezTo>
                    <a:pt x="1545" y="280"/>
                    <a:pt x="1476" y="212"/>
                    <a:pt x="1391" y="212"/>
                  </a:cubicBezTo>
                  <a:cubicBezTo>
                    <a:pt x="106" y="212"/>
                    <a:pt x="106" y="212"/>
                    <a:pt x="106" y="212"/>
                  </a:cubicBezTo>
                  <a:cubicBezTo>
                    <a:pt x="48" y="212"/>
                    <a:pt x="0" y="164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391" y="0"/>
                    <a:pt x="1391" y="0"/>
                    <a:pt x="1391" y="0"/>
                  </a:cubicBezTo>
                  <a:cubicBezTo>
                    <a:pt x="1593" y="0"/>
                    <a:pt x="1757" y="163"/>
                    <a:pt x="1757" y="365"/>
                  </a:cubicBezTo>
                  <a:cubicBezTo>
                    <a:pt x="1757" y="566"/>
                    <a:pt x="1593" y="730"/>
                    <a:pt x="1391" y="7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6" name="Freeform 328"/>
            <p:cNvSpPr>
              <a:spLocks/>
            </p:cNvSpPr>
            <p:nvPr/>
          </p:nvSpPr>
          <p:spPr bwMode="auto">
            <a:xfrm>
              <a:off x="8489951" y="2224088"/>
              <a:ext cx="1460500" cy="1117600"/>
            </a:xfrm>
            <a:custGeom>
              <a:avLst/>
              <a:gdLst>
                <a:gd name="T0" fmla="*/ 3219 w 3325"/>
                <a:gd name="T1" fmla="*/ 2544 h 2544"/>
                <a:gd name="T2" fmla="*/ 106 w 3325"/>
                <a:gd name="T3" fmla="*/ 2544 h 2544"/>
                <a:gd name="T4" fmla="*/ 0 w 3325"/>
                <a:gd name="T5" fmla="*/ 2438 h 2544"/>
                <a:gd name="T6" fmla="*/ 0 w 3325"/>
                <a:gd name="T7" fmla="*/ 106 h 2544"/>
                <a:gd name="T8" fmla="*/ 106 w 3325"/>
                <a:gd name="T9" fmla="*/ 0 h 2544"/>
                <a:gd name="T10" fmla="*/ 212 w 3325"/>
                <a:gd name="T11" fmla="*/ 106 h 2544"/>
                <a:gd name="T12" fmla="*/ 212 w 3325"/>
                <a:gd name="T13" fmla="*/ 2332 h 2544"/>
                <a:gd name="T14" fmla="*/ 3219 w 3325"/>
                <a:gd name="T15" fmla="*/ 2332 h 2544"/>
                <a:gd name="T16" fmla="*/ 3325 w 3325"/>
                <a:gd name="T17" fmla="*/ 2438 h 2544"/>
                <a:gd name="T18" fmla="*/ 3219 w 3325"/>
                <a:gd name="T19" fmla="*/ 2544 h 2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25" h="2544">
                  <a:moveTo>
                    <a:pt x="3219" y="2544"/>
                  </a:moveTo>
                  <a:cubicBezTo>
                    <a:pt x="106" y="2544"/>
                    <a:pt x="106" y="2544"/>
                    <a:pt x="106" y="2544"/>
                  </a:cubicBezTo>
                  <a:cubicBezTo>
                    <a:pt x="48" y="2544"/>
                    <a:pt x="0" y="2496"/>
                    <a:pt x="0" y="2438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65" y="0"/>
                    <a:pt x="212" y="47"/>
                    <a:pt x="212" y="106"/>
                  </a:cubicBezTo>
                  <a:cubicBezTo>
                    <a:pt x="212" y="2332"/>
                    <a:pt x="212" y="2332"/>
                    <a:pt x="212" y="2332"/>
                  </a:cubicBezTo>
                  <a:cubicBezTo>
                    <a:pt x="3219" y="2332"/>
                    <a:pt x="3219" y="2332"/>
                    <a:pt x="3219" y="2332"/>
                  </a:cubicBezTo>
                  <a:cubicBezTo>
                    <a:pt x="3278" y="2332"/>
                    <a:pt x="3325" y="2379"/>
                    <a:pt x="3325" y="2438"/>
                  </a:cubicBezTo>
                  <a:cubicBezTo>
                    <a:pt x="3325" y="2496"/>
                    <a:pt x="3278" y="2544"/>
                    <a:pt x="3219" y="25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97" name="Gruppieren 196"/>
          <p:cNvGrpSpPr/>
          <p:nvPr/>
        </p:nvGrpSpPr>
        <p:grpSpPr>
          <a:xfrm>
            <a:off x="15947809" y="3567641"/>
            <a:ext cx="1217087" cy="965606"/>
            <a:chOff x="7821613" y="3603625"/>
            <a:chExt cx="1820862" cy="1444626"/>
          </a:xfrm>
          <a:solidFill>
            <a:schemeClr val="tx1"/>
          </a:solidFill>
        </p:grpSpPr>
        <p:sp>
          <p:nvSpPr>
            <p:cNvPr id="198" name="Freeform 336"/>
            <p:cNvSpPr>
              <a:spLocks/>
            </p:cNvSpPr>
            <p:nvPr/>
          </p:nvSpPr>
          <p:spPr bwMode="auto">
            <a:xfrm>
              <a:off x="8253413" y="4306888"/>
              <a:ext cx="957262" cy="741363"/>
            </a:xfrm>
            <a:custGeom>
              <a:avLst/>
              <a:gdLst>
                <a:gd name="T0" fmla="*/ 2143 w 2251"/>
                <a:gd name="T1" fmla="*/ 1742 h 1742"/>
                <a:gd name="T2" fmla="*/ 2035 w 2251"/>
                <a:gd name="T3" fmla="*/ 1634 h 1742"/>
                <a:gd name="T4" fmla="*/ 2035 w 2251"/>
                <a:gd name="T5" fmla="*/ 1125 h 1742"/>
                <a:gd name="T6" fmla="*/ 1125 w 2251"/>
                <a:gd name="T7" fmla="*/ 216 h 1742"/>
                <a:gd name="T8" fmla="*/ 216 w 2251"/>
                <a:gd name="T9" fmla="*/ 1125 h 1742"/>
                <a:gd name="T10" fmla="*/ 216 w 2251"/>
                <a:gd name="T11" fmla="*/ 1634 h 1742"/>
                <a:gd name="T12" fmla="*/ 108 w 2251"/>
                <a:gd name="T13" fmla="*/ 1742 h 1742"/>
                <a:gd name="T14" fmla="*/ 0 w 2251"/>
                <a:gd name="T15" fmla="*/ 1634 h 1742"/>
                <a:gd name="T16" fmla="*/ 0 w 2251"/>
                <a:gd name="T17" fmla="*/ 1125 h 1742"/>
                <a:gd name="T18" fmla="*/ 330 w 2251"/>
                <a:gd name="T19" fmla="*/ 330 h 1742"/>
                <a:gd name="T20" fmla="*/ 1125 w 2251"/>
                <a:gd name="T21" fmla="*/ 0 h 1742"/>
                <a:gd name="T22" fmla="*/ 1921 w 2251"/>
                <a:gd name="T23" fmla="*/ 330 h 1742"/>
                <a:gd name="T24" fmla="*/ 2251 w 2251"/>
                <a:gd name="T25" fmla="*/ 1125 h 1742"/>
                <a:gd name="T26" fmla="*/ 2251 w 2251"/>
                <a:gd name="T27" fmla="*/ 1634 h 1742"/>
                <a:gd name="T28" fmla="*/ 2143 w 2251"/>
                <a:gd name="T29" fmla="*/ 1742 h 1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1" h="1742">
                  <a:moveTo>
                    <a:pt x="2143" y="1742"/>
                  </a:moveTo>
                  <a:cubicBezTo>
                    <a:pt x="2083" y="1742"/>
                    <a:pt x="2035" y="1694"/>
                    <a:pt x="2035" y="1634"/>
                  </a:cubicBezTo>
                  <a:cubicBezTo>
                    <a:pt x="2035" y="1125"/>
                    <a:pt x="2035" y="1125"/>
                    <a:pt x="2035" y="1125"/>
                  </a:cubicBezTo>
                  <a:cubicBezTo>
                    <a:pt x="2035" y="624"/>
                    <a:pt x="1627" y="216"/>
                    <a:pt x="1125" y="216"/>
                  </a:cubicBezTo>
                  <a:cubicBezTo>
                    <a:pt x="624" y="216"/>
                    <a:pt x="216" y="624"/>
                    <a:pt x="216" y="1125"/>
                  </a:cubicBezTo>
                  <a:cubicBezTo>
                    <a:pt x="216" y="1634"/>
                    <a:pt x="216" y="1634"/>
                    <a:pt x="216" y="1634"/>
                  </a:cubicBezTo>
                  <a:cubicBezTo>
                    <a:pt x="216" y="1694"/>
                    <a:pt x="168" y="1742"/>
                    <a:pt x="108" y="1742"/>
                  </a:cubicBezTo>
                  <a:cubicBezTo>
                    <a:pt x="48" y="1742"/>
                    <a:pt x="0" y="1694"/>
                    <a:pt x="0" y="1634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825"/>
                    <a:pt x="117" y="542"/>
                    <a:pt x="330" y="330"/>
                  </a:cubicBezTo>
                  <a:cubicBezTo>
                    <a:pt x="542" y="117"/>
                    <a:pt x="825" y="0"/>
                    <a:pt x="1125" y="0"/>
                  </a:cubicBezTo>
                  <a:cubicBezTo>
                    <a:pt x="1426" y="0"/>
                    <a:pt x="1709" y="117"/>
                    <a:pt x="1921" y="330"/>
                  </a:cubicBezTo>
                  <a:cubicBezTo>
                    <a:pt x="2134" y="542"/>
                    <a:pt x="2251" y="825"/>
                    <a:pt x="2251" y="1125"/>
                  </a:cubicBezTo>
                  <a:cubicBezTo>
                    <a:pt x="2251" y="1634"/>
                    <a:pt x="2251" y="1634"/>
                    <a:pt x="2251" y="1634"/>
                  </a:cubicBezTo>
                  <a:cubicBezTo>
                    <a:pt x="2251" y="1694"/>
                    <a:pt x="2202" y="1742"/>
                    <a:pt x="2143" y="17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9" name="Freeform 337"/>
            <p:cNvSpPr>
              <a:spLocks/>
            </p:cNvSpPr>
            <p:nvPr/>
          </p:nvSpPr>
          <p:spPr bwMode="auto">
            <a:xfrm>
              <a:off x="8416925" y="3603625"/>
              <a:ext cx="631825" cy="631825"/>
            </a:xfrm>
            <a:custGeom>
              <a:avLst/>
              <a:gdLst>
                <a:gd name="T0" fmla="*/ 743 w 1487"/>
                <a:gd name="T1" fmla="*/ 1487 h 1487"/>
                <a:gd name="T2" fmla="*/ 635 w 1487"/>
                <a:gd name="T3" fmla="*/ 1379 h 1487"/>
                <a:gd name="T4" fmla="*/ 743 w 1487"/>
                <a:gd name="T5" fmla="*/ 1271 h 1487"/>
                <a:gd name="T6" fmla="*/ 1271 w 1487"/>
                <a:gd name="T7" fmla="*/ 744 h 1487"/>
                <a:gd name="T8" fmla="*/ 743 w 1487"/>
                <a:gd name="T9" fmla="*/ 216 h 1487"/>
                <a:gd name="T10" fmla="*/ 216 w 1487"/>
                <a:gd name="T11" fmla="*/ 744 h 1487"/>
                <a:gd name="T12" fmla="*/ 108 w 1487"/>
                <a:gd name="T13" fmla="*/ 852 h 1487"/>
                <a:gd name="T14" fmla="*/ 0 w 1487"/>
                <a:gd name="T15" fmla="*/ 744 h 1487"/>
                <a:gd name="T16" fmla="*/ 743 w 1487"/>
                <a:gd name="T17" fmla="*/ 0 h 1487"/>
                <a:gd name="T18" fmla="*/ 1487 w 1487"/>
                <a:gd name="T19" fmla="*/ 744 h 1487"/>
                <a:gd name="T20" fmla="*/ 743 w 1487"/>
                <a:gd name="T21" fmla="*/ 1487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87" h="1487">
                  <a:moveTo>
                    <a:pt x="743" y="1487"/>
                  </a:moveTo>
                  <a:cubicBezTo>
                    <a:pt x="684" y="1487"/>
                    <a:pt x="635" y="1439"/>
                    <a:pt x="635" y="1379"/>
                  </a:cubicBezTo>
                  <a:cubicBezTo>
                    <a:pt x="635" y="1320"/>
                    <a:pt x="684" y="1271"/>
                    <a:pt x="743" y="1271"/>
                  </a:cubicBezTo>
                  <a:cubicBezTo>
                    <a:pt x="1034" y="1271"/>
                    <a:pt x="1271" y="1035"/>
                    <a:pt x="1271" y="744"/>
                  </a:cubicBezTo>
                  <a:cubicBezTo>
                    <a:pt x="1271" y="453"/>
                    <a:pt x="1034" y="216"/>
                    <a:pt x="743" y="216"/>
                  </a:cubicBezTo>
                  <a:cubicBezTo>
                    <a:pt x="452" y="216"/>
                    <a:pt x="216" y="453"/>
                    <a:pt x="216" y="744"/>
                  </a:cubicBezTo>
                  <a:cubicBezTo>
                    <a:pt x="216" y="803"/>
                    <a:pt x="167" y="852"/>
                    <a:pt x="108" y="852"/>
                  </a:cubicBezTo>
                  <a:cubicBezTo>
                    <a:pt x="48" y="852"/>
                    <a:pt x="0" y="803"/>
                    <a:pt x="0" y="744"/>
                  </a:cubicBezTo>
                  <a:cubicBezTo>
                    <a:pt x="0" y="334"/>
                    <a:pt x="333" y="0"/>
                    <a:pt x="743" y="0"/>
                  </a:cubicBezTo>
                  <a:cubicBezTo>
                    <a:pt x="1154" y="0"/>
                    <a:pt x="1487" y="334"/>
                    <a:pt x="1487" y="744"/>
                  </a:cubicBezTo>
                  <a:cubicBezTo>
                    <a:pt x="1487" y="1154"/>
                    <a:pt x="1154" y="1487"/>
                    <a:pt x="743" y="14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0" name="Freeform 338"/>
            <p:cNvSpPr>
              <a:spLocks noEditPoints="1"/>
            </p:cNvSpPr>
            <p:nvPr/>
          </p:nvSpPr>
          <p:spPr bwMode="auto">
            <a:xfrm>
              <a:off x="7929563" y="3873500"/>
              <a:ext cx="415925" cy="417513"/>
            </a:xfrm>
            <a:custGeom>
              <a:avLst/>
              <a:gdLst>
                <a:gd name="T0" fmla="*/ 490 w 979"/>
                <a:gd name="T1" fmla="*/ 979 h 979"/>
                <a:gd name="T2" fmla="*/ 0 w 979"/>
                <a:gd name="T3" fmla="*/ 489 h 979"/>
                <a:gd name="T4" fmla="*/ 490 w 979"/>
                <a:gd name="T5" fmla="*/ 0 h 979"/>
                <a:gd name="T6" fmla="*/ 979 w 979"/>
                <a:gd name="T7" fmla="*/ 489 h 979"/>
                <a:gd name="T8" fmla="*/ 490 w 979"/>
                <a:gd name="T9" fmla="*/ 979 h 979"/>
                <a:gd name="T10" fmla="*/ 490 w 979"/>
                <a:gd name="T11" fmla="*/ 216 h 979"/>
                <a:gd name="T12" fmla="*/ 216 w 979"/>
                <a:gd name="T13" fmla="*/ 489 h 979"/>
                <a:gd name="T14" fmla="*/ 490 w 979"/>
                <a:gd name="T15" fmla="*/ 763 h 979"/>
                <a:gd name="T16" fmla="*/ 763 w 979"/>
                <a:gd name="T17" fmla="*/ 489 h 979"/>
                <a:gd name="T18" fmla="*/ 490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90" y="979"/>
                  </a:moveTo>
                  <a:cubicBezTo>
                    <a:pt x="220" y="979"/>
                    <a:pt x="0" y="759"/>
                    <a:pt x="0" y="489"/>
                  </a:cubicBezTo>
                  <a:cubicBezTo>
                    <a:pt x="0" y="219"/>
                    <a:pt x="220" y="0"/>
                    <a:pt x="490" y="0"/>
                  </a:cubicBezTo>
                  <a:cubicBezTo>
                    <a:pt x="760" y="0"/>
                    <a:pt x="979" y="219"/>
                    <a:pt x="979" y="489"/>
                  </a:cubicBezTo>
                  <a:cubicBezTo>
                    <a:pt x="979" y="759"/>
                    <a:pt x="760" y="979"/>
                    <a:pt x="490" y="979"/>
                  </a:cubicBezTo>
                  <a:close/>
                  <a:moveTo>
                    <a:pt x="490" y="216"/>
                  </a:moveTo>
                  <a:cubicBezTo>
                    <a:pt x="339" y="216"/>
                    <a:pt x="216" y="338"/>
                    <a:pt x="216" y="489"/>
                  </a:cubicBezTo>
                  <a:cubicBezTo>
                    <a:pt x="216" y="640"/>
                    <a:pt x="339" y="763"/>
                    <a:pt x="490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90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1" name="Freeform 339"/>
            <p:cNvSpPr>
              <a:spLocks noEditPoints="1"/>
            </p:cNvSpPr>
            <p:nvPr/>
          </p:nvSpPr>
          <p:spPr bwMode="auto">
            <a:xfrm>
              <a:off x="9118600" y="3873500"/>
              <a:ext cx="415925" cy="417513"/>
            </a:xfrm>
            <a:custGeom>
              <a:avLst/>
              <a:gdLst>
                <a:gd name="T0" fmla="*/ 489 w 979"/>
                <a:gd name="T1" fmla="*/ 979 h 979"/>
                <a:gd name="T2" fmla="*/ 0 w 979"/>
                <a:gd name="T3" fmla="*/ 489 h 979"/>
                <a:gd name="T4" fmla="*/ 489 w 979"/>
                <a:gd name="T5" fmla="*/ 0 h 979"/>
                <a:gd name="T6" fmla="*/ 979 w 979"/>
                <a:gd name="T7" fmla="*/ 489 h 979"/>
                <a:gd name="T8" fmla="*/ 489 w 979"/>
                <a:gd name="T9" fmla="*/ 979 h 979"/>
                <a:gd name="T10" fmla="*/ 489 w 979"/>
                <a:gd name="T11" fmla="*/ 216 h 979"/>
                <a:gd name="T12" fmla="*/ 216 w 979"/>
                <a:gd name="T13" fmla="*/ 489 h 979"/>
                <a:gd name="T14" fmla="*/ 489 w 979"/>
                <a:gd name="T15" fmla="*/ 763 h 979"/>
                <a:gd name="T16" fmla="*/ 763 w 979"/>
                <a:gd name="T17" fmla="*/ 489 h 979"/>
                <a:gd name="T18" fmla="*/ 489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89" y="979"/>
                  </a:moveTo>
                  <a:cubicBezTo>
                    <a:pt x="219" y="979"/>
                    <a:pt x="0" y="759"/>
                    <a:pt x="0" y="489"/>
                  </a:cubicBezTo>
                  <a:cubicBezTo>
                    <a:pt x="0" y="219"/>
                    <a:pt x="219" y="0"/>
                    <a:pt x="489" y="0"/>
                  </a:cubicBezTo>
                  <a:cubicBezTo>
                    <a:pt x="759" y="0"/>
                    <a:pt x="979" y="219"/>
                    <a:pt x="979" y="489"/>
                  </a:cubicBezTo>
                  <a:cubicBezTo>
                    <a:pt x="979" y="759"/>
                    <a:pt x="759" y="979"/>
                    <a:pt x="489" y="979"/>
                  </a:cubicBezTo>
                  <a:close/>
                  <a:moveTo>
                    <a:pt x="489" y="216"/>
                  </a:moveTo>
                  <a:cubicBezTo>
                    <a:pt x="338" y="216"/>
                    <a:pt x="216" y="338"/>
                    <a:pt x="216" y="489"/>
                  </a:cubicBezTo>
                  <a:cubicBezTo>
                    <a:pt x="216" y="640"/>
                    <a:pt x="338" y="763"/>
                    <a:pt x="489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89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2" name="Freeform 340"/>
            <p:cNvSpPr>
              <a:spLocks/>
            </p:cNvSpPr>
            <p:nvPr/>
          </p:nvSpPr>
          <p:spPr bwMode="auto">
            <a:xfrm>
              <a:off x="7821613" y="4360863"/>
              <a:ext cx="593725" cy="469900"/>
            </a:xfrm>
            <a:custGeom>
              <a:avLst/>
              <a:gdLst>
                <a:gd name="T0" fmla="*/ 108 w 1396"/>
                <a:gd name="T1" fmla="*/ 1106 h 1106"/>
                <a:gd name="T2" fmla="*/ 0 w 1396"/>
                <a:gd name="T3" fmla="*/ 998 h 1106"/>
                <a:gd name="T4" fmla="*/ 0 w 1396"/>
                <a:gd name="T5" fmla="*/ 744 h 1106"/>
                <a:gd name="T6" fmla="*/ 744 w 1396"/>
                <a:gd name="T7" fmla="*/ 0 h 1106"/>
                <a:gd name="T8" fmla="*/ 1363 w 1396"/>
                <a:gd name="T9" fmla="*/ 332 h 1106"/>
                <a:gd name="T10" fmla="*/ 1333 w 1396"/>
                <a:gd name="T11" fmla="*/ 481 h 1106"/>
                <a:gd name="T12" fmla="*/ 1183 w 1396"/>
                <a:gd name="T13" fmla="*/ 451 h 1106"/>
                <a:gd name="T14" fmla="*/ 744 w 1396"/>
                <a:gd name="T15" fmla="*/ 216 h 1106"/>
                <a:gd name="T16" fmla="*/ 216 w 1396"/>
                <a:gd name="T17" fmla="*/ 744 h 1106"/>
                <a:gd name="T18" fmla="*/ 216 w 1396"/>
                <a:gd name="T19" fmla="*/ 998 h 1106"/>
                <a:gd name="T20" fmla="*/ 108 w 1396"/>
                <a:gd name="T21" fmla="*/ 1106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96" h="1106">
                  <a:moveTo>
                    <a:pt x="108" y="1106"/>
                  </a:moveTo>
                  <a:cubicBezTo>
                    <a:pt x="48" y="1106"/>
                    <a:pt x="0" y="1058"/>
                    <a:pt x="0" y="998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334"/>
                    <a:pt x="333" y="0"/>
                    <a:pt x="744" y="0"/>
                  </a:cubicBezTo>
                  <a:cubicBezTo>
                    <a:pt x="993" y="0"/>
                    <a:pt x="1224" y="124"/>
                    <a:pt x="1363" y="332"/>
                  </a:cubicBezTo>
                  <a:cubicBezTo>
                    <a:pt x="1396" y="381"/>
                    <a:pt x="1382" y="448"/>
                    <a:pt x="1333" y="481"/>
                  </a:cubicBezTo>
                  <a:cubicBezTo>
                    <a:pt x="1283" y="514"/>
                    <a:pt x="1216" y="501"/>
                    <a:pt x="1183" y="451"/>
                  </a:cubicBezTo>
                  <a:cubicBezTo>
                    <a:pt x="1085" y="304"/>
                    <a:pt x="920" y="216"/>
                    <a:pt x="744" y="216"/>
                  </a:cubicBezTo>
                  <a:cubicBezTo>
                    <a:pt x="453" y="216"/>
                    <a:pt x="216" y="453"/>
                    <a:pt x="216" y="744"/>
                  </a:cubicBezTo>
                  <a:cubicBezTo>
                    <a:pt x="216" y="998"/>
                    <a:pt x="216" y="998"/>
                    <a:pt x="216" y="998"/>
                  </a:cubicBezTo>
                  <a:cubicBezTo>
                    <a:pt x="216" y="1058"/>
                    <a:pt x="167" y="1106"/>
                    <a:pt x="108" y="1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3" name="Freeform 341"/>
            <p:cNvSpPr>
              <a:spLocks/>
            </p:cNvSpPr>
            <p:nvPr/>
          </p:nvSpPr>
          <p:spPr bwMode="auto">
            <a:xfrm>
              <a:off x="9050338" y="4360863"/>
              <a:ext cx="592137" cy="361950"/>
            </a:xfrm>
            <a:custGeom>
              <a:avLst/>
              <a:gdLst>
                <a:gd name="T0" fmla="*/ 1288 w 1396"/>
                <a:gd name="T1" fmla="*/ 852 h 852"/>
                <a:gd name="T2" fmla="*/ 1180 w 1396"/>
                <a:gd name="T3" fmla="*/ 744 h 852"/>
                <a:gd name="T4" fmla="*/ 652 w 1396"/>
                <a:gd name="T5" fmla="*/ 216 h 852"/>
                <a:gd name="T6" fmla="*/ 213 w 1396"/>
                <a:gd name="T7" fmla="*/ 451 h 852"/>
                <a:gd name="T8" fmla="*/ 63 w 1396"/>
                <a:gd name="T9" fmla="*/ 481 h 852"/>
                <a:gd name="T10" fmla="*/ 33 w 1396"/>
                <a:gd name="T11" fmla="*/ 332 h 852"/>
                <a:gd name="T12" fmla="*/ 652 w 1396"/>
                <a:gd name="T13" fmla="*/ 0 h 852"/>
                <a:gd name="T14" fmla="*/ 1396 w 1396"/>
                <a:gd name="T15" fmla="*/ 744 h 852"/>
                <a:gd name="T16" fmla="*/ 1288 w 1396"/>
                <a:gd name="T1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6" h="852">
                  <a:moveTo>
                    <a:pt x="1288" y="852"/>
                  </a:moveTo>
                  <a:cubicBezTo>
                    <a:pt x="1228" y="852"/>
                    <a:pt x="1180" y="804"/>
                    <a:pt x="1180" y="744"/>
                  </a:cubicBezTo>
                  <a:cubicBezTo>
                    <a:pt x="1180" y="453"/>
                    <a:pt x="943" y="216"/>
                    <a:pt x="652" y="216"/>
                  </a:cubicBezTo>
                  <a:cubicBezTo>
                    <a:pt x="475" y="216"/>
                    <a:pt x="311" y="304"/>
                    <a:pt x="213" y="451"/>
                  </a:cubicBezTo>
                  <a:cubicBezTo>
                    <a:pt x="180" y="501"/>
                    <a:pt x="113" y="514"/>
                    <a:pt x="63" y="481"/>
                  </a:cubicBezTo>
                  <a:cubicBezTo>
                    <a:pt x="13" y="448"/>
                    <a:pt x="0" y="381"/>
                    <a:pt x="33" y="332"/>
                  </a:cubicBezTo>
                  <a:cubicBezTo>
                    <a:pt x="172" y="124"/>
                    <a:pt x="403" y="0"/>
                    <a:pt x="652" y="0"/>
                  </a:cubicBezTo>
                  <a:cubicBezTo>
                    <a:pt x="1062" y="0"/>
                    <a:pt x="1396" y="334"/>
                    <a:pt x="1396" y="744"/>
                  </a:cubicBezTo>
                  <a:cubicBezTo>
                    <a:pt x="1396" y="804"/>
                    <a:pt x="1348" y="852"/>
                    <a:pt x="1288" y="8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04" name="Gruppieren 203"/>
          <p:cNvGrpSpPr/>
          <p:nvPr/>
        </p:nvGrpSpPr>
        <p:grpSpPr>
          <a:xfrm>
            <a:off x="14627170" y="1419801"/>
            <a:ext cx="633413" cy="1079975"/>
            <a:chOff x="7032626" y="1873250"/>
            <a:chExt cx="855663" cy="1458913"/>
          </a:xfrm>
          <a:solidFill>
            <a:schemeClr val="tx1"/>
          </a:solidFill>
        </p:grpSpPr>
        <p:sp>
          <p:nvSpPr>
            <p:cNvPr id="205" name="Freeform 120"/>
            <p:cNvSpPr>
              <a:spLocks/>
            </p:cNvSpPr>
            <p:nvPr/>
          </p:nvSpPr>
          <p:spPr bwMode="auto">
            <a:xfrm>
              <a:off x="7032626" y="1873250"/>
              <a:ext cx="855663" cy="1458913"/>
            </a:xfrm>
            <a:custGeom>
              <a:avLst/>
              <a:gdLst>
                <a:gd name="T0" fmla="*/ 1439 w 2298"/>
                <a:gd name="T1" fmla="*/ 3906 h 3906"/>
                <a:gd name="T2" fmla="*/ 1334 w 2298"/>
                <a:gd name="T3" fmla="*/ 3853 h 3906"/>
                <a:gd name="T4" fmla="*/ 587 w 2298"/>
                <a:gd name="T5" fmla="*/ 2626 h 3906"/>
                <a:gd name="T6" fmla="*/ 228 w 2298"/>
                <a:gd name="T7" fmla="*/ 556 h 3906"/>
                <a:gd name="T8" fmla="*/ 1439 w 2298"/>
                <a:gd name="T9" fmla="*/ 0 h 3906"/>
                <a:gd name="T10" fmla="*/ 1569 w 2298"/>
                <a:gd name="T11" fmla="*/ 130 h 3906"/>
                <a:gd name="T12" fmla="*/ 1439 w 2298"/>
                <a:gd name="T13" fmla="*/ 261 h 3906"/>
                <a:gd name="T14" fmla="*/ 460 w 2298"/>
                <a:gd name="T15" fmla="*/ 673 h 3906"/>
                <a:gd name="T16" fmla="*/ 430 w 2298"/>
                <a:gd name="T17" fmla="*/ 1496 h 3906"/>
                <a:gd name="T18" fmla="*/ 818 w 2298"/>
                <a:gd name="T19" fmla="*/ 2505 h 3906"/>
                <a:gd name="T20" fmla="*/ 1425 w 2298"/>
                <a:gd name="T21" fmla="*/ 3528 h 3906"/>
                <a:gd name="T22" fmla="*/ 2034 w 2298"/>
                <a:gd name="T23" fmla="*/ 2402 h 3906"/>
                <a:gd name="T24" fmla="*/ 2211 w 2298"/>
                <a:gd name="T25" fmla="*/ 2349 h 3906"/>
                <a:gd name="T26" fmla="*/ 2263 w 2298"/>
                <a:gd name="T27" fmla="*/ 2526 h 3906"/>
                <a:gd name="T28" fmla="*/ 1553 w 2298"/>
                <a:gd name="T29" fmla="*/ 3837 h 3906"/>
                <a:gd name="T30" fmla="*/ 1448 w 2298"/>
                <a:gd name="T31" fmla="*/ 3905 h 3906"/>
                <a:gd name="T32" fmla="*/ 1439 w 2298"/>
                <a:gd name="T33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98" h="3906">
                  <a:moveTo>
                    <a:pt x="1439" y="3906"/>
                  </a:moveTo>
                  <a:cubicBezTo>
                    <a:pt x="1398" y="3906"/>
                    <a:pt x="1359" y="3886"/>
                    <a:pt x="1334" y="3853"/>
                  </a:cubicBezTo>
                  <a:cubicBezTo>
                    <a:pt x="1317" y="3830"/>
                    <a:pt x="925" y="3294"/>
                    <a:pt x="587" y="2626"/>
                  </a:cubicBezTo>
                  <a:cubicBezTo>
                    <a:pt x="121" y="1703"/>
                    <a:pt x="0" y="1006"/>
                    <a:pt x="228" y="556"/>
                  </a:cubicBezTo>
                  <a:cubicBezTo>
                    <a:pt x="414" y="187"/>
                    <a:pt x="822" y="0"/>
                    <a:pt x="1439" y="0"/>
                  </a:cubicBezTo>
                  <a:cubicBezTo>
                    <a:pt x="1511" y="0"/>
                    <a:pt x="1569" y="59"/>
                    <a:pt x="1569" y="130"/>
                  </a:cubicBezTo>
                  <a:cubicBezTo>
                    <a:pt x="1569" y="202"/>
                    <a:pt x="1511" y="261"/>
                    <a:pt x="1439" y="261"/>
                  </a:cubicBezTo>
                  <a:cubicBezTo>
                    <a:pt x="928" y="261"/>
                    <a:pt x="599" y="400"/>
                    <a:pt x="460" y="673"/>
                  </a:cubicBezTo>
                  <a:cubicBezTo>
                    <a:pt x="360" y="871"/>
                    <a:pt x="350" y="1148"/>
                    <a:pt x="430" y="1496"/>
                  </a:cubicBezTo>
                  <a:cubicBezTo>
                    <a:pt x="497" y="1789"/>
                    <a:pt x="628" y="2128"/>
                    <a:pt x="818" y="2505"/>
                  </a:cubicBezTo>
                  <a:cubicBezTo>
                    <a:pt x="1035" y="2936"/>
                    <a:pt x="1282" y="3318"/>
                    <a:pt x="1425" y="3528"/>
                  </a:cubicBezTo>
                  <a:cubicBezTo>
                    <a:pt x="2034" y="2402"/>
                    <a:pt x="2034" y="2402"/>
                    <a:pt x="2034" y="2402"/>
                  </a:cubicBezTo>
                  <a:cubicBezTo>
                    <a:pt x="2069" y="2338"/>
                    <a:pt x="2148" y="2315"/>
                    <a:pt x="2211" y="2349"/>
                  </a:cubicBezTo>
                  <a:cubicBezTo>
                    <a:pt x="2274" y="2383"/>
                    <a:pt x="2298" y="2462"/>
                    <a:pt x="2263" y="2526"/>
                  </a:cubicBezTo>
                  <a:cubicBezTo>
                    <a:pt x="1553" y="3837"/>
                    <a:pt x="1553" y="3837"/>
                    <a:pt x="1553" y="3837"/>
                  </a:cubicBezTo>
                  <a:cubicBezTo>
                    <a:pt x="1532" y="3877"/>
                    <a:pt x="1492" y="3902"/>
                    <a:pt x="1448" y="3905"/>
                  </a:cubicBezTo>
                  <a:cubicBezTo>
                    <a:pt x="1445" y="3906"/>
                    <a:pt x="1442" y="3906"/>
                    <a:pt x="1439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6" name="Freeform 121"/>
            <p:cNvSpPr>
              <a:spLocks/>
            </p:cNvSpPr>
            <p:nvPr/>
          </p:nvSpPr>
          <p:spPr bwMode="auto">
            <a:xfrm>
              <a:off x="7323138" y="2190750"/>
              <a:ext cx="454025" cy="455613"/>
            </a:xfrm>
            <a:custGeom>
              <a:avLst/>
              <a:gdLst>
                <a:gd name="T0" fmla="*/ 610 w 1219"/>
                <a:gd name="T1" fmla="*/ 1219 h 1219"/>
                <a:gd name="T2" fmla="*/ 492 w 1219"/>
                <a:gd name="T3" fmla="*/ 1101 h 1219"/>
                <a:gd name="T4" fmla="*/ 610 w 1219"/>
                <a:gd name="T5" fmla="*/ 983 h 1219"/>
                <a:gd name="T6" fmla="*/ 984 w 1219"/>
                <a:gd name="T7" fmla="*/ 609 h 1219"/>
                <a:gd name="T8" fmla="*/ 610 w 1219"/>
                <a:gd name="T9" fmla="*/ 235 h 1219"/>
                <a:gd name="T10" fmla="*/ 236 w 1219"/>
                <a:gd name="T11" fmla="*/ 609 h 1219"/>
                <a:gd name="T12" fmla="*/ 118 w 1219"/>
                <a:gd name="T13" fmla="*/ 727 h 1219"/>
                <a:gd name="T14" fmla="*/ 0 w 1219"/>
                <a:gd name="T15" fmla="*/ 609 h 1219"/>
                <a:gd name="T16" fmla="*/ 610 w 1219"/>
                <a:gd name="T17" fmla="*/ 0 h 1219"/>
                <a:gd name="T18" fmla="*/ 1219 w 1219"/>
                <a:gd name="T19" fmla="*/ 609 h 1219"/>
                <a:gd name="T20" fmla="*/ 610 w 1219"/>
                <a:gd name="T21" fmla="*/ 1219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9" h="1219">
                  <a:moveTo>
                    <a:pt x="610" y="1219"/>
                  </a:moveTo>
                  <a:cubicBezTo>
                    <a:pt x="545" y="1219"/>
                    <a:pt x="492" y="1166"/>
                    <a:pt x="492" y="1101"/>
                  </a:cubicBezTo>
                  <a:cubicBezTo>
                    <a:pt x="492" y="1036"/>
                    <a:pt x="545" y="983"/>
                    <a:pt x="610" y="983"/>
                  </a:cubicBezTo>
                  <a:cubicBezTo>
                    <a:pt x="816" y="983"/>
                    <a:pt x="984" y="815"/>
                    <a:pt x="984" y="609"/>
                  </a:cubicBezTo>
                  <a:cubicBezTo>
                    <a:pt x="984" y="403"/>
                    <a:pt x="816" y="235"/>
                    <a:pt x="610" y="235"/>
                  </a:cubicBezTo>
                  <a:cubicBezTo>
                    <a:pt x="403" y="235"/>
                    <a:pt x="236" y="403"/>
                    <a:pt x="236" y="609"/>
                  </a:cubicBezTo>
                  <a:cubicBezTo>
                    <a:pt x="236" y="674"/>
                    <a:pt x="183" y="727"/>
                    <a:pt x="118" y="727"/>
                  </a:cubicBezTo>
                  <a:cubicBezTo>
                    <a:pt x="53" y="727"/>
                    <a:pt x="0" y="674"/>
                    <a:pt x="0" y="609"/>
                  </a:cubicBezTo>
                  <a:cubicBezTo>
                    <a:pt x="0" y="273"/>
                    <a:pt x="274" y="0"/>
                    <a:pt x="610" y="0"/>
                  </a:cubicBezTo>
                  <a:cubicBezTo>
                    <a:pt x="946" y="0"/>
                    <a:pt x="1219" y="273"/>
                    <a:pt x="1219" y="609"/>
                  </a:cubicBezTo>
                  <a:cubicBezTo>
                    <a:pt x="1219" y="945"/>
                    <a:pt x="946" y="1219"/>
                    <a:pt x="610" y="12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07" name="Gruppieren 206"/>
          <p:cNvGrpSpPr/>
          <p:nvPr/>
        </p:nvGrpSpPr>
        <p:grpSpPr>
          <a:xfrm>
            <a:off x="5878419" y="7883845"/>
            <a:ext cx="961180" cy="1069009"/>
            <a:chOff x="5289550" y="1868487"/>
            <a:chExt cx="1316038" cy="1463676"/>
          </a:xfrm>
          <a:solidFill>
            <a:schemeClr val="tx1"/>
          </a:solidFill>
        </p:grpSpPr>
        <p:sp>
          <p:nvSpPr>
            <p:cNvPr id="208" name="Freeform 125"/>
            <p:cNvSpPr>
              <a:spLocks noEditPoints="1"/>
            </p:cNvSpPr>
            <p:nvPr/>
          </p:nvSpPr>
          <p:spPr bwMode="auto">
            <a:xfrm>
              <a:off x="5289550" y="2408238"/>
              <a:ext cx="1316038" cy="923925"/>
            </a:xfrm>
            <a:custGeom>
              <a:avLst/>
              <a:gdLst>
                <a:gd name="T0" fmla="*/ 2881 w 3528"/>
                <a:gd name="T1" fmla="*/ 391 h 2474"/>
                <a:gd name="T2" fmla="*/ 2864 w 3528"/>
                <a:gd name="T3" fmla="*/ 391 h 2474"/>
                <a:gd name="T4" fmla="*/ 2864 w 3528"/>
                <a:gd name="T5" fmla="*/ 130 h 2474"/>
                <a:gd name="T6" fmla="*/ 2734 w 3528"/>
                <a:gd name="T7" fmla="*/ 0 h 2474"/>
                <a:gd name="T8" fmla="*/ 130 w 3528"/>
                <a:gd name="T9" fmla="*/ 0 h 2474"/>
                <a:gd name="T10" fmla="*/ 0 w 3528"/>
                <a:gd name="T11" fmla="*/ 130 h 2474"/>
                <a:gd name="T12" fmla="*/ 0 w 3528"/>
                <a:gd name="T13" fmla="*/ 521 h 2474"/>
                <a:gd name="T14" fmla="*/ 130 w 3528"/>
                <a:gd name="T15" fmla="*/ 651 h 2474"/>
                <a:gd name="T16" fmla="*/ 261 w 3528"/>
                <a:gd name="T17" fmla="*/ 521 h 2474"/>
                <a:gd name="T18" fmla="*/ 261 w 3528"/>
                <a:gd name="T19" fmla="*/ 261 h 2474"/>
                <a:gd name="T20" fmla="*/ 2604 w 3528"/>
                <a:gd name="T21" fmla="*/ 261 h 2474"/>
                <a:gd name="T22" fmla="*/ 2604 w 3528"/>
                <a:gd name="T23" fmla="*/ 1042 h 2474"/>
                <a:gd name="T24" fmla="*/ 1432 w 3528"/>
                <a:gd name="T25" fmla="*/ 2213 h 2474"/>
                <a:gd name="T26" fmla="*/ 1302 w 3528"/>
                <a:gd name="T27" fmla="*/ 2344 h 2474"/>
                <a:gd name="T28" fmla="*/ 1432 w 3528"/>
                <a:gd name="T29" fmla="*/ 2474 h 2474"/>
                <a:gd name="T30" fmla="*/ 2711 w 3528"/>
                <a:gd name="T31" fmla="*/ 1686 h 2474"/>
                <a:gd name="T32" fmla="*/ 2881 w 3528"/>
                <a:gd name="T33" fmla="*/ 1686 h 2474"/>
                <a:gd name="T34" fmla="*/ 3528 w 3528"/>
                <a:gd name="T35" fmla="*/ 1038 h 2474"/>
                <a:gd name="T36" fmla="*/ 2881 w 3528"/>
                <a:gd name="T37" fmla="*/ 391 h 2474"/>
                <a:gd name="T38" fmla="*/ 2881 w 3528"/>
                <a:gd name="T39" fmla="*/ 1426 h 2474"/>
                <a:gd name="T40" fmla="*/ 2812 w 3528"/>
                <a:gd name="T41" fmla="*/ 1426 h 2474"/>
                <a:gd name="T42" fmla="*/ 2864 w 3528"/>
                <a:gd name="T43" fmla="*/ 1042 h 2474"/>
                <a:gd name="T44" fmla="*/ 2864 w 3528"/>
                <a:gd name="T45" fmla="*/ 651 h 2474"/>
                <a:gd name="T46" fmla="*/ 2881 w 3528"/>
                <a:gd name="T47" fmla="*/ 651 h 2474"/>
                <a:gd name="T48" fmla="*/ 3268 w 3528"/>
                <a:gd name="T49" fmla="*/ 1038 h 2474"/>
                <a:gd name="T50" fmla="*/ 2881 w 3528"/>
                <a:gd name="T51" fmla="*/ 1426 h 2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28" h="2474">
                  <a:moveTo>
                    <a:pt x="2881" y="391"/>
                  </a:moveTo>
                  <a:cubicBezTo>
                    <a:pt x="2864" y="391"/>
                    <a:pt x="2864" y="391"/>
                    <a:pt x="2864" y="391"/>
                  </a:cubicBezTo>
                  <a:cubicBezTo>
                    <a:pt x="2864" y="130"/>
                    <a:pt x="2864" y="130"/>
                    <a:pt x="2864" y="130"/>
                  </a:cubicBezTo>
                  <a:cubicBezTo>
                    <a:pt x="2864" y="59"/>
                    <a:pt x="2806" y="0"/>
                    <a:pt x="2734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59" y="0"/>
                    <a:pt x="0" y="59"/>
                    <a:pt x="0" y="13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593"/>
                    <a:pt x="59" y="651"/>
                    <a:pt x="130" y="651"/>
                  </a:cubicBezTo>
                  <a:cubicBezTo>
                    <a:pt x="202" y="651"/>
                    <a:pt x="261" y="593"/>
                    <a:pt x="261" y="521"/>
                  </a:cubicBezTo>
                  <a:cubicBezTo>
                    <a:pt x="261" y="261"/>
                    <a:pt x="261" y="261"/>
                    <a:pt x="261" y="261"/>
                  </a:cubicBezTo>
                  <a:cubicBezTo>
                    <a:pt x="2604" y="261"/>
                    <a:pt x="2604" y="261"/>
                    <a:pt x="2604" y="261"/>
                  </a:cubicBezTo>
                  <a:cubicBezTo>
                    <a:pt x="2604" y="1042"/>
                    <a:pt x="2604" y="1042"/>
                    <a:pt x="2604" y="1042"/>
                  </a:cubicBezTo>
                  <a:cubicBezTo>
                    <a:pt x="2604" y="1688"/>
                    <a:pt x="2078" y="2213"/>
                    <a:pt x="1432" y="2213"/>
                  </a:cubicBezTo>
                  <a:cubicBezTo>
                    <a:pt x="1360" y="2213"/>
                    <a:pt x="1302" y="2272"/>
                    <a:pt x="1302" y="2344"/>
                  </a:cubicBezTo>
                  <a:cubicBezTo>
                    <a:pt x="1302" y="2415"/>
                    <a:pt x="1360" y="2474"/>
                    <a:pt x="1432" y="2474"/>
                  </a:cubicBezTo>
                  <a:cubicBezTo>
                    <a:pt x="1990" y="2474"/>
                    <a:pt x="2475" y="2153"/>
                    <a:pt x="2711" y="1686"/>
                  </a:cubicBezTo>
                  <a:cubicBezTo>
                    <a:pt x="2881" y="1686"/>
                    <a:pt x="2881" y="1686"/>
                    <a:pt x="2881" y="1686"/>
                  </a:cubicBezTo>
                  <a:cubicBezTo>
                    <a:pt x="3238" y="1686"/>
                    <a:pt x="3528" y="1396"/>
                    <a:pt x="3528" y="1038"/>
                  </a:cubicBezTo>
                  <a:cubicBezTo>
                    <a:pt x="3528" y="681"/>
                    <a:pt x="3238" y="391"/>
                    <a:pt x="2881" y="391"/>
                  </a:cubicBezTo>
                  <a:close/>
                  <a:moveTo>
                    <a:pt x="2881" y="1426"/>
                  </a:moveTo>
                  <a:cubicBezTo>
                    <a:pt x="2812" y="1426"/>
                    <a:pt x="2812" y="1426"/>
                    <a:pt x="2812" y="1426"/>
                  </a:cubicBezTo>
                  <a:cubicBezTo>
                    <a:pt x="2846" y="1303"/>
                    <a:pt x="2864" y="1175"/>
                    <a:pt x="2864" y="1042"/>
                  </a:cubicBezTo>
                  <a:cubicBezTo>
                    <a:pt x="2864" y="651"/>
                    <a:pt x="2864" y="651"/>
                    <a:pt x="2864" y="651"/>
                  </a:cubicBezTo>
                  <a:cubicBezTo>
                    <a:pt x="2881" y="651"/>
                    <a:pt x="2881" y="651"/>
                    <a:pt x="2881" y="651"/>
                  </a:cubicBezTo>
                  <a:cubicBezTo>
                    <a:pt x="3094" y="651"/>
                    <a:pt x="3268" y="825"/>
                    <a:pt x="3268" y="1038"/>
                  </a:cubicBezTo>
                  <a:cubicBezTo>
                    <a:pt x="3268" y="1252"/>
                    <a:pt x="3094" y="1426"/>
                    <a:pt x="2881" y="14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9" name="Freeform 126"/>
            <p:cNvSpPr>
              <a:spLocks/>
            </p:cNvSpPr>
            <p:nvPr/>
          </p:nvSpPr>
          <p:spPr bwMode="auto">
            <a:xfrm>
              <a:off x="5868988" y="1868487"/>
              <a:ext cx="201613" cy="442913"/>
            </a:xfrm>
            <a:custGeom>
              <a:avLst/>
              <a:gdLst>
                <a:gd name="T0" fmla="*/ 177 w 537"/>
                <a:gd name="T1" fmla="*/ 962 h 1184"/>
                <a:gd name="T2" fmla="*/ 177 w 537"/>
                <a:gd name="T3" fmla="*/ 1146 h 1184"/>
                <a:gd name="T4" fmla="*/ 269 w 537"/>
                <a:gd name="T5" fmla="*/ 1184 h 1184"/>
                <a:gd name="T6" fmla="*/ 361 w 537"/>
                <a:gd name="T7" fmla="*/ 1146 h 1184"/>
                <a:gd name="T8" fmla="*/ 361 w 537"/>
                <a:gd name="T9" fmla="*/ 506 h 1184"/>
                <a:gd name="T10" fmla="*/ 361 w 537"/>
                <a:gd name="T11" fmla="*/ 235 h 1184"/>
                <a:gd name="T12" fmla="*/ 361 w 537"/>
                <a:gd name="T13" fmla="*/ 50 h 1184"/>
                <a:gd name="T14" fmla="*/ 177 w 537"/>
                <a:gd name="T15" fmla="*/ 50 h 1184"/>
                <a:gd name="T16" fmla="*/ 177 w 537"/>
                <a:gd name="T17" fmla="*/ 690 h 1184"/>
                <a:gd name="T18" fmla="*/ 177 w 537"/>
                <a:gd name="T19" fmla="*/ 962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7" h="1184">
                  <a:moveTo>
                    <a:pt x="177" y="962"/>
                  </a:moveTo>
                  <a:cubicBezTo>
                    <a:pt x="126" y="1013"/>
                    <a:pt x="126" y="1095"/>
                    <a:pt x="177" y="1146"/>
                  </a:cubicBezTo>
                  <a:cubicBezTo>
                    <a:pt x="202" y="1171"/>
                    <a:pt x="235" y="1184"/>
                    <a:pt x="269" y="1184"/>
                  </a:cubicBezTo>
                  <a:cubicBezTo>
                    <a:pt x="302" y="1184"/>
                    <a:pt x="335" y="1171"/>
                    <a:pt x="361" y="1146"/>
                  </a:cubicBezTo>
                  <a:cubicBezTo>
                    <a:pt x="537" y="969"/>
                    <a:pt x="537" y="682"/>
                    <a:pt x="361" y="506"/>
                  </a:cubicBezTo>
                  <a:cubicBezTo>
                    <a:pt x="286" y="431"/>
                    <a:pt x="286" y="309"/>
                    <a:pt x="361" y="235"/>
                  </a:cubicBezTo>
                  <a:cubicBezTo>
                    <a:pt x="412" y="184"/>
                    <a:pt x="412" y="101"/>
                    <a:pt x="361" y="50"/>
                  </a:cubicBezTo>
                  <a:cubicBezTo>
                    <a:pt x="310" y="0"/>
                    <a:pt x="228" y="0"/>
                    <a:pt x="177" y="50"/>
                  </a:cubicBezTo>
                  <a:cubicBezTo>
                    <a:pt x="0" y="227"/>
                    <a:pt x="0" y="514"/>
                    <a:pt x="177" y="690"/>
                  </a:cubicBezTo>
                  <a:cubicBezTo>
                    <a:pt x="252" y="765"/>
                    <a:pt x="252" y="887"/>
                    <a:pt x="177" y="9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0" name="Freeform 127"/>
            <p:cNvSpPr>
              <a:spLocks/>
            </p:cNvSpPr>
            <p:nvPr/>
          </p:nvSpPr>
          <p:spPr bwMode="auto">
            <a:xfrm>
              <a:off x="5541963" y="1868487"/>
              <a:ext cx="152400" cy="271463"/>
            </a:xfrm>
            <a:custGeom>
              <a:avLst/>
              <a:gdLst>
                <a:gd name="T0" fmla="*/ 268 w 411"/>
                <a:gd name="T1" fmla="*/ 728 h 728"/>
                <a:gd name="T2" fmla="*/ 360 w 411"/>
                <a:gd name="T3" fmla="*/ 690 h 728"/>
                <a:gd name="T4" fmla="*/ 360 w 411"/>
                <a:gd name="T5" fmla="*/ 506 h 728"/>
                <a:gd name="T6" fmla="*/ 360 w 411"/>
                <a:gd name="T7" fmla="*/ 235 h 728"/>
                <a:gd name="T8" fmla="*/ 360 w 411"/>
                <a:gd name="T9" fmla="*/ 50 h 728"/>
                <a:gd name="T10" fmla="*/ 176 w 411"/>
                <a:gd name="T11" fmla="*/ 50 h 728"/>
                <a:gd name="T12" fmla="*/ 176 w 411"/>
                <a:gd name="T13" fmla="*/ 690 h 728"/>
                <a:gd name="T14" fmla="*/ 268 w 411"/>
                <a:gd name="T15" fmla="*/ 72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1" h="728">
                  <a:moveTo>
                    <a:pt x="268" y="728"/>
                  </a:moveTo>
                  <a:cubicBezTo>
                    <a:pt x="301" y="728"/>
                    <a:pt x="335" y="716"/>
                    <a:pt x="360" y="690"/>
                  </a:cubicBezTo>
                  <a:cubicBezTo>
                    <a:pt x="411" y="639"/>
                    <a:pt x="411" y="557"/>
                    <a:pt x="360" y="506"/>
                  </a:cubicBezTo>
                  <a:cubicBezTo>
                    <a:pt x="285" y="431"/>
                    <a:pt x="285" y="309"/>
                    <a:pt x="360" y="235"/>
                  </a:cubicBezTo>
                  <a:cubicBezTo>
                    <a:pt x="411" y="184"/>
                    <a:pt x="411" y="101"/>
                    <a:pt x="360" y="50"/>
                  </a:cubicBezTo>
                  <a:cubicBezTo>
                    <a:pt x="309" y="0"/>
                    <a:pt x="227" y="0"/>
                    <a:pt x="176" y="50"/>
                  </a:cubicBezTo>
                  <a:cubicBezTo>
                    <a:pt x="0" y="227"/>
                    <a:pt x="0" y="514"/>
                    <a:pt x="176" y="690"/>
                  </a:cubicBezTo>
                  <a:cubicBezTo>
                    <a:pt x="201" y="716"/>
                    <a:pt x="235" y="728"/>
                    <a:pt x="268" y="7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11" name="Gruppieren 210"/>
          <p:cNvGrpSpPr/>
          <p:nvPr/>
        </p:nvGrpSpPr>
        <p:grpSpPr>
          <a:xfrm>
            <a:off x="2680758" y="7883845"/>
            <a:ext cx="709571" cy="1105245"/>
            <a:chOff x="5402263" y="5319713"/>
            <a:chExt cx="936626" cy="1458912"/>
          </a:xfrm>
          <a:solidFill>
            <a:schemeClr val="tx1"/>
          </a:solidFill>
        </p:grpSpPr>
        <p:sp>
          <p:nvSpPr>
            <p:cNvPr id="212" name="Oval 228"/>
            <p:cNvSpPr>
              <a:spLocks noChangeArrowheads="1"/>
            </p:cNvSpPr>
            <p:nvPr/>
          </p:nvSpPr>
          <p:spPr bwMode="auto">
            <a:xfrm>
              <a:off x="5819776" y="6675438"/>
              <a:ext cx="103188" cy="1031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3" name="Freeform 229"/>
            <p:cNvSpPr>
              <a:spLocks/>
            </p:cNvSpPr>
            <p:nvPr/>
          </p:nvSpPr>
          <p:spPr bwMode="auto">
            <a:xfrm>
              <a:off x="5822951" y="5438775"/>
              <a:ext cx="515938" cy="1147762"/>
            </a:xfrm>
            <a:custGeom>
              <a:avLst/>
              <a:gdLst>
                <a:gd name="T0" fmla="*/ 131 w 1432"/>
                <a:gd name="T1" fmla="*/ 3184 h 3184"/>
                <a:gd name="T2" fmla="*/ 0 w 1432"/>
                <a:gd name="T3" fmla="*/ 3054 h 3184"/>
                <a:gd name="T4" fmla="*/ 0 w 1432"/>
                <a:gd name="T5" fmla="*/ 2143 h 3184"/>
                <a:gd name="T6" fmla="*/ 131 w 1432"/>
                <a:gd name="T7" fmla="*/ 2013 h 3184"/>
                <a:gd name="T8" fmla="*/ 1172 w 1432"/>
                <a:gd name="T9" fmla="*/ 971 h 3184"/>
                <a:gd name="T10" fmla="*/ 867 w 1432"/>
                <a:gd name="T11" fmla="*/ 235 h 3184"/>
                <a:gd name="T12" fmla="*/ 867 w 1432"/>
                <a:gd name="T13" fmla="*/ 51 h 3184"/>
                <a:gd name="T14" fmla="*/ 1051 w 1432"/>
                <a:gd name="T15" fmla="*/ 51 h 3184"/>
                <a:gd name="T16" fmla="*/ 1432 w 1432"/>
                <a:gd name="T17" fmla="*/ 971 h 3184"/>
                <a:gd name="T18" fmla="*/ 261 w 1432"/>
                <a:gd name="T19" fmla="*/ 2266 h 3184"/>
                <a:gd name="T20" fmla="*/ 261 w 1432"/>
                <a:gd name="T21" fmla="*/ 3054 h 3184"/>
                <a:gd name="T22" fmla="*/ 131 w 1432"/>
                <a:gd name="T23" fmla="*/ 3184 h 3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32" h="3184">
                  <a:moveTo>
                    <a:pt x="131" y="3184"/>
                  </a:moveTo>
                  <a:cubicBezTo>
                    <a:pt x="59" y="3184"/>
                    <a:pt x="0" y="3126"/>
                    <a:pt x="0" y="3054"/>
                  </a:cubicBezTo>
                  <a:cubicBezTo>
                    <a:pt x="0" y="2143"/>
                    <a:pt x="0" y="2143"/>
                    <a:pt x="0" y="2143"/>
                  </a:cubicBezTo>
                  <a:cubicBezTo>
                    <a:pt x="0" y="2071"/>
                    <a:pt x="59" y="2013"/>
                    <a:pt x="131" y="2013"/>
                  </a:cubicBezTo>
                  <a:cubicBezTo>
                    <a:pt x="705" y="2013"/>
                    <a:pt x="1172" y="1545"/>
                    <a:pt x="1172" y="971"/>
                  </a:cubicBezTo>
                  <a:cubicBezTo>
                    <a:pt x="1172" y="693"/>
                    <a:pt x="1064" y="431"/>
                    <a:pt x="867" y="235"/>
                  </a:cubicBezTo>
                  <a:cubicBezTo>
                    <a:pt x="816" y="184"/>
                    <a:pt x="816" y="101"/>
                    <a:pt x="867" y="51"/>
                  </a:cubicBezTo>
                  <a:cubicBezTo>
                    <a:pt x="918" y="0"/>
                    <a:pt x="1000" y="0"/>
                    <a:pt x="1051" y="51"/>
                  </a:cubicBezTo>
                  <a:cubicBezTo>
                    <a:pt x="1297" y="297"/>
                    <a:pt x="1432" y="623"/>
                    <a:pt x="1432" y="971"/>
                  </a:cubicBezTo>
                  <a:cubicBezTo>
                    <a:pt x="1432" y="1645"/>
                    <a:pt x="918" y="2201"/>
                    <a:pt x="261" y="2266"/>
                  </a:cubicBezTo>
                  <a:cubicBezTo>
                    <a:pt x="261" y="3054"/>
                    <a:pt x="261" y="3054"/>
                    <a:pt x="261" y="3054"/>
                  </a:cubicBezTo>
                  <a:cubicBezTo>
                    <a:pt x="261" y="3126"/>
                    <a:pt x="203" y="3184"/>
                    <a:pt x="131" y="31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4" name="Freeform 230"/>
            <p:cNvSpPr>
              <a:spLocks/>
            </p:cNvSpPr>
            <p:nvPr/>
          </p:nvSpPr>
          <p:spPr bwMode="auto">
            <a:xfrm>
              <a:off x="5402263" y="5319713"/>
              <a:ext cx="515938" cy="515937"/>
            </a:xfrm>
            <a:custGeom>
              <a:avLst/>
              <a:gdLst>
                <a:gd name="T0" fmla="*/ 130 w 1432"/>
                <a:gd name="T1" fmla="*/ 1432 h 1432"/>
                <a:gd name="T2" fmla="*/ 0 w 1432"/>
                <a:gd name="T3" fmla="*/ 1302 h 1432"/>
                <a:gd name="T4" fmla="*/ 1302 w 1432"/>
                <a:gd name="T5" fmla="*/ 0 h 1432"/>
                <a:gd name="T6" fmla="*/ 1432 w 1432"/>
                <a:gd name="T7" fmla="*/ 131 h 1432"/>
                <a:gd name="T8" fmla="*/ 1302 w 1432"/>
                <a:gd name="T9" fmla="*/ 261 h 1432"/>
                <a:gd name="T10" fmla="*/ 260 w 1432"/>
                <a:gd name="T11" fmla="*/ 1302 h 1432"/>
                <a:gd name="T12" fmla="*/ 130 w 1432"/>
                <a:gd name="T13" fmla="*/ 1432 h 1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2" h="1432">
                  <a:moveTo>
                    <a:pt x="130" y="1432"/>
                  </a:moveTo>
                  <a:cubicBezTo>
                    <a:pt x="58" y="1432"/>
                    <a:pt x="0" y="1374"/>
                    <a:pt x="0" y="1302"/>
                  </a:cubicBezTo>
                  <a:cubicBezTo>
                    <a:pt x="0" y="584"/>
                    <a:pt x="584" y="0"/>
                    <a:pt x="1302" y="0"/>
                  </a:cubicBezTo>
                  <a:cubicBezTo>
                    <a:pt x="1374" y="0"/>
                    <a:pt x="1432" y="59"/>
                    <a:pt x="1432" y="131"/>
                  </a:cubicBezTo>
                  <a:cubicBezTo>
                    <a:pt x="1432" y="202"/>
                    <a:pt x="1374" y="261"/>
                    <a:pt x="1302" y="261"/>
                  </a:cubicBezTo>
                  <a:cubicBezTo>
                    <a:pt x="727" y="261"/>
                    <a:pt x="260" y="728"/>
                    <a:pt x="260" y="1302"/>
                  </a:cubicBezTo>
                  <a:cubicBezTo>
                    <a:pt x="260" y="1374"/>
                    <a:pt x="202" y="1432"/>
                    <a:pt x="130" y="14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15" name="Gruppieren 214"/>
          <p:cNvGrpSpPr/>
          <p:nvPr/>
        </p:nvGrpSpPr>
        <p:grpSpPr>
          <a:xfrm>
            <a:off x="4150865" y="7921226"/>
            <a:ext cx="1127683" cy="1022033"/>
            <a:chOff x="219075" y="3613150"/>
            <a:chExt cx="1609725" cy="1458913"/>
          </a:xfrm>
          <a:solidFill>
            <a:schemeClr val="tx1"/>
          </a:solidFill>
        </p:grpSpPr>
        <p:sp>
          <p:nvSpPr>
            <p:cNvPr id="216" name="Freeform 167"/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7" name="Freeform 168"/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18" name="TextBox 7"/>
          <p:cNvSpPr txBox="1"/>
          <p:nvPr/>
        </p:nvSpPr>
        <p:spPr>
          <a:xfrm>
            <a:off x="813083" y="2638559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Print</a:t>
            </a:r>
          </a:p>
        </p:txBody>
      </p:sp>
      <p:sp>
        <p:nvSpPr>
          <p:cNvPr id="219" name="TextBox 7"/>
          <p:cNvSpPr txBox="1"/>
          <p:nvPr/>
        </p:nvSpPr>
        <p:spPr>
          <a:xfrm>
            <a:off x="2087216" y="2638559"/>
            <a:ext cx="18966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Verlag/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Verlagsservice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20" name="TextBox 7"/>
          <p:cNvSpPr txBox="1"/>
          <p:nvPr/>
        </p:nvSpPr>
        <p:spPr>
          <a:xfrm>
            <a:off x="4149447" y="2638559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</a:t>
            </a:r>
          </a:p>
        </p:txBody>
      </p:sp>
      <p:sp>
        <p:nvSpPr>
          <p:cNvPr id="221" name="TextBox 7"/>
          <p:cNvSpPr txBox="1"/>
          <p:nvPr/>
        </p:nvSpPr>
        <p:spPr>
          <a:xfrm>
            <a:off x="5490055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Stellensuche</a:t>
            </a:r>
          </a:p>
        </p:txBody>
      </p:sp>
      <p:sp>
        <p:nvSpPr>
          <p:cNvPr id="222" name="TextBox 7"/>
          <p:cNvSpPr txBox="1"/>
          <p:nvPr/>
        </p:nvSpPr>
        <p:spPr>
          <a:xfrm>
            <a:off x="7145295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Kontakt</a:t>
            </a:r>
          </a:p>
        </p:txBody>
      </p:sp>
      <p:sp>
        <p:nvSpPr>
          <p:cNvPr id="223" name="TextBox 7"/>
          <p:cNvSpPr txBox="1"/>
          <p:nvPr/>
        </p:nvSpPr>
        <p:spPr>
          <a:xfrm>
            <a:off x="8934872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Dokument</a:t>
            </a:r>
          </a:p>
        </p:txBody>
      </p:sp>
      <p:sp>
        <p:nvSpPr>
          <p:cNvPr id="224" name="TextBox 7"/>
          <p:cNvSpPr txBox="1"/>
          <p:nvPr/>
        </p:nvSpPr>
        <p:spPr>
          <a:xfrm>
            <a:off x="10646452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«Schliessen»</a:t>
            </a:r>
          </a:p>
        </p:txBody>
      </p:sp>
      <p:sp>
        <p:nvSpPr>
          <p:cNvPr id="225" name="TextBox 7"/>
          <p:cNvSpPr txBox="1"/>
          <p:nvPr/>
        </p:nvSpPr>
        <p:spPr>
          <a:xfrm>
            <a:off x="813083" y="4805424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Pers. Kontakt</a:t>
            </a:r>
          </a:p>
        </p:txBody>
      </p:sp>
      <p:sp>
        <p:nvSpPr>
          <p:cNvPr id="226" name="TextBox 7"/>
          <p:cNvSpPr txBox="1"/>
          <p:nvPr/>
        </p:nvSpPr>
        <p:spPr>
          <a:xfrm>
            <a:off x="2303116" y="4805424"/>
            <a:ext cx="14648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Factsheet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27" name="TextBox 7"/>
          <p:cNvSpPr txBox="1"/>
          <p:nvPr/>
        </p:nvSpPr>
        <p:spPr>
          <a:xfrm>
            <a:off x="4048952" y="4805424"/>
            <a:ext cx="13315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Angebotspalette</a:t>
            </a:r>
          </a:p>
        </p:txBody>
      </p:sp>
      <p:sp>
        <p:nvSpPr>
          <p:cNvPr id="228" name="TextBox 7"/>
          <p:cNvSpPr txBox="1"/>
          <p:nvPr/>
        </p:nvSpPr>
        <p:spPr>
          <a:xfrm>
            <a:off x="5490055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Steigerung</a:t>
            </a:r>
          </a:p>
        </p:txBody>
      </p:sp>
      <p:sp>
        <p:nvSpPr>
          <p:cNvPr id="229" name="TextBox 7"/>
          <p:cNvSpPr txBox="1"/>
          <p:nvPr/>
        </p:nvSpPr>
        <p:spPr>
          <a:xfrm>
            <a:off x="10816940" y="4805424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Publikationssystem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30" name="TextBox 7"/>
          <p:cNvSpPr txBox="1"/>
          <p:nvPr/>
        </p:nvSpPr>
        <p:spPr>
          <a:xfrm>
            <a:off x="15687398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Referenzen</a:t>
            </a:r>
          </a:p>
        </p:txBody>
      </p:sp>
      <p:sp>
        <p:nvSpPr>
          <p:cNvPr id="231" name="TextBox 7"/>
          <p:cNvSpPr txBox="1"/>
          <p:nvPr/>
        </p:nvSpPr>
        <p:spPr>
          <a:xfrm>
            <a:off x="12420980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Auszeichnung</a:t>
            </a:r>
          </a:p>
        </p:txBody>
      </p:sp>
      <p:sp>
        <p:nvSpPr>
          <p:cNvPr id="232" name="TextBox 7"/>
          <p:cNvSpPr txBox="1"/>
          <p:nvPr/>
        </p:nvSpPr>
        <p:spPr>
          <a:xfrm>
            <a:off x="813083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Feedback</a:t>
            </a:r>
          </a:p>
        </p:txBody>
      </p:sp>
      <p:sp>
        <p:nvSpPr>
          <p:cNvPr id="233" name="TextBox 7"/>
          <p:cNvSpPr txBox="1"/>
          <p:nvPr/>
        </p:nvSpPr>
        <p:spPr>
          <a:xfrm>
            <a:off x="15991093" y="4805424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Unser Team</a:t>
            </a:r>
          </a:p>
        </p:txBody>
      </p:sp>
      <p:sp>
        <p:nvSpPr>
          <p:cNvPr id="234" name="TextBox 7"/>
          <p:cNvSpPr txBox="1"/>
          <p:nvPr/>
        </p:nvSpPr>
        <p:spPr>
          <a:xfrm>
            <a:off x="4149447" y="6962421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officeatwork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35" name="TextBox 7"/>
          <p:cNvSpPr txBox="1"/>
          <p:nvPr/>
        </p:nvSpPr>
        <p:spPr>
          <a:xfrm>
            <a:off x="5490055" y="6962421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36" name="TextBox 7"/>
          <p:cNvSpPr txBox="1"/>
          <p:nvPr/>
        </p:nvSpPr>
        <p:spPr>
          <a:xfrm>
            <a:off x="8934872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237" name="TextBox 7"/>
          <p:cNvSpPr txBox="1"/>
          <p:nvPr/>
        </p:nvSpPr>
        <p:spPr>
          <a:xfrm>
            <a:off x="7145295" y="9096310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 Marketing</a:t>
            </a:r>
          </a:p>
        </p:txBody>
      </p:sp>
      <p:sp>
        <p:nvSpPr>
          <p:cNvPr id="238" name="TextBox 7"/>
          <p:cNvSpPr txBox="1"/>
          <p:nvPr/>
        </p:nvSpPr>
        <p:spPr>
          <a:xfrm>
            <a:off x="8934872" y="9096310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Mobil</a:t>
            </a:r>
          </a:p>
        </p:txBody>
      </p:sp>
      <p:sp>
        <p:nvSpPr>
          <p:cNvPr id="239" name="TextBox 7"/>
          <p:cNvSpPr txBox="1"/>
          <p:nvPr/>
        </p:nvSpPr>
        <p:spPr>
          <a:xfrm>
            <a:off x="2470284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Fragen</a:t>
            </a:r>
          </a:p>
        </p:txBody>
      </p:sp>
      <p:sp>
        <p:nvSpPr>
          <p:cNvPr id="240" name="TextBox 7"/>
          <p:cNvSpPr txBox="1"/>
          <p:nvPr/>
        </p:nvSpPr>
        <p:spPr>
          <a:xfrm>
            <a:off x="4149447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Diskussion</a:t>
            </a:r>
          </a:p>
        </p:txBody>
      </p:sp>
      <p:sp>
        <p:nvSpPr>
          <p:cNvPr id="241" name="TextBox 7"/>
          <p:cNvSpPr txBox="1"/>
          <p:nvPr/>
        </p:nvSpPr>
        <p:spPr>
          <a:xfrm>
            <a:off x="5793750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Pause</a:t>
            </a:r>
          </a:p>
        </p:txBody>
      </p:sp>
      <p:sp>
        <p:nvSpPr>
          <p:cNvPr id="242" name="TextBox 7"/>
          <p:cNvSpPr txBox="1"/>
          <p:nvPr/>
        </p:nvSpPr>
        <p:spPr>
          <a:xfrm>
            <a:off x="14074922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Standort</a:t>
            </a:r>
          </a:p>
        </p:txBody>
      </p:sp>
      <p:sp>
        <p:nvSpPr>
          <p:cNvPr id="243" name="TextBox 7"/>
          <p:cNvSpPr txBox="1"/>
          <p:nvPr/>
        </p:nvSpPr>
        <p:spPr>
          <a:xfrm>
            <a:off x="7145295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Reduktion</a:t>
            </a:r>
          </a:p>
        </p:txBody>
      </p:sp>
      <p:sp>
        <p:nvSpPr>
          <p:cNvPr id="244" name="Freeform 131"/>
          <p:cNvSpPr>
            <a:spLocks/>
          </p:cNvSpPr>
          <p:nvPr/>
        </p:nvSpPr>
        <p:spPr bwMode="auto">
          <a:xfrm rot="10800000">
            <a:off x="7713721" y="3501942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245" name="TextBox 7"/>
          <p:cNvSpPr txBox="1"/>
          <p:nvPr/>
        </p:nvSpPr>
        <p:spPr>
          <a:xfrm>
            <a:off x="9105360" y="4805424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In-/Output-</a:t>
            </a:r>
            <a:r>
              <a:rPr lang="de-DE" sz="1200" dirty="0" err="1">
                <a:solidFill>
                  <a:schemeClr val="accent1"/>
                </a:solidFill>
              </a:rPr>
              <a:t>Kannäle</a:t>
            </a:r>
            <a:endParaRPr lang="de-DE" sz="1200" dirty="0">
              <a:solidFill>
                <a:schemeClr val="accent1"/>
              </a:solidFill>
            </a:endParaRPr>
          </a:p>
        </p:txBody>
      </p:sp>
      <p:grpSp>
        <p:nvGrpSpPr>
          <p:cNvPr id="246" name="Gruppieren 245"/>
          <p:cNvGrpSpPr/>
          <p:nvPr/>
        </p:nvGrpSpPr>
        <p:grpSpPr>
          <a:xfrm>
            <a:off x="9246279" y="3499674"/>
            <a:ext cx="1115094" cy="1115094"/>
            <a:chOff x="1943100" y="239713"/>
            <a:chExt cx="4927600" cy="4927600"/>
          </a:xfrm>
        </p:grpSpPr>
        <p:sp>
          <p:nvSpPr>
            <p:cNvPr id="247" name="Freeform 8"/>
            <p:cNvSpPr>
              <a:spLocks/>
            </p:cNvSpPr>
            <p:nvPr/>
          </p:nvSpPr>
          <p:spPr bwMode="auto">
            <a:xfrm>
              <a:off x="2913063" y="971551"/>
              <a:ext cx="3105150" cy="1730375"/>
            </a:xfrm>
            <a:custGeom>
              <a:avLst/>
              <a:gdLst>
                <a:gd name="T0" fmla="*/ 1064 w 1108"/>
                <a:gd name="T1" fmla="*/ 180 h 617"/>
                <a:gd name="T2" fmla="*/ 1108 w 1108"/>
                <a:gd name="T3" fmla="*/ 225 h 617"/>
                <a:gd name="T4" fmla="*/ 1108 w 1108"/>
                <a:gd name="T5" fmla="*/ 446 h 617"/>
                <a:gd name="T6" fmla="*/ 1064 w 1108"/>
                <a:gd name="T7" fmla="*/ 490 h 617"/>
                <a:gd name="T8" fmla="*/ 709 w 1108"/>
                <a:gd name="T9" fmla="*/ 490 h 617"/>
                <a:gd name="T10" fmla="*/ 665 w 1108"/>
                <a:gd name="T11" fmla="*/ 446 h 617"/>
                <a:gd name="T12" fmla="*/ 709 w 1108"/>
                <a:gd name="T13" fmla="*/ 402 h 617"/>
                <a:gd name="T14" fmla="*/ 1020 w 1108"/>
                <a:gd name="T15" fmla="*/ 402 h 617"/>
                <a:gd name="T16" fmla="*/ 1020 w 1108"/>
                <a:gd name="T17" fmla="*/ 269 h 617"/>
                <a:gd name="T18" fmla="*/ 488 w 1108"/>
                <a:gd name="T19" fmla="*/ 269 h 617"/>
                <a:gd name="T20" fmla="*/ 444 w 1108"/>
                <a:gd name="T21" fmla="*/ 225 h 617"/>
                <a:gd name="T22" fmla="*/ 444 w 1108"/>
                <a:gd name="T23" fmla="*/ 129 h 617"/>
                <a:gd name="T24" fmla="*/ 125 w 1108"/>
                <a:gd name="T25" fmla="*/ 336 h 617"/>
                <a:gd name="T26" fmla="*/ 440 w 1108"/>
                <a:gd name="T27" fmla="*/ 536 h 617"/>
                <a:gd name="T28" fmla="*/ 453 w 1108"/>
                <a:gd name="T29" fmla="*/ 597 h 617"/>
                <a:gd name="T30" fmla="*/ 416 w 1108"/>
                <a:gd name="T31" fmla="*/ 617 h 617"/>
                <a:gd name="T32" fmla="*/ 391 w 1108"/>
                <a:gd name="T33" fmla="*/ 610 h 617"/>
                <a:gd name="T34" fmla="*/ 20 w 1108"/>
                <a:gd name="T35" fmla="*/ 372 h 617"/>
                <a:gd name="T36" fmla="*/ 0 w 1108"/>
                <a:gd name="T37" fmla="*/ 335 h 617"/>
                <a:gd name="T38" fmla="*/ 20 w 1108"/>
                <a:gd name="T39" fmla="*/ 298 h 617"/>
                <a:gd name="T40" fmla="*/ 464 w 1108"/>
                <a:gd name="T41" fmla="*/ 10 h 617"/>
                <a:gd name="T42" fmla="*/ 509 w 1108"/>
                <a:gd name="T43" fmla="*/ 8 h 617"/>
                <a:gd name="T44" fmla="*/ 532 w 1108"/>
                <a:gd name="T45" fmla="*/ 47 h 617"/>
                <a:gd name="T46" fmla="*/ 532 w 1108"/>
                <a:gd name="T47" fmla="*/ 180 h 617"/>
                <a:gd name="T48" fmla="*/ 1064 w 1108"/>
                <a:gd name="T49" fmla="*/ 180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7">
                  <a:moveTo>
                    <a:pt x="1064" y="180"/>
                  </a:moveTo>
                  <a:cubicBezTo>
                    <a:pt x="1088" y="180"/>
                    <a:pt x="1108" y="200"/>
                    <a:pt x="1108" y="225"/>
                  </a:cubicBezTo>
                  <a:cubicBezTo>
                    <a:pt x="1108" y="446"/>
                    <a:pt x="1108" y="446"/>
                    <a:pt x="1108" y="446"/>
                  </a:cubicBezTo>
                  <a:cubicBezTo>
                    <a:pt x="1108" y="470"/>
                    <a:pt x="1088" y="490"/>
                    <a:pt x="1064" y="490"/>
                  </a:cubicBezTo>
                  <a:cubicBezTo>
                    <a:pt x="709" y="490"/>
                    <a:pt x="709" y="490"/>
                    <a:pt x="709" y="490"/>
                  </a:cubicBezTo>
                  <a:cubicBezTo>
                    <a:pt x="685" y="490"/>
                    <a:pt x="665" y="470"/>
                    <a:pt x="665" y="446"/>
                  </a:cubicBezTo>
                  <a:cubicBezTo>
                    <a:pt x="665" y="421"/>
                    <a:pt x="685" y="402"/>
                    <a:pt x="709" y="402"/>
                  </a:cubicBezTo>
                  <a:cubicBezTo>
                    <a:pt x="1020" y="402"/>
                    <a:pt x="1020" y="402"/>
                    <a:pt x="1020" y="402"/>
                  </a:cubicBezTo>
                  <a:cubicBezTo>
                    <a:pt x="1020" y="269"/>
                    <a:pt x="1020" y="269"/>
                    <a:pt x="1020" y="269"/>
                  </a:cubicBezTo>
                  <a:cubicBezTo>
                    <a:pt x="488" y="269"/>
                    <a:pt x="488" y="269"/>
                    <a:pt x="488" y="269"/>
                  </a:cubicBezTo>
                  <a:cubicBezTo>
                    <a:pt x="464" y="269"/>
                    <a:pt x="444" y="249"/>
                    <a:pt x="444" y="225"/>
                  </a:cubicBezTo>
                  <a:cubicBezTo>
                    <a:pt x="444" y="129"/>
                    <a:pt x="444" y="129"/>
                    <a:pt x="444" y="129"/>
                  </a:cubicBezTo>
                  <a:cubicBezTo>
                    <a:pt x="125" y="336"/>
                    <a:pt x="125" y="336"/>
                    <a:pt x="125" y="336"/>
                  </a:cubicBezTo>
                  <a:cubicBezTo>
                    <a:pt x="440" y="536"/>
                    <a:pt x="440" y="536"/>
                    <a:pt x="440" y="536"/>
                  </a:cubicBezTo>
                  <a:cubicBezTo>
                    <a:pt x="461" y="549"/>
                    <a:pt x="466" y="577"/>
                    <a:pt x="453" y="597"/>
                  </a:cubicBezTo>
                  <a:cubicBezTo>
                    <a:pt x="444" y="610"/>
                    <a:pt x="430" y="617"/>
                    <a:pt x="416" y="617"/>
                  </a:cubicBezTo>
                  <a:cubicBezTo>
                    <a:pt x="407" y="617"/>
                    <a:pt x="399" y="615"/>
                    <a:pt x="391" y="610"/>
                  </a:cubicBezTo>
                  <a:cubicBezTo>
                    <a:pt x="20" y="372"/>
                    <a:pt x="20" y="372"/>
                    <a:pt x="20" y="372"/>
                  </a:cubicBezTo>
                  <a:cubicBezTo>
                    <a:pt x="8" y="364"/>
                    <a:pt x="0" y="350"/>
                    <a:pt x="0" y="335"/>
                  </a:cubicBezTo>
                  <a:cubicBezTo>
                    <a:pt x="0" y="320"/>
                    <a:pt x="8" y="306"/>
                    <a:pt x="20" y="298"/>
                  </a:cubicBezTo>
                  <a:cubicBezTo>
                    <a:pt x="464" y="10"/>
                    <a:pt x="464" y="10"/>
                    <a:pt x="464" y="10"/>
                  </a:cubicBezTo>
                  <a:cubicBezTo>
                    <a:pt x="478" y="1"/>
                    <a:pt x="495" y="0"/>
                    <a:pt x="509" y="8"/>
                  </a:cubicBezTo>
                  <a:cubicBezTo>
                    <a:pt x="523" y="16"/>
                    <a:pt x="532" y="31"/>
                    <a:pt x="532" y="47"/>
                  </a:cubicBezTo>
                  <a:cubicBezTo>
                    <a:pt x="532" y="180"/>
                    <a:pt x="532" y="180"/>
                    <a:pt x="532" y="180"/>
                  </a:cubicBezTo>
                  <a:lnTo>
                    <a:pt x="1064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48" name="Freeform 9"/>
            <p:cNvSpPr>
              <a:spLocks/>
            </p:cNvSpPr>
            <p:nvPr/>
          </p:nvSpPr>
          <p:spPr bwMode="auto">
            <a:xfrm>
              <a:off x="2913063" y="2851151"/>
              <a:ext cx="3105150" cy="1733550"/>
            </a:xfrm>
            <a:custGeom>
              <a:avLst/>
              <a:gdLst>
                <a:gd name="T0" fmla="*/ 1089 w 1108"/>
                <a:gd name="T1" fmla="*/ 249 h 618"/>
                <a:gd name="T2" fmla="*/ 1108 w 1108"/>
                <a:gd name="T3" fmla="*/ 286 h 618"/>
                <a:gd name="T4" fmla="*/ 1088 w 1108"/>
                <a:gd name="T5" fmla="*/ 323 h 618"/>
                <a:gd name="T6" fmla="*/ 645 w 1108"/>
                <a:gd name="T7" fmla="*/ 611 h 618"/>
                <a:gd name="T8" fmla="*/ 620 w 1108"/>
                <a:gd name="T9" fmla="*/ 618 h 618"/>
                <a:gd name="T10" fmla="*/ 599 w 1108"/>
                <a:gd name="T11" fmla="*/ 613 h 618"/>
                <a:gd name="T12" fmla="*/ 576 w 1108"/>
                <a:gd name="T13" fmla="*/ 574 h 618"/>
                <a:gd name="T14" fmla="*/ 576 w 1108"/>
                <a:gd name="T15" fmla="*/ 441 h 618"/>
                <a:gd name="T16" fmla="*/ 45 w 1108"/>
                <a:gd name="T17" fmla="*/ 441 h 618"/>
                <a:gd name="T18" fmla="*/ 0 w 1108"/>
                <a:gd name="T19" fmla="*/ 396 h 618"/>
                <a:gd name="T20" fmla="*/ 0 w 1108"/>
                <a:gd name="T21" fmla="*/ 175 h 618"/>
                <a:gd name="T22" fmla="*/ 45 w 1108"/>
                <a:gd name="T23" fmla="*/ 131 h 618"/>
                <a:gd name="T24" fmla="*/ 399 w 1108"/>
                <a:gd name="T25" fmla="*/ 131 h 618"/>
                <a:gd name="T26" fmla="*/ 443 w 1108"/>
                <a:gd name="T27" fmla="*/ 175 h 618"/>
                <a:gd name="T28" fmla="*/ 399 w 1108"/>
                <a:gd name="T29" fmla="*/ 219 h 618"/>
                <a:gd name="T30" fmla="*/ 89 w 1108"/>
                <a:gd name="T31" fmla="*/ 219 h 618"/>
                <a:gd name="T32" fmla="*/ 89 w 1108"/>
                <a:gd name="T33" fmla="*/ 352 h 618"/>
                <a:gd name="T34" fmla="*/ 620 w 1108"/>
                <a:gd name="T35" fmla="*/ 352 h 618"/>
                <a:gd name="T36" fmla="*/ 665 w 1108"/>
                <a:gd name="T37" fmla="*/ 396 h 618"/>
                <a:gd name="T38" fmla="*/ 665 w 1108"/>
                <a:gd name="T39" fmla="*/ 492 h 618"/>
                <a:gd name="T40" fmla="*/ 983 w 1108"/>
                <a:gd name="T41" fmla="*/ 285 h 618"/>
                <a:gd name="T42" fmla="*/ 666 w 1108"/>
                <a:gd name="T43" fmla="*/ 87 h 618"/>
                <a:gd name="T44" fmla="*/ 654 w 1108"/>
                <a:gd name="T45" fmla="*/ 26 h 618"/>
                <a:gd name="T46" fmla="*/ 715 w 1108"/>
                <a:gd name="T47" fmla="*/ 13 h 618"/>
                <a:gd name="T48" fmla="*/ 1089 w 1108"/>
                <a:gd name="T49" fmla="*/ 249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8">
                  <a:moveTo>
                    <a:pt x="1089" y="249"/>
                  </a:moveTo>
                  <a:cubicBezTo>
                    <a:pt x="1101" y="257"/>
                    <a:pt x="1108" y="271"/>
                    <a:pt x="1108" y="286"/>
                  </a:cubicBezTo>
                  <a:cubicBezTo>
                    <a:pt x="1108" y="301"/>
                    <a:pt x="1101" y="315"/>
                    <a:pt x="1088" y="323"/>
                  </a:cubicBezTo>
                  <a:cubicBezTo>
                    <a:pt x="645" y="611"/>
                    <a:pt x="645" y="611"/>
                    <a:pt x="645" y="611"/>
                  </a:cubicBezTo>
                  <a:cubicBezTo>
                    <a:pt x="637" y="616"/>
                    <a:pt x="629" y="618"/>
                    <a:pt x="620" y="618"/>
                  </a:cubicBezTo>
                  <a:cubicBezTo>
                    <a:pt x="613" y="618"/>
                    <a:pt x="606" y="616"/>
                    <a:pt x="599" y="613"/>
                  </a:cubicBezTo>
                  <a:cubicBezTo>
                    <a:pt x="585" y="605"/>
                    <a:pt x="576" y="590"/>
                    <a:pt x="576" y="574"/>
                  </a:cubicBezTo>
                  <a:cubicBezTo>
                    <a:pt x="576" y="441"/>
                    <a:pt x="576" y="441"/>
                    <a:pt x="576" y="441"/>
                  </a:cubicBezTo>
                  <a:cubicBezTo>
                    <a:pt x="45" y="441"/>
                    <a:pt x="45" y="441"/>
                    <a:pt x="45" y="441"/>
                  </a:cubicBezTo>
                  <a:cubicBezTo>
                    <a:pt x="20" y="441"/>
                    <a:pt x="0" y="421"/>
                    <a:pt x="0" y="396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51"/>
                    <a:pt x="20" y="131"/>
                    <a:pt x="45" y="131"/>
                  </a:cubicBezTo>
                  <a:cubicBezTo>
                    <a:pt x="399" y="131"/>
                    <a:pt x="399" y="131"/>
                    <a:pt x="399" y="131"/>
                  </a:cubicBezTo>
                  <a:cubicBezTo>
                    <a:pt x="424" y="131"/>
                    <a:pt x="443" y="151"/>
                    <a:pt x="443" y="175"/>
                  </a:cubicBezTo>
                  <a:cubicBezTo>
                    <a:pt x="443" y="200"/>
                    <a:pt x="424" y="219"/>
                    <a:pt x="399" y="219"/>
                  </a:cubicBezTo>
                  <a:cubicBezTo>
                    <a:pt x="89" y="219"/>
                    <a:pt x="89" y="219"/>
                    <a:pt x="89" y="219"/>
                  </a:cubicBezTo>
                  <a:cubicBezTo>
                    <a:pt x="89" y="352"/>
                    <a:pt x="89" y="352"/>
                    <a:pt x="89" y="352"/>
                  </a:cubicBezTo>
                  <a:cubicBezTo>
                    <a:pt x="620" y="352"/>
                    <a:pt x="620" y="352"/>
                    <a:pt x="620" y="352"/>
                  </a:cubicBezTo>
                  <a:cubicBezTo>
                    <a:pt x="645" y="352"/>
                    <a:pt x="665" y="372"/>
                    <a:pt x="665" y="396"/>
                  </a:cubicBezTo>
                  <a:cubicBezTo>
                    <a:pt x="665" y="492"/>
                    <a:pt x="665" y="492"/>
                    <a:pt x="665" y="492"/>
                  </a:cubicBezTo>
                  <a:cubicBezTo>
                    <a:pt x="983" y="285"/>
                    <a:pt x="983" y="285"/>
                    <a:pt x="983" y="285"/>
                  </a:cubicBezTo>
                  <a:cubicBezTo>
                    <a:pt x="666" y="87"/>
                    <a:pt x="666" y="87"/>
                    <a:pt x="666" y="87"/>
                  </a:cubicBezTo>
                  <a:cubicBezTo>
                    <a:pt x="646" y="74"/>
                    <a:pt x="640" y="46"/>
                    <a:pt x="654" y="26"/>
                  </a:cubicBezTo>
                  <a:cubicBezTo>
                    <a:pt x="668" y="5"/>
                    <a:pt x="695" y="0"/>
                    <a:pt x="715" y="13"/>
                  </a:cubicBezTo>
                  <a:lnTo>
                    <a:pt x="1089" y="2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49" name="Freeform 10"/>
            <p:cNvSpPr>
              <a:spLocks/>
            </p:cNvSpPr>
            <p:nvPr/>
          </p:nvSpPr>
          <p:spPr bwMode="auto">
            <a:xfrm>
              <a:off x="1943100" y="239713"/>
              <a:ext cx="4927600" cy="4927600"/>
            </a:xfrm>
            <a:custGeom>
              <a:avLst/>
              <a:gdLst>
                <a:gd name="T0" fmla="*/ 879 w 1758"/>
                <a:gd name="T1" fmla="*/ 1757 h 1757"/>
                <a:gd name="T2" fmla="*/ 258 w 1758"/>
                <a:gd name="T3" fmla="*/ 1500 h 1757"/>
                <a:gd name="T4" fmla="*/ 0 w 1758"/>
                <a:gd name="T5" fmla="*/ 879 h 1757"/>
                <a:gd name="T6" fmla="*/ 10 w 1758"/>
                <a:gd name="T7" fmla="*/ 747 h 1757"/>
                <a:gd name="T8" fmla="*/ 304 w 1758"/>
                <a:gd name="T9" fmla="*/ 215 h 1757"/>
                <a:gd name="T10" fmla="*/ 879 w 1758"/>
                <a:gd name="T11" fmla="*/ 0 h 1757"/>
                <a:gd name="T12" fmla="*/ 1457 w 1758"/>
                <a:gd name="T13" fmla="*/ 216 h 1757"/>
                <a:gd name="T14" fmla="*/ 1749 w 1758"/>
                <a:gd name="T15" fmla="*/ 752 h 1757"/>
                <a:gd name="T16" fmla="*/ 1749 w 1758"/>
                <a:gd name="T17" fmla="*/ 752 h 1757"/>
                <a:gd name="T18" fmla="*/ 1758 w 1758"/>
                <a:gd name="T19" fmla="*/ 879 h 1757"/>
                <a:gd name="T20" fmla="*/ 1703 w 1758"/>
                <a:gd name="T21" fmla="*/ 933 h 1757"/>
                <a:gd name="T22" fmla="*/ 1649 w 1758"/>
                <a:gd name="T23" fmla="*/ 879 h 1757"/>
                <a:gd name="T24" fmla="*/ 1641 w 1758"/>
                <a:gd name="T25" fmla="*/ 767 h 1757"/>
                <a:gd name="T26" fmla="*/ 1385 w 1758"/>
                <a:gd name="T27" fmla="*/ 299 h 1757"/>
                <a:gd name="T28" fmla="*/ 879 w 1758"/>
                <a:gd name="T29" fmla="*/ 109 h 1757"/>
                <a:gd name="T30" fmla="*/ 375 w 1758"/>
                <a:gd name="T31" fmla="*/ 297 h 1757"/>
                <a:gd name="T32" fmla="*/ 118 w 1758"/>
                <a:gd name="T33" fmla="*/ 763 h 1757"/>
                <a:gd name="T34" fmla="*/ 110 w 1758"/>
                <a:gd name="T35" fmla="*/ 879 h 1757"/>
                <a:gd name="T36" fmla="*/ 335 w 1758"/>
                <a:gd name="T37" fmla="*/ 1423 h 1757"/>
                <a:gd name="T38" fmla="*/ 879 w 1758"/>
                <a:gd name="T39" fmla="*/ 1648 h 1757"/>
                <a:gd name="T40" fmla="*/ 934 w 1758"/>
                <a:gd name="T41" fmla="*/ 1703 h 1757"/>
                <a:gd name="T42" fmla="*/ 879 w 1758"/>
                <a:gd name="T43" fmla="*/ 1757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8" h="1757">
                  <a:moveTo>
                    <a:pt x="879" y="1757"/>
                  </a:moveTo>
                  <a:cubicBezTo>
                    <a:pt x="644" y="1757"/>
                    <a:pt x="424" y="1666"/>
                    <a:pt x="258" y="1500"/>
                  </a:cubicBezTo>
                  <a:cubicBezTo>
                    <a:pt x="92" y="1334"/>
                    <a:pt x="0" y="1113"/>
                    <a:pt x="0" y="879"/>
                  </a:cubicBezTo>
                  <a:cubicBezTo>
                    <a:pt x="0" y="834"/>
                    <a:pt x="4" y="790"/>
                    <a:pt x="10" y="747"/>
                  </a:cubicBezTo>
                  <a:cubicBezTo>
                    <a:pt x="41" y="541"/>
                    <a:pt x="146" y="352"/>
                    <a:pt x="304" y="215"/>
                  </a:cubicBezTo>
                  <a:cubicBezTo>
                    <a:pt x="463" y="76"/>
                    <a:pt x="668" y="0"/>
                    <a:pt x="879" y="0"/>
                  </a:cubicBezTo>
                  <a:cubicBezTo>
                    <a:pt x="1092" y="0"/>
                    <a:pt x="1297" y="77"/>
                    <a:pt x="1457" y="216"/>
                  </a:cubicBezTo>
                  <a:cubicBezTo>
                    <a:pt x="1615" y="355"/>
                    <a:pt x="1719" y="545"/>
                    <a:pt x="1749" y="752"/>
                  </a:cubicBezTo>
                  <a:cubicBezTo>
                    <a:pt x="1749" y="752"/>
                    <a:pt x="1749" y="752"/>
                    <a:pt x="1749" y="752"/>
                  </a:cubicBezTo>
                  <a:cubicBezTo>
                    <a:pt x="1755" y="794"/>
                    <a:pt x="1758" y="836"/>
                    <a:pt x="1758" y="879"/>
                  </a:cubicBezTo>
                  <a:cubicBezTo>
                    <a:pt x="1758" y="909"/>
                    <a:pt x="1733" y="933"/>
                    <a:pt x="1703" y="933"/>
                  </a:cubicBezTo>
                  <a:cubicBezTo>
                    <a:pt x="1673" y="933"/>
                    <a:pt x="1649" y="909"/>
                    <a:pt x="1649" y="879"/>
                  </a:cubicBezTo>
                  <a:cubicBezTo>
                    <a:pt x="1649" y="841"/>
                    <a:pt x="1646" y="804"/>
                    <a:pt x="1641" y="767"/>
                  </a:cubicBezTo>
                  <a:cubicBezTo>
                    <a:pt x="1614" y="586"/>
                    <a:pt x="1524" y="420"/>
                    <a:pt x="1385" y="299"/>
                  </a:cubicBezTo>
                  <a:cubicBezTo>
                    <a:pt x="1245" y="177"/>
                    <a:pt x="1065" y="109"/>
                    <a:pt x="879" y="109"/>
                  </a:cubicBezTo>
                  <a:cubicBezTo>
                    <a:pt x="694" y="109"/>
                    <a:pt x="515" y="176"/>
                    <a:pt x="375" y="297"/>
                  </a:cubicBezTo>
                  <a:cubicBezTo>
                    <a:pt x="237" y="417"/>
                    <a:pt x="146" y="583"/>
                    <a:pt x="118" y="763"/>
                  </a:cubicBezTo>
                  <a:cubicBezTo>
                    <a:pt x="113" y="801"/>
                    <a:pt x="110" y="840"/>
                    <a:pt x="110" y="879"/>
                  </a:cubicBezTo>
                  <a:cubicBezTo>
                    <a:pt x="110" y="1084"/>
                    <a:pt x="190" y="1277"/>
                    <a:pt x="335" y="1423"/>
                  </a:cubicBezTo>
                  <a:cubicBezTo>
                    <a:pt x="480" y="1568"/>
                    <a:pt x="674" y="1648"/>
                    <a:pt x="879" y="1648"/>
                  </a:cubicBezTo>
                  <a:cubicBezTo>
                    <a:pt x="909" y="1648"/>
                    <a:pt x="934" y="1673"/>
                    <a:pt x="934" y="1703"/>
                  </a:cubicBezTo>
                  <a:cubicBezTo>
                    <a:pt x="934" y="1733"/>
                    <a:pt x="909" y="1757"/>
                    <a:pt x="879" y="17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50" name="TextBox 7"/>
          <p:cNvSpPr txBox="1"/>
          <p:nvPr/>
        </p:nvSpPr>
        <p:spPr>
          <a:xfrm>
            <a:off x="10646452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251" name="TextBox 7"/>
          <p:cNvSpPr txBox="1"/>
          <p:nvPr/>
        </p:nvSpPr>
        <p:spPr>
          <a:xfrm>
            <a:off x="12420980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grpSp>
        <p:nvGrpSpPr>
          <p:cNvPr id="252" name="Gruppieren 251"/>
          <p:cNvGrpSpPr/>
          <p:nvPr/>
        </p:nvGrpSpPr>
        <p:grpSpPr>
          <a:xfrm>
            <a:off x="10961138" y="5672724"/>
            <a:ext cx="1108536" cy="1034363"/>
            <a:chOff x="12894468" y="258762"/>
            <a:chExt cx="4768851" cy="4449763"/>
          </a:xfrm>
        </p:grpSpPr>
        <p:sp>
          <p:nvSpPr>
            <p:cNvPr id="253" name="Freeform 18"/>
            <p:cNvSpPr>
              <a:spLocks/>
            </p:cNvSpPr>
            <p:nvPr/>
          </p:nvSpPr>
          <p:spPr bwMode="auto">
            <a:xfrm>
              <a:off x="12894468" y="258762"/>
              <a:ext cx="317500" cy="4449763"/>
            </a:xfrm>
            <a:custGeom>
              <a:avLst/>
              <a:gdLst>
                <a:gd name="T0" fmla="*/ 57 w 113"/>
                <a:gd name="T1" fmla="*/ 0 h 1586"/>
                <a:gd name="T2" fmla="*/ 0 w 113"/>
                <a:gd name="T3" fmla="*/ 57 h 1586"/>
                <a:gd name="T4" fmla="*/ 0 w 113"/>
                <a:gd name="T5" fmla="*/ 1530 h 1586"/>
                <a:gd name="T6" fmla="*/ 57 w 113"/>
                <a:gd name="T7" fmla="*/ 1586 h 1586"/>
                <a:gd name="T8" fmla="*/ 113 w 113"/>
                <a:gd name="T9" fmla="*/ 1530 h 1586"/>
                <a:gd name="T10" fmla="*/ 113 w 113"/>
                <a:gd name="T11" fmla="*/ 57 h 1586"/>
                <a:gd name="T12" fmla="*/ 57 w 113"/>
                <a:gd name="T13" fmla="*/ 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586">
                  <a:moveTo>
                    <a:pt x="57" y="0"/>
                  </a:moveTo>
                  <a:cubicBezTo>
                    <a:pt x="25" y="0"/>
                    <a:pt x="0" y="26"/>
                    <a:pt x="0" y="57"/>
                  </a:cubicBezTo>
                  <a:cubicBezTo>
                    <a:pt x="0" y="1530"/>
                    <a:pt x="0" y="1530"/>
                    <a:pt x="0" y="1530"/>
                  </a:cubicBezTo>
                  <a:cubicBezTo>
                    <a:pt x="0" y="1561"/>
                    <a:pt x="25" y="1586"/>
                    <a:pt x="57" y="1586"/>
                  </a:cubicBezTo>
                  <a:cubicBezTo>
                    <a:pt x="88" y="1586"/>
                    <a:pt x="113" y="1561"/>
                    <a:pt x="113" y="1530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3" y="26"/>
                    <a:pt x="88" y="0"/>
                    <a:pt x="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4" name="Freeform 19"/>
            <p:cNvSpPr>
              <a:spLocks/>
            </p:cNvSpPr>
            <p:nvPr/>
          </p:nvSpPr>
          <p:spPr bwMode="auto">
            <a:xfrm>
              <a:off x="14801056" y="4391025"/>
              <a:ext cx="2862263" cy="317500"/>
            </a:xfrm>
            <a:custGeom>
              <a:avLst/>
              <a:gdLst>
                <a:gd name="T0" fmla="*/ 964 w 1021"/>
                <a:gd name="T1" fmla="*/ 0 h 113"/>
                <a:gd name="T2" fmla="*/ 57 w 1021"/>
                <a:gd name="T3" fmla="*/ 0 h 113"/>
                <a:gd name="T4" fmla="*/ 0 w 1021"/>
                <a:gd name="T5" fmla="*/ 57 h 113"/>
                <a:gd name="T6" fmla="*/ 57 w 1021"/>
                <a:gd name="T7" fmla="*/ 113 h 113"/>
                <a:gd name="T8" fmla="*/ 964 w 1021"/>
                <a:gd name="T9" fmla="*/ 113 h 113"/>
                <a:gd name="T10" fmla="*/ 1021 w 1021"/>
                <a:gd name="T11" fmla="*/ 57 h 113"/>
                <a:gd name="T12" fmla="*/ 964 w 1021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1" h="113">
                  <a:moveTo>
                    <a:pt x="964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964" y="113"/>
                    <a:pt x="964" y="113"/>
                    <a:pt x="964" y="113"/>
                  </a:cubicBezTo>
                  <a:cubicBezTo>
                    <a:pt x="995" y="113"/>
                    <a:pt x="1021" y="88"/>
                    <a:pt x="1021" y="57"/>
                  </a:cubicBezTo>
                  <a:cubicBezTo>
                    <a:pt x="1021" y="25"/>
                    <a:pt x="995" y="0"/>
                    <a:pt x="9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5" name="Freeform 20"/>
            <p:cNvSpPr>
              <a:spLocks/>
            </p:cNvSpPr>
            <p:nvPr/>
          </p:nvSpPr>
          <p:spPr bwMode="auto">
            <a:xfrm>
              <a:off x="16056768" y="895350"/>
              <a:ext cx="1287463" cy="1274763"/>
            </a:xfrm>
            <a:custGeom>
              <a:avLst/>
              <a:gdLst>
                <a:gd name="T0" fmla="*/ 62 w 459"/>
                <a:gd name="T1" fmla="*/ 454 h 454"/>
                <a:gd name="T2" fmla="*/ 103 w 459"/>
                <a:gd name="T3" fmla="*/ 437 h 454"/>
                <a:gd name="T4" fmla="*/ 346 w 459"/>
                <a:gd name="T5" fmla="*/ 194 h 454"/>
                <a:gd name="T6" fmla="*/ 346 w 459"/>
                <a:gd name="T7" fmla="*/ 284 h 454"/>
                <a:gd name="T8" fmla="*/ 403 w 459"/>
                <a:gd name="T9" fmla="*/ 340 h 454"/>
                <a:gd name="T10" fmla="*/ 459 w 459"/>
                <a:gd name="T11" fmla="*/ 284 h 454"/>
                <a:gd name="T12" fmla="*/ 459 w 459"/>
                <a:gd name="T13" fmla="*/ 57 h 454"/>
                <a:gd name="T14" fmla="*/ 459 w 459"/>
                <a:gd name="T15" fmla="*/ 57 h 454"/>
                <a:gd name="T16" fmla="*/ 459 w 459"/>
                <a:gd name="T17" fmla="*/ 51 h 454"/>
                <a:gd name="T18" fmla="*/ 459 w 459"/>
                <a:gd name="T19" fmla="*/ 49 h 454"/>
                <a:gd name="T20" fmla="*/ 458 w 459"/>
                <a:gd name="T21" fmla="*/ 46 h 454"/>
                <a:gd name="T22" fmla="*/ 458 w 459"/>
                <a:gd name="T23" fmla="*/ 43 h 454"/>
                <a:gd name="T24" fmla="*/ 457 w 459"/>
                <a:gd name="T25" fmla="*/ 40 h 454"/>
                <a:gd name="T26" fmla="*/ 456 w 459"/>
                <a:gd name="T27" fmla="*/ 38 h 454"/>
                <a:gd name="T28" fmla="*/ 455 w 459"/>
                <a:gd name="T29" fmla="*/ 35 h 454"/>
                <a:gd name="T30" fmla="*/ 454 w 459"/>
                <a:gd name="T31" fmla="*/ 33 h 454"/>
                <a:gd name="T32" fmla="*/ 453 w 459"/>
                <a:gd name="T33" fmla="*/ 30 h 454"/>
                <a:gd name="T34" fmla="*/ 451 w 459"/>
                <a:gd name="T35" fmla="*/ 28 h 454"/>
                <a:gd name="T36" fmla="*/ 450 w 459"/>
                <a:gd name="T37" fmla="*/ 25 h 454"/>
                <a:gd name="T38" fmla="*/ 448 w 459"/>
                <a:gd name="T39" fmla="*/ 23 h 454"/>
                <a:gd name="T40" fmla="*/ 446 w 459"/>
                <a:gd name="T41" fmla="*/ 21 h 454"/>
                <a:gd name="T42" fmla="*/ 439 w 459"/>
                <a:gd name="T43" fmla="*/ 13 h 454"/>
                <a:gd name="T44" fmla="*/ 437 w 459"/>
                <a:gd name="T45" fmla="*/ 12 h 454"/>
                <a:gd name="T46" fmla="*/ 434 w 459"/>
                <a:gd name="T47" fmla="*/ 10 h 454"/>
                <a:gd name="T48" fmla="*/ 432 w 459"/>
                <a:gd name="T49" fmla="*/ 8 h 454"/>
                <a:gd name="T50" fmla="*/ 429 w 459"/>
                <a:gd name="T51" fmla="*/ 7 h 454"/>
                <a:gd name="T52" fmla="*/ 427 w 459"/>
                <a:gd name="T53" fmla="*/ 6 h 454"/>
                <a:gd name="T54" fmla="*/ 424 w 459"/>
                <a:gd name="T55" fmla="*/ 4 h 454"/>
                <a:gd name="T56" fmla="*/ 422 w 459"/>
                <a:gd name="T57" fmla="*/ 3 h 454"/>
                <a:gd name="T58" fmla="*/ 419 w 459"/>
                <a:gd name="T59" fmla="*/ 3 h 454"/>
                <a:gd name="T60" fmla="*/ 417 w 459"/>
                <a:gd name="T61" fmla="*/ 2 h 454"/>
                <a:gd name="T62" fmla="*/ 414 w 459"/>
                <a:gd name="T63" fmla="*/ 1 h 454"/>
                <a:gd name="T64" fmla="*/ 411 w 459"/>
                <a:gd name="T65" fmla="*/ 1 h 454"/>
                <a:gd name="T66" fmla="*/ 408 w 459"/>
                <a:gd name="T67" fmla="*/ 0 h 454"/>
                <a:gd name="T68" fmla="*/ 403 w 459"/>
                <a:gd name="T69" fmla="*/ 0 h 454"/>
                <a:gd name="T70" fmla="*/ 403 w 459"/>
                <a:gd name="T71" fmla="*/ 0 h 454"/>
                <a:gd name="T72" fmla="*/ 176 w 459"/>
                <a:gd name="T73" fmla="*/ 0 h 454"/>
                <a:gd name="T74" fmla="*/ 119 w 459"/>
                <a:gd name="T75" fmla="*/ 57 h 454"/>
                <a:gd name="T76" fmla="*/ 176 w 459"/>
                <a:gd name="T77" fmla="*/ 113 h 454"/>
                <a:gd name="T78" fmla="*/ 266 w 459"/>
                <a:gd name="T79" fmla="*/ 113 h 454"/>
                <a:gd name="T80" fmla="*/ 22 w 459"/>
                <a:gd name="T81" fmla="*/ 357 h 454"/>
                <a:gd name="T82" fmla="*/ 22 w 459"/>
                <a:gd name="T83" fmla="*/ 437 h 454"/>
                <a:gd name="T84" fmla="*/ 62 w 459"/>
                <a:gd name="T85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9" h="454">
                  <a:moveTo>
                    <a:pt x="62" y="454"/>
                  </a:moveTo>
                  <a:cubicBezTo>
                    <a:pt x="77" y="454"/>
                    <a:pt x="91" y="448"/>
                    <a:pt x="103" y="437"/>
                  </a:cubicBezTo>
                  <a:cubicBezTo>
                    <a:pt x="346" y="194"/>
                    <a:pt x="346" y="194"/>
                    <a:pt x="346" y="194"/>
                  </a:cubicBezTo>
                  <a:cubicBezTo>
                    <a:pt x="346" y="284"/>
                    <a:pt x="346" y="284"/>
                    <a:pt x="346" y="284"/>
                  </a:cubicBezTo>
                  <a:cubicBezTo>
                    <a:pt x="346" y="315"/>
                    <a:pt x="371" y="340"/>
                    <a:pt x="403" y="340"/>
                  </a:cubicBezTo>
                  <a:cubicBezTo>
                    <a:pt x="434" y="340"/>
                    <a:pt x="459" y="315"/>
                    <a:pt x="459" y="284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5"/>
                    <a:pt x="459" y="53"/>
                    <a:pt x="459" y="51"/>
                  </a:cubicBezTo>
                  <a:cubicBezTo>
                    <a:pt x="459" y="50"/>
                    <a:pt x="459" y="49"/>
                    <a:pt x="459" y="49"/>
                  </a:cubicBezTo>
                  <a:cubicBezTo>
                    <a:pt x="459" y="48"/>
                    <a:pt x="458" y="47"/>
                    <a:pt x="458" y="46"/>
                  </a:cubicBezTo>
                  <a:cubicBezTo>
                    <a:pt x="458" y="45"/>
                    <a:pt x="458" y="44"/>
                    <a:pt x="458" y="43"/>
                  </a:cubicBezTo>
                  <a:cubicBezTo>
                    <a:pt x="457" y="42"/>
                    <a:pt x="457" y="41"/>
                    <a:pt x="457" y="40"/>
                  </a:cubicBezTo>
                  <a:cubicBezTo>
                    <a:pt x="457" y="39"/>
                    <a:pt x="456" y="38"/>
                    <a:pt x="456" y="38"/>
                  </a:cubicBezTo>
                  <a:cubicBezTo>
                    <a:pt x="456" y="37"/>
                    <a:pt x="455" y="36"/>
                    <a:pt x="455" y="35"/>
                  </a:cubicBezTo>
                  <a:cubicBezTo>
                    <a:pt x="455" y="34"/>
                    <a:pt x="454" y="33"/>
                    <a:pt x="454" y="33"/>
                  </a:cubicBezTo>
                  <a:cubicBezTo>
                    <a:pt x="453" y="32"/>
                    <a:pt x="453" y="31"/>
                    <a:pt x="453" y="30"/>
                  </a:cubicBezTo>
                  <a:cubicBezTo>
                    <a:pt x="452" y="29"/>
                    <a:pt x="452" y="28"/>
                    <a:pt x="451" y="28"/>
                  </a:cubicBezTo>
                  <a:cubicBezTo>
                    <a:pt x="451" y="27"/>
                    <a:pt x="450" y="26"/>
                    <a:pt x="450" y="25"/>
                  </a:cubicBezTo>
                  <a:cubicBezTo>
                    <a:pt x="449" y="24"/>
                    <a:pt x="448" y="24"/>
                    <a:pt x="448" y="23"/>
                  </a:cubicBezTo>
                  <a:cubicBezTo>
                    <a:pt x="447" y="22"/>
                    <a:pt x="447" y="21"/>
                    <a:pt x="446" y="21"/>
                  </a:cubicBezTo>
                  <a:cubicBezTo>
                    <a:pt x="444" y="18"/>
                    <a:pt x="441" y="15"/>
                    <a:pt x="439" y="13"/>
                  </a:cubicBezTo>
                  <a:cubicBezTo>
                    <a:pt x="438" y="12"/>
                    <a:pt x="437" y="12"/>
                    <a:pt x="437" y="12"/>
                  </a:cubicBezTo>
                  <a:cubicBezTo>
                    <a:pt x="436" y="11"/>
                    <a:pt x="435" y="10"/>
                    <a:pt x="434" y="10"/>
                  </a:cubicBezTo>
                  <a:cubicBezTo>
                    <a:pt x="433" y="9"/>
                    <a:pt x="433" y="9"/>
                    <a:pt x="432" y="8"/>
                  </a:cubicBezTo>
                  <a:cubicBezTo>
                    <a:pt x="431" y="8"/>
                    <a:pt x="430" y="7"/>
                    <a:pt x="429" y="7"/>
                  </a:cubicBezTo>
                  <a:cubicBezTo>
                    <a:pt x="429" y="6"/>
                    <a:pt x="428" y="6"/>
                    <a:pt x="427" y="6"/>
                  </a:cubicBezTo>
                  <a:cubicBezTo>
                    <a:pt x="426" y="5"/>
                    <a:pt x="425" y="5"/>
                    <a:pt x="424" y="4"/>
                  </a:cubicBezTo>
                  <a:cubicBezTo>
                    <a:pt x="423" y="4"/>
                    <a:pt x="423" y="4"/>
                    <a:pt x="422" y="3"/>
                  </a:cubicBezTo>
                  <a:cubicBezTo>
                    <a:pt x="421" y="3"/>
                    <a:pt x="420" y="3"/>
                    <a:pt x="419" y="3"/>
                  </a:cubicBezTo>
                  <a:cubicBezTo>
                    <a:pt x="418" y="2"/>
                    <a:pt x="417" y="2"/>
                    <a:pt x="417" y="2"/>
                  </a:cubicBezTo>
                  <a:cubicBezTo>
                    <a:pt x="416" y="2"/>
                    <a:pt x="415" y="1"/>
                    <a:pt x="414" y="1"/>
                  </a:cubicBezTo>
                  <a:cubicBezTo>
                    <a:pt x="413" y="1"/>
                    <a:pt x="412" y="1"/>
                    <a:pt x="411" y="1"/>
                  </a:cubicBezTo>
                  <a:cubicBezTo>
                    <a:pt x="410" y="1"/>
                    <a:pt x="409" y="0"/>
                    <a:pt x="408" y="0"/>
                  </a:cubicBezTo>
                  <a:cubicBezTo>
                    <a:pt x="406" y="0"/>
                    <a:pt x="405" y="0"/>
                    <a:pt x="40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45" y="0"/>
                    <a:pt x="119" y="25"/>
                    <a:pt x="119" y="57"/>
                  </a:cubicBezTo>
                  <a:cubicBezTo>
                    <a:pt x="119" y="88"/>
                    <a:pt x="145" y="113"/>
                    <a:pt x="17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0" y="379"/>
                    <a:pt x="0" y="415"/>
                    <a:pt x="22" y="437"/>
                  </a:cubicBezTo>
                  <a:cubicBezTo>
                    <a:pt x="33" y="448"/>
                    <a:pt x="48" y="454"/>
                    <a:pt x="62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6" name="Freeform 21"/>
            <p:cNvSpPr>
              <a:spLocks/>
            </p:cNvSpPr>
            <p:nvPr/>
          </p:nvSpPr>
          <p:spPr bwMode="auto">
            <a:xfrm>
              <a:off x="13515181" y="2006600"/>
              <a:ext cx="2255838" cy="1752600"/>
            </a:xfrm>
            <a:custGeom>
              <a:avLst/>
              <a:gdLst>
                <a:gd name="T0" fmla="*/ 702 w 805"/>
                <a:gd name="T1" fmla="*/ 268 h 625"/>
                <a:gd name="T2" fmla="*/ 783 w 805"/>
                <a:gd name="T3" fmla="*/ 268 h 625"/>
                <a:gd name="T4" fmla="*/ 783 w 805"/>
                <a:gd name="T5" fmla="*/ 188 h 625"/>
                <a:gd name="T6" fmla="*/ 613 w 805"/>
                <a:gd name="T7" fmla="*/ 16 h 625"/>
                <a:gd name="T8" fmla="*/ 573 w 805"/>
                <a:gd name="T9" fmla="*/ 0 h 625"/>
                <a:gd name="T10" fmla="*/ 573 w 805"/>
                <a:gd name="T11" fmla="*/ 0 h 625"/>
                <a:gd name="T12" fmla="*/ 533 w 805"/>
                <a:gd name="T13" fmla="*/ 16 h 625"/>
                <a:gd name="T14" fmla="*/ 22 w 805"/>
                <a:gd name="T15" fmla="*/ 528 h 625"/>
                <a:gd name="T16" fmla="*/ 22 w 805"/>
                <a:gd name="T17" fmla="*/ 608 h 625"/>
                <a:gd name="T18" fmla="*/ 62 w 805"/>
                <a:gd name="T19" fmla="*/ 625 h 625"/>
                <a:gd name="T20" fmla="*/ 103 w 805"/>
                <a:gd name="T21" fmla="*/ 608 h 625"/>
                <a:gd name="T22" fmla="*/ 573 w 805"/>
                <a:gd name="T23" fmla="*/ 137 h 625"/>
                <a:gd name="T24" fmla="*/ 702 w 805"/>
                <a:gd name="T25" fmla="*/ 26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5" h="625">
                  <a:moveTo>
                    <a:pt x="702" y="268"/>
                  </a:moveTo>
                  <a:cubicBezTo>
                    <a:pt x="724" y="290"/>
                    <a:pt x="760" y="290"/>
                    <a:pt x="783" y="268"/>
                  </a:cubicBezTo>
                  <a:cubicBezTo>
                    <a:pt x="805" y="246"/>
                    <a:pt x="805" y="210"/>
                    <a:pt x="783" y="188"/>
                  </a:cubicBezTo>
                  <a:cubicBezTo>
                    <a:pt x="613" y="16"/>
                    <a:pt x="613" y="16"/>
                    <a:pt x="613" y="16"/>
                  </a:cubicBezTo>
                  <a:cubicBezTo>
                    <a:pt x="602" y="6"/>
                    <a:pt x="588" y="0"/>
                    <a:pt x="57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58" y="0"/>
                    <a:pt x="543" y="6"/>
                    <a:pt x="533" y="16"/>
                  </a:cubicBezTo>
                  <a:cubicBezTo>
                    <a:pt x="22" y="528"/>
                    <a:pt x="22" y="528"/>
                    <a:pt x="22" y="528"/>
                  </a:cubicBezTo>
                  <a:cubicBezTo>
                    <a:pt x="0" y="550"/>
                    <a:pt x="0" y="586"/>
                    <a:pt x="22" y="608"/>
                  </a:cubicBezTo>
                  <a:cubicBezTo>
                    <a:pt x="33" y="619"/>
                    <a:pt x="48" y="625"/>
                    <a:pt x="62" y="625"/>
                  </a:cubicBezTo>
                  <a:cubicBezTo>
                    <a:pt x="77" y="625"/>
                    <a:pt x="91" y="619"/>
                    <a:pt x="103" y="608"/>
                  </a:cubicBezTo>
                  <a:cubicBezTo>
                    <a:pt x="573" y="137"/>
                    <a:pt x="573" y="137"/>
                    <a:pt x="573" y="137"/>
                  </a:cubicBezTo>
                  <a:lnTo>
                    <a:pt x="702" y="2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57" name="Gruppieren 256"/>
          <p:cNvGrpSpPr/>
          <p:nvPr/>
        </p:nvGrpSpPr>
        <p:grpSpPr>
          <a:xfrm>
            <a:off x="14462153" y="5773016"/>
            <a:ext cx="963447" cy="927174"/>
            <a:chOff x="623888" y="355600"/>
            <a:chExt cx="4132262" cy="3976688"/>
          </a:xfrm>
        </p:grpSpPr>
        <p:sp>
          <p:nvSpPr>
            <p:cNvPr id="258" name="Freeform 5"/>
            <p:cNvSpPr>
              <a:spLocks/>
            </p:cNvSpPr>
            <p:nvPr/>
          </p:nvSpPr>
          <p:spPr bwMode="auto">
            <a:xfrm>
              <a:off x="623888" y="2900363"/>
              <a:ext cx="319087" cy="1431925"/>
            </a:xfrm>
            <a:custGeom>
              <a:avLst/>
              <a:gdLst>
                <a:gd name="T0" fmla="*/ 57 w 114"/>
                <a:gd name="T1" fmla="*/ 510 h 510"/>
                <a:gd name="T2" fmla="*/ 0 w 114"/>
                <a:gd name="T3" fmla="*/ 453 h 510"/>
                <a:gd name="T4" fmla="*/ 0 w 114"/>
                <a:gd name="T5" fmla="*/ 56 h 510"/>
                <a:gd name="T6" fmla="*/ 57 w 114"/>
                <a:gd name="T7" fmla="*/ 0 h 510"/>
                <a:gd name="T8" fmla="*/ 114 w 114"/>
                <a:gd name="T9" fmla="*/ 56 h 510"/>
                <a:gd name="T10" fmla="*/ 114 w 114"/>
                <a:gd name="T11" fmla="*/ 453 h 510"/>
                <a:gd name="T12" fmla="*/ 57 w 114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510">
                  <a:moveTo>
                    <a:pt x="57" y="510"/>
                  </a:moveTo>
                  <a:cubicBezTo>
                    <a:pt x="26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453"/>
                    <a:pt x="114" y="453"/>
                    <a:pt x="114" y="453"/>
                  </a:cubicBezTo>
                  <a:cubicBezTo>
                    <a:pt x="114" y="485"/>
                    <a:pt x="88" y="510"/>
                    <a:pt x="57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9" name="Freeform 6"/>
            <p:cNvSpPr>
              <a:spLocks/>
            </p:cNvSpPr>
            <p:nvPr/>
          </p:nvSpPr>
          <p:spPr bwMode="auto">
            <a:xfrm>
              <a:off x="1576388" y="2263775"/>
              <a:ext cx="320675" cy="2068513"/>
            </a:xfrm>
            <a:custGeom>
              <a:avLst/>
              <a:gdLst>
                <a:gd name="T0" fmla="*/ 57 w 114"/>
                <a:gd name="T1" fmla="*/ 737 h 737"/>
                <a:gd name="T2" fmla="*/ 0 w 114"/>
                <a:gd name="T3" fmla="*/ 680 h 737"/>
                <a:gd name="T4" fmla="*/ 0 w 114"/>
                <a:gd name="T5" fmla="*/ 57 h 737"/>
                <a:gd name="T6" fmla="*/ 57 w 114"/>
                <a:gd name="T7" fmla="*/ 0 h 737"/>
                <a:gd name="T8" fmla="*/ 114 w 114"/>
                <a:gd name="T9" fmla="*/ 57 h 737"/>
                <a:gd name="T10" fmla="*/ 114 w 114"/>
                <a:gd name="T11" fmla="*/ 680 h 737"/>
                <a:gd name="T12" fmla="*/ 57 w 114"/>
                <a:gd name="T13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737">
                  <a:moveTo>
                    <a:pt x="57" y="737"/>
                  </a:moveTo>
                  <a:cubicBezTo>
                    <a:pt x="26" y="737"/>
                    <a:pt x="0" y="712"/>
                    <a:pt x="0" y="68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7"/>
                  </a:cubicBezTo>
                  <a:cubicBezTo>
                    <a:pt x="114" y="680"/>
                    <a:pt x="114" y="680"/>
                    <a:pt x="114" y="680"/>
                  </a:cubicBezTo>
                  <a:cubicBezTo>
                    <a:pt x="114" y="712"/>
                    <a:pt x="88" y="737"/>
                    <a:pt x="57" y="7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0" name="Freeform 7"/>
            <p:cNvSpPr>
              <a:spLocks/>
            </p:cNvSpPr>
            <p:nvPr/>
          </p:nvSpPr>
          <p:spPr bwMode="auto">
            <a:xfrm>
              <a:off x="2533650" y="2900363"/>
              <a:ext cx="315912" cy="1431925"/>
            </a:xfrm>
            <a:custGeom>
              <a:avLst/>
              <a:gdLst>
                <a:gd name="T0" fmla="*/ 56 w 113"/>
                <a:gd name="T1" fmla="*/ 510 h 510"/>
                <a:gd name="T2" fmla="*/ 0 w 113"/>
                <a:gd name="T3" fmla="*/ 453 h 510"/>
                <a:gd name="T4" fmla="*/ 0 w 113"/>
                <a:gd name="T5" fmla="*/ 56 h 510"/>
                <a:gd name="T6" fmla="*/ 56 w 113"/>
                <a:gd name="T7" fmla="*/ 0 h 510"/>
                <a:gd name="T8" fmla="*/ 113 w 113"/>
                <a:gd name="T9" fmla="*/ 56 h 510"/>
                <a:gd name="T10" fmla="*/ 113 w 113"/>
                <a:gd name="T11" fmla="*/ 453 h 510"/>
                <a:gd name="T12" fmla="*/ 56 w 113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510">
                  <a:moveTo>
                    <a:pt x="56" y="510"/>
                  </a:moveTo>
                  <a:cubicBezTo>
                    <a:pt x="25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485"/>
                    <a:pt x="88" y="510"/>
                    <a:pt x="56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1" name="Freeform 8"/>
            <p:cNvSpPr>
              <a:spLocks/>
            </p:cNvSpPr>
            <p:nvPr/>
          </p:nvSpPr>
          <p:spPr bwMode="auto">
            <a:xfrm>
              <a:off x="3486150" y="989013"/>
              <a:ext cx="317500" cy="3343275"/>
            </a:xfrm>
            <a:custGeom>
              <a:avLst/>
              <a:gdLst>
                <a:gd name="T0" fmla="*/ 56 w 113"/>
                <a:gd name="T1" fmla="*/ 1191 h 1191"/>
                <a:gd name="T2" fmla="*/ 0 w 113"/>
                <a:gd name="T3" fmla="*/ 1134 h 1191"/>
                <a:gd name="T4" fmla="*/ 0 w 113"/>
                <a:gd name="T5" fmla="*/ 57 h 1191"/>
                <a:gd name="T6" fmla="*/ 56 w 113"/>
                <a:gd name="T7" fmla="*/ 0 h 1191"/>
                <a:gd name="T8" fmla="*/ 113 w 113"/>
                <a:gd name="T9" fmla="*/ 57 h 1191"/>
                <a:gd name="T10" fmla="*/ 113 w 113"/>
                <a:gd name="T11" fmla="*/ 1134 h 1191"/>
                <a:gd name="T12" fmla="*/ 56 w 113"/>
                <a:gd name="T13" fmla="*/ 1191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191">
                  <a:moveTo>
                    <a:pt x="56" y="1191"/>
                  </a:moveTo>
                  <a:cubicBezTo>
                    <a:pt x="25" y="1191"/>
                    <a:pt x="0" y="1166"/>
                    <a:pt x="0" y="113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5" y="0"/>
                    <a:pt x="56" y="0"/>
                  </a:cubicBezTo>
                  <a:cubicBezTo>
                    <a:pt x="88" y="0"/>
                    <a:pt x="113" y="26"/>
                    <a:pt x="113" y="57"/>
                  </a:cubicBezTo>
                  <a:cubicBezTo>
                    <a:pt x="113" y="1134"/>
                    <a:pt x="113" y="1134"/>
                    <a:pt x="113" y="1134"/>
                  </a:cubicBezTo>
                  <a:cubicBezTo>
                    <a:pt x="113" y="1166"/>
                    <a:pt x="88" y="1191"/>
                    <a:pt x="56" y="11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2" name="Freeform 9"/>
            <p:cNvSpPr>
              <a:spLocks/>
            </p:cNvSpPr>
            <p:nvPr/>
          </p:nvSpPr>
          <p:spPr bwMode="auto">
            <a:xfrm>
              <a:off x="4440238" y="355600"/>
              <a:ext cx="315912" cy="3976688"/>
            </a:xfrm>
            <a:custGeom>
              <a:avLst/>
              <a:gdLst>
                <a:gd name="T0" fmla="*/ 57 w 113"/>
                <a:gd name="T1" fmla="*/ 1417 h 1417"/>
                <a:gd name="T2" fmla="*/ 0 w 113"/>
                <a:gd name="T3" fmla="*/ 1360 h 1417"/>
                <a:gd name="T4" fmla="*/ 0 w 113"/>
                <a:gd name="T5" fmla="*/ 56 h 1417"/>
                <a:gd name="T6" fmla="*/ 57 w 113"/>
                <a:gd name="T7" fmla="*/ 0 h 1417"/>
                <a:gd name="T8" fmla="*/ 113 w 113"/>
                <a:gd name="T9" fmla="*/ 56 h 1417"/>
                <a:gd name="T10" fmla="*/ 113 w 113"/>
                <a:gd name="T11" fmla="*/ 1360 h 1417"/>
                <a:gd name="T12" fmla="*/ 57 w 113"/>
                <a:gd name="T13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417">
                  <a:moveTo>
                    <a:pt x="57" y="1417"/>
                  </a:moveTo>
                  <a:cubicBezTo>
                    <a:pt x="25" y="1417"/>
                    <a:pt x="0" y="1392"/>
                    <a:pt x="0" y="13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1360"/>
                    <a:pt x="113" y="1360"/>
                    <a:pt x="113" y="1360"/>
                  </a:cubicBezTo>
                  <a:cubicBezTo>
                    <a:pt x="113" y="1392"/>
                    <a:pt x="88" y="1417"/>
                    <a:pt x="57" y="14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63" name="Freeform 13"/>
          <p:cNvSpPr>
            <a:spLocks/>
          </p:cNvSpPr>
          <p:nvPr/>
        </p:nvSpPr>
        <p:spPr bwMode="auto">
          <a:xfrm>
            <a:off x="12715881" y="5878472"/>
            <a:ext cx="1148106" cy="821012"/>
          </a:xfrm>
          <a:custGeom>
            <a:avLst/>
            <a:gdLst>
              <a:gd name="T0" fmla="*/ 851 w 1984"/>
              <a:gd name="T1" fmla="*/ 1417 h 1417"/>
              <a:gd name="T2" fmla="*/ 567 w 1984"/>
              <a:gd name="T3" fmla="*/ 1417 h 1417"/>
              <a:gd name="T4" fmla="*/ 510 w 1984"/>
              <a:gd name="T5" fmla="*/ 1360 h 1417"/>
              <a:gd name="T6" fmla="*/ 510 w 1984"/>
              <a:gd name="T7" fmla="*/ 1077 h 1417"/>
              <a:gd name="T8" fmla="*/ 397 w 1984"/>
              <a:gd name="T9" fmla="*/ 1077 h 1417"/>
              <a:gd name="T10" fmla="*/ 397 w 1984"/>
              <a:gd name="T11" fmla="*/ 1360 h 1417"/>
              <a:gd name="T12" fmla="*/ 340 w 1984"/>
              <a:gd name="T13" fmla="*/ 1417 h 1417"/>
              <a:gd name="T14" fmla="*/ 57 w 1984"/>
              <a:gd name="T15" fmla="*/ 1417 h 1417"/>
              <a:gd name="T16" fmla="*/ 0 w 1984"/>
              <a:gd name="T17" fmla="*/ 1360 h 1417"/>
              <a:gd name="T18" fmla="*/ 57 w 1984"/>
              <a:gd name="T19" fmla="*/ 1304 h 1417"/>
              <a:gd name="T20" fmla="*/ 284 w 1984"/>
              <a:gd name="T21" fmla="*/ 1304 h 1417"/>
              <a:gd name="T22" fmla="*/ 284 w 1984"/>
              <a:gd name="T23" fmla="*/ 1020 h 1417"/>
              <a:gd name="T24" fmla="*/ 340 w 1984"/>
              <a:gd name="T25" fmla="*/ 963 h 1417"/>
              <a:gd name="T26" fmla="*/ 567 w 1984"/>
              <a:gd name="T27" fmla="*/ 963 h 1417"/>
              <a:gd name="T28" fmla="*/ 624 w 1984"/>
              <a:gd name="T29" fmla="*/ 1020 h 1417"/>
              <a:gd name="T30" fmla="*/ 624 w 1984"/>
              <a:gd name="T31" fmla="*/ 1304 h 1417"/>
              <a:gd name="T32" fmla="*/ 794 w 1984"/>
              <a:gd name="T33" fmla="*/ 1304 h 1417"/>
              <a:gd name="T34" fmla="*/ 794 w 1984"/>
              <a:gd name="T35" fmla="*/ 396 h 1417"/>
              <a:gd name="T36" fmla="*/ 851 w 1984"/>
              <a:gd name="T37" fmla="*/ 340 h 1417"/>
              <a:gd name="T38" fmla="*/ 1078 w 1984"/>
              <a:gd name="T39" fmla="*/ 340 h 1417"/>
              <a:gd name="T40" fmla="*/ 1134 w 1984"/>
              <a:gd name="T41" fmla="*/ 396 h 1417"/>
              <a:gd name="T42" fmla="*/ 1134 w 1984"/>
              <a:gd name="T43" fmla="*/ 1304 h 1417"/>
              <a:gd name="T44" fmla="*/ 1361 w 1984"/>
              <a:gd name="T45" fmla="*/ 1304 h 1417"/>
              <a:gd name="T46" fmla="*/ 1361 w 1984"/>
              <a:gd name="T47" fmla="*/ 56 h 1417"/>
              <a:gd name="T48" fmla="*/ 1418 w 1984"/>
              <a:gd name="T49" fmla="*/ 0 h 1417"/>
              <a:gd name="T50" fmla="*/ 1644 w 1984"/>
              <a:gd name="T51" fmla="*/ 0 h 1417"/>
              <a:gd name="T52" fmla="*/ 1701 w 1984"/>
              <a:gd name="T53" fmla="*/ 56 h 1417"/>
              <a:gd name="T54" fmla="*/ 1701 w 1984"/>
              <a:gd name="T55" fmla="*/ 1304 h 1417"/>
              <a:gd name="T56" fmla="*/ 1928 w 1984"/>
              <a:gd name="T57" fmla="*/ 1304 h 1417"/>
              <a:gd name="T58" fmla="*/ 1984 w 1984"/>
              <a:gd name="T59" fmla="*/ 1360 h 1417"/>
              <a:gd name="T60" fmla="*/ 1928 w 1984"/>
              <a:gd name="T61" fmla="*/ 1417 h 1417"/>
              <a:gd name="T62" fmla="*/ 1644 w 1984"/>
              <a:gd name="T63" fmla="*/ 1417 h 1417"/>
              <a:gd name="T64" fmla="*/ 1588 w 1984"/>
              <a:gd name="T65" fmla="*/ 1360 h 1417"/>
              <a:gd name="T66" fmla="*/ 1588 w 1984"/>
              <a:gd name="T67" fmla="*/ 113 h 1417"/>
              <a:gd name="T68" fmla="*/ 1474 w 1984"/>
              <a:gd name="T69" fmla="*/ 113 h 1417"/>
              <a:gd name="T70" fmla="*/ 1474 w 1984"/>
              <a:gd name="T71" fmla="*/ 1360 h 1417"/>
              <a:gd name="T72" fmla="*/ 1418 w 1984"/>
              <a:gd name="T73" fmla="*/ 1417 h 1417"/>
              <a:gd name="T74" fmla="*/ 1078 w 1984"/>
              <a:gd name="T75" fmla="*/ 1417 h 1417"/>
              <a:gd name="T76" fmla="*/ 1021 w 1984"/>
              <a:gd name="T77" fmla="*/ 1360 h 1417"/>
              <a:gd name="T78" fmla="*/ 1021 w 1984"/>
              <a:gd name="T79" fmla="*/ 453 h 1417"/>
              <a:gd name="T80" fmla="*/ 907 w 1984"/>
              <a:gd name="T81" fmla="*/ 453 h 1417"/>
              <a:gd name="T82" fmla="*/ 907 w 1984"/>
              <a:gd name="T83" fmla="*/ 1360 h 1417"/>
              <a:gd name="T84" fmla="*/ 851 w 1984"/>
              <a:gd name="T85" fmla="*/ 1417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84" h="1417">
                <a:moveTo>
                  <a:pt x="851" y="1417"/>
                </a:moveTo>
                <a:cubicBezTo>
                  <a:pt x="567" y="1417"/>
                  <a:pt x="567" y="1417"/>
                  <a:pt x="567" y="1417"/>
                </a:cubicBezTo>
                <a:cubicBezTo>
                  <a:pt x="536" y="1417"/>
                  <a:pt x="510" y="1392"/>
                  <a:pt x="510" y="1360"/>
                </a:cubicBezTo>
                <a:cubicBezTo>
                  <a:pt x="510" y="1077"/>
                  <a:pt x="510" y="1077"/>
                  <a:pt x="510" y="1077"/>
                </a:cubicBezTo>
                <a:cubicBezTo>
                  <a:pt x="397" y="1077"/>
                  <a:pt x="397" y="1077"/>
                  <a:pt x="397" y="1077"/>
                </a:cubicBezTo>
                <a:cubicBezTo>
                  <a:pt x="397" y="1360"/>
                  <a:pt x="397" y="1360"/>
                  <a:pt x="397" y="1360"/>
                </a:cubicBezTo>
                <a:cubicBezTo>
                  <a:pt x="397" y="1392"/>
                  <a:pt x="372" y="1417"/>
                  <a:pt x="340" y="1417"/>
                </a:cubicBezTo>
                <a:cubicBezTo>
                  <a:pt x="57" y="1417"/>
                  <a:pt x="57" y="1417"/>
                  <a:pt x="57" y="1417"/>
                </a:cubicBezTo>
                <a:cubicBezTo>
                  <a:pt x="26" y="1417"/>
                  <a:pt x="0" y="1392"/>
                  <a:pt x="0" y="1360"/>
                </a:cubicBezTo>
                <a:cubicBezTo>
                  <a:pt x="0" y="1329"/>
                  <a:pt x="26" y="1304"/>
                  <a:pt x="57" y="1304"/>
                </a:cubicBezTo>
                <a:cubicBezTo>
                  <a:pt x="284" y="1304"/>
                  <a:pt x="284" y="1304"/>
                  <a:pt x="284" y="1304"/>
                </a:cubicBezTo>
                <a:cubicBezTo>
                  <a:pt x="284" y="1020"/>
                  <a:pt x="284" y="1020"/>
                  <a:pt x="284" y="1020"/>
                </a:cubicBezTo>
                <a:cubicBezTo>
                  <a:pt x="284" y="989"/>
                  <a:pt x="309" y="963"/>
                  <a:pt x="340" y="963"/>
                </a:cubicBezTo>
                <a:cubicBezTo>
                  <a:pt x="567" y="963"/>
                  <a:pt x="567" y="963"/>
                  <a:pt x="567" y="963"/>
                </a:cubicBezTo>
                <a:cubicBezTo>
                  <a:pt x="598" y="963"/>
                  <a:pt x="624" y="989"/>
                  <a:pt x="624" y="1020"/>
                </a:cubicBezTo>
                <a:cubicBezTo>
                  <a:pt x="624" y="1304"/>
                  <a:pt x="624" y="1304"/>
                  <a:pt x="624" y="1304"/>
                </a:cubicBezTo>
                <a:cubicBezTo>
                  <a:pt x="794" y="1304"/>
                  <a:pt x="794" y="1304"/>
                  <a:pt x="794" y="1304"/>
                </a:cubicBezTo>
                <a:cubicBezTo>
                  <a:pt x="794" y="396"/>
                  <a:pt x="794" y="396"/>
                  <a:pt x="794" y="396"/>
                </a:cubicBezTo>
                <a:cubicBezTo>
                  <a:pt x="794" y="365"/>
                  <a:pt x="819" y="340"/>
                  <a:pt x="851" y="340"/>
                </a:cubicBezTo>
                <a:cubicBezTo>
                  <a:pt x="1078" y="340"/>
                  <a:pt x="1078" y="340"/>
                  <a:pt x="1078" y="340"/>
                </a:cubicBezTo>
                <a:cubicBezTo>
                  <a:pt x="1109" y="340"/>
                  <a:pt x="1134" y="365"/>
                  <a:pt x="1134" y="396"/>
                </a:cubicBezTo>
                <a:cubicBezTo>
                  <a:pt x="1134" y="1304"/>
                  <a:pt x="1134" y="1304"/>
                  <a:pt x="1134" y="1304"/>
                </a:cubicBezTo>
                <a:cubicBezTo>
                  <a:pt x="1361" y="1304"/>
                  <a:pt x="1361" y="1304"/>
                  <a:pt x="1361" y="1304"/>
                </a:cubicBezTo>
                <a:cubicBezTo>
                  <a:pt x="1361" y="56"/>
                  <a:pt x="1361" y="56"/>
                  <a:pt x="1361" y="56"/>
                </a:cubicBezTo>
                <a:cubicBezTo>
                  <a:pt x="1361" y="25"/>
                  <a:pt x="1386" y="0"/>
                  <a:pt x="1418" y="0"/>
                </a:cubicBezTo>
                <a:cubicBezTo>
                  <a:pt x="1644" y="0"/>
                  <a:pt x="1644" y="0"/>
                  <a:pt x="1644" y="0"/>
                </a:cubicBezTo>
                <a:cubicBezTo>
                  <a:pt x="1676" y="0"/>
                  <a:pt x="1701" y="25"/>
                  <a:pt x="1701" y="56"/>
                </a:cubicBezTo>
                <a:cubicBezTo>
                  <a:pt x="1701" y="1304"/>
                  <a:pt x="1701" y="1304"/>
                  <a:pt x="1701" y="1304"/>
                </a:cubicBezTo>
                <a:cubicBezTo>
                  <a:pt x="1928" y="1304"/>
                  <a:pt x="1928" y="1304"/>
                  <a:pt x="1928" y="1304"/>
                </a:cubicBezTo>
                <a:cubicBezTo>
                  <a:pt x="1959" y="1304"/>
                  <a:pt x="1984" y="1329"/>
                  <a:pt x="1984" y="1360"/>
                </a:cubicBezTo>
                <a:cubicBezTo>
                  <a:pt x="1984" y="1392"/>
                  <a:pt x="1959" y="1417"/>
                  <a:pt x="1928" y="1417"/>
                </a:cubicBezTo>
                <a:cubicBezTo>
                  <a:pt x="1644" y="1417"/>
                  <a:pt x="1644" y="1417"/>
                  <a:pt x="1644" y="1417"/>
                </a:cubicBezTo>
                <a:cubicBezTo>
                  <a:pt x="1613" y="1417"/>
                  <a:pt x="1588" y="1392"/>
                  <a:pt x="1588" y="1360"/>
                </a:cubicBezTo>
                <a:cubicBezTo>
                  <a:pt x="1588" y="113"/>
                  <a:pt x="1588" y="113"/>
                  <a:pt x="1588" y="113"/>
                </a:cubicBezTo>
                <a:cubicBezTo>
                  <a:pt x="1474" y="113"/>
                  <a:pt x="1474" y="113"/>
                  <a:pt x="1474" y="113"/>
                </a:cubicBezTo>
                <a:cubicBezTo>
                  <a:pt x="1474" y="1360"/>
                  <a:pt x="1474" y="1360"/>
                  <a:pt x="1474" y="1360"/>
                </a:cubicBezTo>
                <a:cubicBezTo>
                  <a:pt x="1474" y="1392"/>
                  <a:pt x="1449" y="1417"/>
                  <a:pt x="1418" y="1417"/>
                </a:cubicBezTo>
                <a:cubicBezTo>
                  <a:pt x="1078" y="1417"/>
                  <a:pt x="1078" y="1417"/>
                  <a:pt x="1078" y="1417"/>
                </a:cubicBezTo>
                <a:cubicBezTo>
                  <a:pt x="1046" y="1417"/>
                  <a:pt x="1021" y="1392"/>
                  <a:pt x="1021" y="1360"/>
                </a:cubicBezTo>
                <a:cubicBezTo>
                  <a:pt x="1021" y="453"/>
                  <a:pt x="1021" y="453"/>
                  <a:pt x="1021" y="453"/>
                </a:cubicBezTo>
                <a:cubicBezTo>
                  <a:pt x="907" y="453"/>
                  <a:pt x="907" y="453"/>
                  <a:pt x="907" y="453"/>
                </a:cubicBezTo>
                <a:cubicBezTo>
                  <a:pt x="907" y="1360"/>
                  <a:pt x="907" y="1360"/>
                  <a:pt x="907" y="1360"/>
                </a:cubicBezTo>
                <a:cubicBezTo>
                  <a:pt x="907" y="1392"/>
                  <a:pt x="882" y="1417"/>
                  <a:pt x="851" y="14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264" name="TextBox 7"/>
          <p:cNvSpPr txBox="1"/>
          <p:nvPr/>
        </p:nvSpPr>
        <p:spPr>
          <a:xfrm>
            <a:off x="14074922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265" name="TextBox 7"/>
          <p:cNvSpPr txBox="1"/>
          <p:nvPr/>
        </p:nvSpPr>
        <p:spPr>
          <a:xfrm>
            <a:off x="14074922" y="9096310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Druckweiter-verarbeitung</a:t>
            </a:r>
          </a:p>
        </p:txBody>
      </p:sp>
      <p:sp>
        <p:nvSpPr>
          <p:cNvPr id="266" name="TextBox 7"/>
          <p:cNvSpPr txBox="1"/>
          <p:nvPr/>
        </p:nvSpPr>
        <p:spPr>
          <a:xfrm>
            <a:off x="15687398" y="9096310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Versand</a:t>
            </a:r>
          </a:p>
        </p:txBody>
      </p:sp>
      <p:sp>
        <p:nvSpPr>
          <p:cNvPr id="267" name="TextBox 7"/>
          <p:cNvSpPr txBox="1"/>
          <p:nvPr/>
        </p:nvSpPr>
        <p:spPr>
          <a:xfrm>
            <a:off x="10950147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Druckvorstufe</a:t>
            </a:r>
          </a:p>
        </p:txBody>
      </p:sp>
      <p:sp>
        <p:nvSpPr>
          <p:cNvPr id="268" name="TextBox 7"/>
          <p:cNvSpPr txBox="1"/>
          <p:nvPr/>
        </p:nvSpPr>
        <p:spPr>
          <a:xfrm>
            <a:off x="12654385" y="9096310"/>
            <a:ext cx="12710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Druckproduktion</a:t>
            </a:r>
          </a:p>
        </p:txBody>
      </p:sp>
      <p:sp>
        <p:nvSpPr>
          <p:cNvPr id="269" name="TextBox 7"/>
          <p:cNvSpPr txBox="1"/>
          <p:nvPr/>
        </p:nvSpPr>
        <p:spPr>
          <a:xfrm>
            <a:off x="12420980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Kundenservice</a:t>
            </a:r>
          </a:p>
        </p:txBody>
      </p:sp>
      <p:sp>
        <p:nvSpPr>
          <p:cNvPr id="270" name="Freeform 23"/>
          <p:cNvSpPr>
            <a:spLocks noEditPoints="1"/>
          </p:cNvSpPr>
          <p:nvPr/>
        </p:nvSpPr>
        <p:spPr bwMode="auto">
          <a:xfrm>
            <a:off x="12780178" y="3846647"/>
            <a:ext cx="1019513" cy="513202"/>
          </a:xfrm>
          <a:custGeom>
            <a:avLst/>
            <a:gdLst>
              <a:gd name="T0" fmla="*/ 1814 w 1927"/>
              <a:gd name="T1" fmla="*/ 154 h 968"/>
              <a:gd name="T2" fmla="*/ 1587 w 1927"/>
              <a:gd name="T3" fmla="*/ 778 h 968"/>
              <a:gd name="T4" fmla="*/ 1530 w 1927"/>
              <a:gd name="T5" fmla="*/ 98 h 968"/>
              <a:gd name="T6" fmla="*/ 1253 w 1927"/>
              <a:gd name="T7" fmla="*/ 154 h 968"/>
              <a:gd name="T8" fmla="*/ 1220 w 1927"/>
              <a:gd name="T9" fmla="*/ 0 h 968"/>
              <a:gd name="T10" fmla="*/ 655 w 1927"/>
              <a:gd name="T11" fmla="*/ 65 h 968"/>
              <a:gd name="T12" fmla="*/ 453 w 1927"/>
              <a:gd name="T13" fmla="*/ 154 h 968"/>
              <a:gd name="T14" fmla="*/ 56 w 1927"/>
              <a:gd name="T15" fmla="*/ 98 h 968"/>
              <a:gd name="T16" fmla="*/ 0 w 1927"/>
              <a:gd name="T17" fmla="*/ 835 h 968"/>
              <a:gd name="T18" fmla="*/ 113 w 1927"/>
              <a:gd name="T19" fmla="*/ 835 h 968"/>
              <a:gd name="T20" fmla="*/ 340 w 1927"/>
              <a:gd name="T21" fmla="*/ 211 h 968"/>
              <a:gd name="T22" fmla="*/ 340 w 1927"/>
              <a:gd name="T23" fmla="*/ 835 h 968"/>
              <a:gd name="T24" fmla="*/ 453 w 1927"/>
              <a:gd name="T25" fmla="*/ 835 h 968"/>
              <a:gd name="T26" fmla="*/ 569 w 1927"/>
              <a:gd name="T27" fmla="*/ 778 h 968"/>
              <a:gd name="T28" fmla="*/ 757 w 1927"/>
              <a:gd name="T29" fmla="*/ 968 h 968"/>
              <a:gd name="T30" fmla="*/ 1317 w 1927"/>
              <a:gd name="T31" fmla="*/ 833 h 968"/>
              <a:gd name="T32" fmla="*/ 1360 w 1927"/>
              <a:gd name="T33" fmla="*/ 776 h 968"/>
              <a:gd name="T34" fmla="*/ 1474 w 1927"/>
              <a:gd name="T35" fmla="*/ 835 h 968"/>
              <a:gd name="T36" fmla="*/ 1870 w 1927"/>
              <a:gd name="T37" fmla="*/ 891 h 968"/>
              <a:gd name="T38" fmla="*/ 1927 w 1927"/>
              <a:gd name="T39" fmla="*/ 154 h 968"/>
              <a:gd name="T40" fmla="*/ 777 w 1927"/>
              <a:gd name="T41" fmla="*/ 848 h 968"/>
              <a:gd name="T42" fmla="*/ 596 w 1927"/>
              <a:gd name="T43" fmla="*/ 665 h 968"/>
              <a:gd name="T44" fmla="*/ 453 w 1927"/>
              <a:gd name="T45" fmla="*/ 268 h 968"/>
              <a:gd name="T46" fmla="*/ 640 w 1927"/>
              <a:gd name="T47" fmla="*/ 249 h 968"/>
              <a:gd name="T48" fmla="*/ 803 w 1927"/>
              <a:gd name="T49" fmla="*/ 114 h 968"/>
              <a:gd name="T50" fmla="*/ 1066 w 1927"/>
              <a:gd name="T51" fmla="*/ 154 h 968"/>
              <a:gd name="T52" fmla="*/ 980 w 1927"/>
              <a:gd name="T53" fmla="*/ 154 h 968"/>
              <a:gd name="T54" fmla="*/ 618 w 1927"/>
              <a:gd name="T55" fmla="*/ 446 h 968"/>
              <a:gd name="T56" fmla="*/ 779 w 1927"/>
              <a:gd name="T57" fmla="*/ 626 h 968"/>
              <a:gd name="T58" fmla="*/ 970 w 1927"/>
              <a:gd name="T59" fmla="*/ 572 h 968"/>
              <a:gd name="T60" fmla="*/ 1205 w 1927"/>
              <a:gd name="T61" fmla="*/ 744 h 968"/>
              <a:gd name="T62" fmla="*/ 1285 w 1927"/>
              <a:gd name="T63" fmla="*/ 663 h 968"/>
              <a:gd name="T64" fmla="*/ 1084 w 1927"/>
              <a:gd name="T65" fmla="*/ 406 h 968"/>
              <a:gd name="T66" fmla="*/ 1082 w 1927"/>
              <a:gd name="T67" fmla="*/ 404 h 968"/>
              <a:gd name="T68" fmla="*/ 1078 w 1927"/>
              <a:gd name="T69" fmla="*/ 400 h 968"/>
              <a:gd name="T70" fmla="*/ 1074 w 1927"/>
              <a:gd name="T71" fmla="*/ 396 h 968"/>
              <a:gd name="T72" fmla="*/ 1069 w 1927"/>
              <a:gd name="T73" fmla="*/ 393 h 968"/>
              <a:gd name="T74" fmla="*/ 1064 w 1927"/>
              <a:gd name="T75" fmla="*/ 390 h 968"/>
              <a:gd name="T76" fmla="*/ 1059 w 1927"/>
              <a:gd name="T77" fmla="*/ 388 h 968"/>
              <a:gd name="T78" fmla="*/ 1054 w 1927"/>
              <a:gd name="T79" fmla="*/ 386 h 968"/>
              <a:gd name="T80" fmla="*/ 1048 w 1927"/>
              <a:gd name="T81" fmla="*/ 385 h 968"/>
              <a:gd name="T82" fmla="*/ 1043 w 1927"/>
              <a:gd name="T83" fmla="*/ 385 h 968"/>
              <a:gd name="T84" fmla="*/ 1038 w 1927"/>
              <a:gd name="T85" fmla="*/ 385 h 968"/>
              <a:gd name="T86" fmla="*/ 1032 w 1927"/>
              <a:gd name="T87" fmla="*/ 385 h 968"/>
              <a:gd name="T88" fmla="*/ 1027 w 1927"/>
              <a:gd name="T89" fmla="*/ 386 h 968"/>
              <a:gd name="T90" fmla="*/ 1022 w 1927"/>
              <a:gd name="T91" fmla="*/ 388 h 968"/>
              <a:gd name="T92" fmla="*/ 1016 w 1927"/>
              <a:gd name="T93" fmla="*/ 390 h 968"/>
              <a:gd name="T94" fmla="*/ 1011 w 1927"/>
              <a:gd name="T95" fmla="*/ 392 h 968"/>
              <a:gd name="T96" fmla="*/ 1007 w 1927"/>
              <a:gd name="T97" fmla="*/ 395 h 968"/>
              <a:gd name="T98" fmla="*/ 1004 w 1927"/>
              <a:gd name="T99" fmla="*/ 397 h 968"/>
              <a:gd name="T100" fmla="*/ 898 w 1927"/>
              <a:gd name="T101" fmla="*/ 484 h 968"/>
              <a:gd name="T102" fmla="*/ 738 w 1927"/>
              <a:gd name="T103" fmla="*/ 493 h 968"/>
              <a:gd name="T104" fmla="*/ 1020 w 1927"/>
              <a:gd name="T105" fmla="*/ 268 h 968"/>
              <a:gd name="T106" fmla="*/ 1474 w 1927"/>
              <a:gd name="T107" fmla="*/ 268 h 968"/>
              <a:gd name="T108" fmla="*/ 1285 w 1927"/>
              <a:gd name="T109" fmla="*/ 663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927" h="968">
                <a:moveTo>
                  <a:pt x="1870" y="98"/>
                </a:moveTo>
                <a:cubicBezTo>
                  <a:pt x="1839" y="98"/>
                  <a:pt x="1814" y="123"/>
                  <a:pt x="1814" y="154"/>
                </a:cubicBezTo>
                <a:cubicBezTo>
                  <a:pt x="1814" y="778"/>
                  <a:pt x="1814" y="778"/>
                  <a:pt x="1814" y="778"/>
                </a:cubicBezTo>
                <a:cubicBezTo>
                  <a:pt x="1587" y="778"/>
                  <a:pt x="1587" y="778"/>
                  <a:pt x="1587" y="778"/>
                </a:cubicBezTo>
                <a:cubicBezTo>
                  <a:pt x="1587" y="154"/>
                  <a:pt x="1587" y="154"/>
                  <a:pt x="1587" y="154"/>
                </a:cubicBezTo>
                <a:cubicBezTo>
                  <a:pt x="1587" y="123"/>
                  <a:pt x="1562" y="98"/>
                  <a:pt x="1530" y="98"/>
                </a:cubicBezTo>
                <a:cubicBezTo>
                  <a:pt x="1499" y="98"/>
                  <a:pt x="1474" y="123"/>
                  <a:pt x="1474" y="154"/>
                </a:cubicBezTo>
                <a:cubicBezTo>
                  <a:pt x="1253" y="154"/>
                  <a:pt x="1253" y="154"/>
                  <a:pt x="1253" y="154"/>
                </a:cubicBezTo>
                <a:cubicBezTo>
                  <a:pt x="1268" y="125"/>
                  <a:pt x="1277" y="92"/>
                  <a:pt x="1277" y="57"/>
                </a:cubicBezTo>
                <a:cubicBezTo>
                  <a:pt x="1277" y="26"/>
                  <a:pt x="1252" y="0"/>
                  <a:pt x="1220" y="0"/>
                </a:cubicBezTo>
                <a:cubicBezTo>
                  <a:pt x="803" y="0"/>
                  <a:pt x="803" y="0"/>
                  <a:pt x="803" y="0"/>
                </a:cubicBezTo>
                <a:cubicBezTo>
                  <a:pt x="747" y="0"/>
                  <a:pt x="693" y="24"/>
                  <a:pt x="655" y="65"/>
                </a:cubicBezTo>
                <a:cubicBezTo>
                  <a:pt x="573" y="154"/>
                  <a:pt x="573" y="154"/>
                  <a:pt x="573" y="154"/>
                </a:cubicBezTo>
                <a:cubicBezTo>
                  <a:pt x="453" y="154"/>
                  <a:pt x="453" y="154"/>
                  <a:pt x="453" y="154"/>
                </a:cubicBezTo>
                <a:cubicBezTo>
                  <a:pt x="453" y="123"/>
                  <a:pt x="428" y="98"/>
                  <a:pt x="396" y="98"/>
                </a:cubicBezTo>
                <a:cubicBezTo>
                  <a:pt x="56" y="98"/>
                  <a:pt x="56" y="98"/>
                  <a:pt x="56" y="98"/>
                </a:cubicBezTo>
                <a:cubicBezTo>
                  <a:pt x="25" y="98"/>
                  <a:pt x="0" y="123"/>
                  <a:pt x="0" y="154"/>
                </a:cubicBezTo>
                <a:cubicBezTo>
                  <a:pt x="0" y="835"/>
                  <a:pt x="0" y="835"/>
                  <a:pt x="0" y="835"/>
                </a:cubicBezTo>
                <a:cubicBezTo>
                  <a:pt x="0" y="866"/>
                  <a:pt x="25" y="891"/>
                  <a:pt x="56" y="891"/>
                </a:cubicBezTo>
                <a:cubicBezTo>
                  <a:pt x="88" y="891"/>
                  <a:pt x="113" y="866"/>
                  <a:pt x="113" y="835"/>
                </a:cubicBezTo>
                <a:cubicBezTo>
                  <a:pt x="113" y="211"/>
                  <a:pt x="113" y="211"/>
                  <a:pt x="113" y="211"/>
                </a:cubicBezTo>
                <a:cubicBezTo>
                  <a:pt x="340" y="211"/>
                  <a:pt x="340" y="211"/>
                  <a:pt x="340" y="211"/>
                </a:cubicBezTo>
                <a:cubicBezTo>
                  <a:pt x="340" y="721"/>
                  <a:pt x="340" y="721"/>
                  <a:pt x="340" y="721"/>
                </a:cubicBezTo>
                <a:cubicBezTo>
                  <a:pt x="340" y="835"/>
                  <a:pt x="340" y="835"/>
                  <a:pt x="340" y="835"/>
                </a:cubicBezTo>
                <a:cubicBezTo>
                  <a:pt x="340" y="866"/>
                  <a:pt x="365" y="891"/>
                  <a:pt x="396" y="891"/>
                </a:cubicBezTo>
                <a:cubicBezTo>
                  <a:pt x="428" y="891"/>
                  <a:pt x="453" y="866"/>
                  <a:pt x="453" y="835"/>
                </a:cubicBezTo>
                <a:cubicBezTo>
                  <a:pt x="453" y="778"/>
                  <a:pt x="453" y="778"/>
                  <a:pt x="453" y="778"/>
                </a:cubicBezTo>
                <a:cubicBezTo>
                  <a:pt x="569" y="778"/>
                  <a:pt x="569" y="778"/>
                  <a:pt x="569" y="778"/>
                </a:cubicBezTo>
                <a:cubicBezTo>
                  <a:pt x="714" y="948"/>
                  <a:pt x="714" y="948"/>
                  <a:pt x="714" y="948"/>
                </a:cubicBezTo>
                <a:cubicBezTo>
                  <a:pt x="724" y="961"/>
                  <a:pt x="740" y="968"/>
                  <a:pt x="757" y="968"/>
                </a:cubicBezTo>
                <a:cubicBezTo>
                  <a:pt x="761" y="968"/>
                  <a:pt x="766" y="968"/>
                  <a:pt x="770" y="967"/>
                </a:cubicBezTo>
                <a:cubicBezTo>
                  <a:pt x="1317" y="833"/>
                  <a:pt x="1317" y="833"/>
                  <a:pt x="1317" y="833"/>
                </a:cubicBezTo>
                <a:cubicBezTo>
                  <a:pt x="1336" y="829"/>
                  <a:pt x="1351" y="815"/>
                  <a:pt x="1357" y="797"/>
                </a:cubicBezTo>
                <a:cubicBezTo>
                  <a:pt x="1359" y="790"/>
                  <a:pt x="1360" y="783"/>
                  <a:pt x="1360" y="776"/>
                </a:cubicBezTo>
                <a:cubicBezTo>
                  <a:pt x="1474" y="776"/>
                  <a:pt x="1474" y="776"/>
                  <a:pt x="1474" y="776"/>
                </a:cubicBezTo>
                <a:cubicBezTo>
                  <a:pt x="1474" y="835"/>
                  <a:pt x="1474" y="835"/>
                  <a:pt x="1474" y="835"/>
                </a:cubicBezTo>
                <a:cubicBezTo>
                  <a:pt x="1474" y="866"/>
                  <a:pt x="1499" y="891"/>
                  <a:pt x="1530" y="891"/>
                </a:cubicBezTo>
                <a:cubicBezTo>
                  <a:pt x="1870" y="891"/>
                  <a:pt x="1870" y="891"/>
                  <a:pt x="1870" y="891"/>
                </a:cubicBezTo>
                <a:cubicBezTo>
                  <a:pt x="1902" y="891"/>
                  <a:pt x="1927" y="866"/>
                  <a:pt x="1927" y="835"/>
                </a:cubicBezTo>
                <a:cubicBezTo>
                  <a:pt x="1927" y="154"/>
                  <a:pt x="1927" y="154"/>
                  <a:pt x="1927" y="154"/>
                </a:cubicBezTo>
                <a:cubicBezTo>
                  <a:pt x="1927" y="123"/>
                  <a:pt x="1902" y="98"/>
                  <a:pt x="1870" y="98"/>
                </a:cubicBezTo>
                <a:close/>
                <a:moveTo>
                  <a:pt x="777" y="848"/>
                </a:moveTo>
                <a:cubicBezTo>
                  <a:pt x="639" y="685"/>
                  <a:pt x="639" y="685"/>
                  <a:pt x="639" y="685"/>
                </a:cubicBezTo>
                <a:cubicBezTo>
                  <a:pt x="628" y="672"/>
                  <a:pt x="612" y="665"/>
                  <a:pt x="596" y="665"/>
                </a:cubicBezTo>
                <a:cubicBezTo>
                  <a:pt x="453" y="665"/>
                  <a:pt x="453" y="665"/>
                  <a:pt x="453" y="665"/>
                </a:cubicBezTo>
                <a:cubicBezTo>
                  <a:pt x="453" y="268"/>
                  <a:pt x="453" y="268"/>
                  <a:pt x="453" y="268"/>
                </a:cubicBezTo>
                <a:cubicBezTo>
                  <a:pt x="598" y="268"/>
                  <a:pt x="598" y="268"/>
                  <a:pt x="598" y="268"/>
                </a:cubicBezTo>
                <a:cubicBezTo>
                  <a:pt x="614" y="268"/>
                  <a:pt x="629" y="261"/>
                  <a:pt x="640" y="249"/>
                </a:cubicBezTo>
                <a:cubicBezTo>
                  <a:pt x="739" y="142"/>
                  <a:pt x="739" y="142"/>
                  <a:pt x="739" y="142"/>
                </a:cubicBezTo>
                <a:cubicBezTo>
                  <a:pt x="755" y="124"/>
                  <a:pt x="779" y="114"/>
                  <a:pt x="803" y="114"/>
                </a:cubicBezTo>
                <a:cubicBezTo>
                  <a:pt x="1145" y="114"/>
                  <a:pt x="1145" y="114"/>
                  <a:pt x="1145" y="114"/>
                </a:cubicBezTo>
                <a:cubicBezTo>
                  <a:pt x="1128" y="138"/>
                  <a:pt x="1099" y="154"/>
                  <a:pt x="1066" y="154"/>
                </a:cubicBezTo>
                <a:cubicBezTo>
                  <a:pt x="1020" y="154"/>
                  <a:pt x="1020" y="154"/>
                  <a:pt x="1020" y="154"/>
                </a:cubicBezTo>
                <a:cubicBezTo>
                  <a:pt x="980" y="154"/>
                  <a:pt x="980" y="154"/>
                  <a:pt x="980" y="154"/>
                </a:cubicBezTo>
                <a:cubicBezTo>
                  <a:pt x="967" y="154"/>
                  <a:pt x="954" y="159"/>
                  <a:pt x="943" y="168"/>
                </a:cubicBezTo>
                <a:cubicBezTo>
                  <a:pt x="618" y="446"/>
                  <a:pt x="618" y="446"/>
                  <a:pt x="618" y="446"/>
                </a:cubicBezTo>
                <a:cubicBezTo>
                  <a:pt x="596" y="465"/>
                  <a:pt x="592" y="498"/>
                  <a:pt x="609" y="522"/>
                </a:cubicBezTo>
                <a:cubicBezTo>
                  <a:pt x="648" y="579"/>
                  <a:pt x="710" y="616"/>
                  <a:pt x="779" y="626"/>
                </a:cubicBezTo>
                <a:cubicBezTo>
                  <a:pt x="790" y="628"/>
                  <a:pt x="801" y="628"/>
                  <a:pt x="812" y="628"/>
                </a:cubicBezTo>
                <a:cubicBezTo>
                  <a:pt x="870" y="628"/>
                  <a:pt x="926" y="608"/>
                  <a:pt x="970" y="572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205" y="744"/>
                  <a:pt x="1205" y="744"/>
                  <a:pt x="1205" y="744"/>
                </a:cubicBezTo>
                <a:lnTo>
                  <a:pt x="777" y="848"/>
                </a:lnTo>
                <a:close/>
                <a:moveTo>
                  <a:pt x="1285" y="663"/>
                </a:move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5"/>
                </a:cubicBezTo>
                <a:cubicBezTo>
                  <a:pt x="1083" y="405"/>
                  <a:pt x="1083" y="404"/>
                  <a:pt x="1082" y="404"/>
                </a:cubicBezTo>
                <a:cubicBezTo>
                  <a:pt x="1081" y="403"/>
                  <a:pt x="1081" y="402"/>
                  <a:pt x="1080" y="402"/>
                </a:cubicBezTo>
                <a:cubicBezTo>
                  <a:pt x="1079" y="401"/>
                  <a:pt x="1079" y="400"/>
                  <a:pt x="1078" y="400"/>
                </a:cubicBezTo>
                <a:cubicBezTo>
                  <a:pt x="1077" y="399"/>
                  <a:pt x="1077" y="398"/>
                  <a:pt x="1076" y="398"/>
                </a:cubicBezTo>
                <a:cubicBezTo>
                  <a:pt x="1075" y="397"/>
                  <a:pt x="1074" y="397"/>
                  <a:pt x="1074" y="396"/>
                </a:cubicBezTo>
                <a:cubicBezTo>
                  <a:pt x="1073" y="395"/>
                  <a:pt x="1072" y="395"/>
                  <a:pt x="1072" y="394"/>
                </a:cubicBezTo>
                <a:cubicBezTo>
                  <a:pt x="1071" y="394"/>
                  <a:pt x="1070" y="393"/>
                  <a:pt x="1069" y="393"/>
                </a:cubicBezTo>
                <a:cubicBezTo>
                  <a:pt x="1068" y="392"/>
                  <a:pt x="1068" y="392"/>
                  <a:pt x="1067" y="392"/>
                </a:cubicBezTo>
                <a:cubicBezTo>
                  <a:pt x="1066" y="391"/>
                  <a:pt x="1065" y="391"/>
                  <a:pt x="1064" y="390"/>
                </a:cubicBezTo>
                <a:cubicBezTo>
                  <a:pt x="1063" y="390"/>
                  <a:pt x="1063" y="389"/>
                  <a:pt x="1062" y="389"/>
                </a:cubicBezTo>
                <a:cubicBezTo>
                  <a:pt x="1061" y="389"/>
                  <a:pt x="1060" y="388"/>
                  <a:pt x="1059" y="388"/>
                </a:cubicBezTo>
                <a:cubicBezTo>
                  <a:pt x="1058" y="388"/>
                  <a:pt x="1057" y="388"/>
                  <a:pt x="1057" y="387"/>
                </a:cubicBezTo>
                <a:cubicBezTo>
                  <a:pt x="1056" y="387"/>
                  <a:pt x="1055" y="387"/>
                  <a:pt x="1054" y="386"/>
                </a:cubicBezTo>
                <a:cubicBezTo>
                  <a:pt x="1053" y="386"/>
                  <a:pt x="1052" y="386"/>
                  <a:pt x="1051" y="386"/>
                </a:cubicBezTo>
                <a:cubicBezTo>
                  <a:pt x="1050" y="386"/>
                  <a:pt x="1049" y="386"/>
                  <a:pt x="1048" y="385"/>
                </a:cubicBezTo>
                <a:cubicBezTo>
                  <a:pt x="1048" y="385"/>
                  <a:pt x="1047" y="385"/>
                  <a:pt x="1046" y="385"/>
                </a:cubicBezTo>
                <a:cubicBezTo>
                  <a:pt x="1045" y="385"/>
                  <a:pt x="1044" y="385"/>
                  <a:pt x="1043" y="385"/>
                </a:cubicBezTo>
                <a:cubicBezTo>
                  <a:pt x="1042" y="385"/>
                  <a:pt x="1041" y="385"/>
                  <a:pt x="1041" y="385"/>
                </a:cubicBezTo>
                <a:cubicBezTo>
                  <a:pt x="1040" y="385"/>
                  <a:pt x="1039" y="385"/>
                  <a:pt x="1038" y="385"/>
                </a:cubicBezTo>
                <a:cubicBezTo>
                  <a:pt x="1037" y="385"/>
                  <a:pt x="1036" y="385"/>
                  <a:pt x="1035" y="385"/>
                </a:cubicBezTo>
                <a:cubicBezTo>
                  <a:pt x="1034" y="385"/>
                  <a:pt x="1033" y="385"/>
                  <a:pt x="1032" y="385"/>
                </a:cubicBezTo>
                <a:cubicBezTo>
                  <a:pt x="1031" y="385"/>
                  <a:pt x="1031" y="385"/>
                  <a:pt x="1030" y="386"/>
                </a:cubicBezTo>
                <a:cubicBezTo>
                  <a:pt x="1029" y="386"/>
                  <a:pt x="1028" y="386"/>
                  <a:pt x="1027" y="386"/>
                </a:cubicBezTo>
                <a:cubicBezTo>
                  <a:pt x="1026" y="386"/>
                  <a:pt x="1025" y="387"/>
                  <a:pt x="1024" y="387"/>
                </a:cubicBezTo>
                <a:cubicBezTo>
                  <a:pt x="1023" y="387"/>
                  <a:pt x="1022" y="387"/>
                  <a:pt x="1022" y="388"/>
                </a:cubicBezTo>
                <a:cubicBezTo>
                  <a:pt x="1021" y="388"/>
                  <a:pt x="1020" y="388"/>
                  <a:pt x="1019" y="389"/>
                </a:cubicBezTo>
                <a:cubicBezTo>
                  <a:pt x="1018" y="389"/>
                  <a:pt x="1017" y="389"/>
                  <a:pt x="1016" y="390"/>
                </a:cubicBezTo>
                <a:cubicBezTo>
                  <a:pt x="1016" y="390"/>
                  <a:pt x="1015" y="391"/>
                  <a:pt x="1014" y="391"/>
                </a:cubicBezTo>
                <a:cubicBezTo>
                  <a:pt x="1013" y="391"/>
                  <a:pt x="1012" y="392"/>
                  <a:pt x="1011" y="392"/>
                </a:cubicBezTo>
                <a:cubicBezTo>
                  <a:pt x="1011" y="393"/>
                  <a:pt x="1010" y="393"/>
                  <a:pt x="1009" y="394"/>
                </a:cubicBezTo>
                <a:cubicBezTo>
                  <a:pt x="1008" y="394"/>
                  <a:pt x="1007" y="395"/>
                  <a:pt x="1007" y="395"/>
                </a:cubicBezTo>
                <a:cubicBezTo>
                  <a:pt x="1006" y="396"/>
                  <a:pt x="1005" y="396"/>
                  <a:pt x="1005" y="397"/>
                </a:cubicBezTo>
                <a:cubicBezTo>
                  <a:pt x="1005" y="397"/>
                  <a:pt x="1005" y="397"/>
                  <a:pt x="1004" y="397"/>
                </a:cubicBezTo>
                <a:cubicBezTo>
                  <a:pt x="1004" y="397"/>
                  <a:pt x="1004" y="397"/>
                  <a:pt x="1004" y="398"/>
                </a:cubicBezTo>
                <a:cubicBezTo>
                  <a:pt x="898" y="484"/>
                  <a:pt x="898" y="484"/>
                  <a:pt x="898" y="484"/>
                </a:cubicBezTo>
                <a:cubicBezTo>
                  <a:pt x="869" y="508"/>
                  <a:pt x="832" y="519"/>
                  <a:pt x="794" y="514"/>
                </a:cubicBezTo>
                <a:cubicBezTo>
                  <a:pt x="774" y="511"/>
                  <a:pt x="755" y="504"/>
                  <a:pt x="738" y="493"/>
                </a:cubicBezTo>
                <a:cubicBezTo>
                  <a:pt x="1001" y="268"/>
                  <a:pt x="1001" y="268"/>
                  <a:pt x="1001" y="268"/>
                </a:cubicBezTo>
                <a:cubicBezTo>
                  <a:pt x="1020" y="268"/>
                  <a:pt x="1020" y="268"/>
                  <a:pt x="1020" y="268"/>
                </a:cubicBezTo>
                <a:cubicBezTo>
                  <a:pt x="1066" y="268"/>
                  <a:pt x="1066" y="268"/>
                  <a:pt x="1066" y="268"/>
                </a:cubicBezTo>
                <a:cubicBezTo>
                  <a:pt x="1474" y="268"/>
                  <a:pt x="1474" y="268"/>
                  <a:pt x="1474" y="268"/>
                </a:cubicBezTo>
                <a:cubicBezTo>
                  <a:pt x="1474" y="663"/>
                  <a:pt x="1474" y="663"/>
                  <a:pt x="1474" y="663"/>
                </a:cubicBezTo>
                <a:lnTo>
                  <a:pt x="1285" y="6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271" name="Freeform 27"/>
          <p:cNvSpPr>
            <a:spLocks noEditPoints="1"/>
          </p:cNvSpPr>
          <p:nvPr/>
        </p:nvSpPr>
        <p:spPr bwMode="auto">
          <a:xfrm>
            <a:off x="14536034" y="7874090"/>
            <a:ext cx="815685" cy="1016396"/>
          </a:xfrm>
          <a:custGeom>
            <a:avLst/>
            <a:gdLst>
              <a:gd name="T0" fmla="*/ 1309 w 1366"/>
              <a:gd name="T1" fmla="*/ 172 h 1703"/>
              <a:gd name="T2" fmla="*/ 912 w 1366"/>
              <a:gd name="T3" fmla="*/ 172 h 1703"/>
              <a:gd name="T4" fmla="*/ 912 w 1366"/>
              <a:gd name="T5" fmla="*/ 59 h 1703"/>
              <a:gd name="T6" fmla="*/ 891 w 1366"/>
              <a:gd name="T7" fmla="*/ 15 h 1703"/>
              <a:gd name="T8" fmla="*/ 844 w 1366"/>
              <a:gd name="T9" fmla="*/ 3 h 1703"/>
              <a:gd name="T10" fmla="*/ 50 w 1366"/>
              <a:gd name="T11" fmla="*/ 173 h 1703"/>
              <a:gd name="T12" fmla="*/ 5 w 1366"/>
              <a:gd name="T13" fmla="*/ 229 h 1703"/>
              <a:gd name="T14" fmla="*/ 5 w 1366"/>
              <a:gd name="T15" fmla="*/ 1079 h 1703"/>
              <a:gd name="T16" fmla="*/ 62 w 1366"/>
              <a:gd name="T17" fmla="*/ 1136 h 1703"/>
              <a:gd name="T18" fmla="*/ 118 w 1366"/>
              <a:gd name="T19" fmla="*/ 1079 h 1703"/>
              <a:gd name="T20" fmla="*/ 118 w 1366"/>
              <a:gd name="T21" fmla="*/ 275 h 1703"/>
              <a:gd name="T22" fmla="*/ 799 w 1366"/>
              <a:gd name="T23" fmla="*/ 129 h 1703"/>
              <a:gd name="T24" fmla="*/ 799 w 1366"/>
              <a:gd name="T25" fmla="*/ 229 h 1703"/>
              <a:gd name="T26" fmla="*/ 799 w 1366"/>
              <a:gd name="T27" fmla="*/ 1476 h 1703"/>
              <a:gd name="T28" fmla="*/ 799 w 1366"/>
              <a:gd name="T29" fmla="*/ 1576 h 1703"/>
              <a:gd name="T30" fmla="*/ 74 w 1366"/>
              <a:gd name="T31" fmla="*/ 1421 h 1703"/>
              <a:gd name="T32" fmla="*/ 6 w 1366"/>
              <a:gd name="T33" fmla="*/ 1464 h 1703"/>
              <a:gd name="T34" fmla="*/ 50 w 1366"/>
              <a:gd name="T35" fmla="*/ 1531 h 1703"/>
              <a:gd name="T36" fmla="*/ 844 w 1366"/>
              <a:gd name="T37" fmla="*/ 1701 h 1703"/>
              <a:gd name="T38" fmla="*/ 855 w 1366"/>
              <a:gd name="T39" fmla="*/ 1703 h 1703"/>
              <a:gd name="T40" fmla="*/ 891 w 1366"/>
              <a:gd name="T41" fmla="*/ 1690 h 1703"/>
              <a:gd name="T42" fmla="*/ 912 w 1366"/>
              <a:gd name="T43" fmla="*/ 1646 h 1703"/>
              <a:gd name="T44" fmla="*/ 912 w 1366"/>
              <a:gd name="T45" fmla="*/ 1533 h 1703"/>
              <a:gd name="T46" fmla="*/ 1309 w 1366"/>
              <a:gd name="T47" fmla="*/ 1533 h 1703"/>
              <a:gd name="T48" fmla="*/ 1366 w 1366"/>
              <a:gd name="T49" fmla="*/ 1476 h 1703"/>
              <a:gd name="T50" fmla="*/ 1366 w 1366"/>
              <a:gd name="T51" fmla="*/ 229 h 1703"/>
              <a:gd name="T52" fmla="*/ 1309 w 1366"/>
              <a:gd name="T53" fmla="*/ 172 h 1703"/>
              <a:gd name="T54" fmla="*/ 1252 w 1366"/>
              <a:gd name="T55" fmla="*/ 1419 h 1703"/>
              <a:gd name="T56" fmla="*/ 912 w 1366"/>
              <a:gd name="T57" fmla="*/ 1419 h 1703"/>
              <a:gd name="T58" fmla="*/ 912 w 1366"/>
              <a:gd name="T59" fmla="*/ 1022 h 1703"/>
              <a:gd name="T60" fmla="*/ 1082 w 1366"/>
              <a:gd name="T61" fmla="*/ 1022 h 1703"/>
              <a:gd name="T62" fmla="*/ 1139 w 1366"/>
              <a:gd name="T63" fmla="*/ 966 h 1703"/>
              <a:gd name="T64" fmla="*/ 1082 w 1366"/>
              <a:gd name="T65" fmla="*/ 909 h 1703"/>
              <a:gd name="T66" fmla="*/ 912 w 1366"/>
              <a:gd name="T67" fmla="*/ 909 h 1703"/>
              <a:gd name="T68" fmla="*/ 912 w 1366"/>
              <a:gd name="T69" fmla="*/ 796 h 1703"/>
              <a:gd name="T70" fmla="*/ 1082 w 1366"/>
              <a:gd name="T71" fmla="*/ 796 h 1703"/>
              <a:gd name="T72" fmla="*/ 1139 w 1366"/>
              <a:gd name="T73" fmla="*/ 739 h 1703"/>
              <a:gd name="T74" fmla="*/ 1082 w 1366"/>
              <a:gd name="T75" fmla="*/ 682 h 1703"/>
              <a:gd name="T76" fmla="*/ 912 w 1366"/>
              <a:gd name="T77" fmla="*/ 682 h 1703"/>
              <a:gd name="T78" fmla="*/ 912 w 1366"/>
              <a:gd name="T79" fmla="*/ 569 h 1703"/>
              <a:gd name="T80" fmla="*/ 1082 w 1366"/>
              <a:gd name="T81" fmla="*/ 569 h 1703"/>
              <a:gd name="T82" fmla="*/ 1139 w 1366"/>
              <a:gd name="T83" fmla="*/ 512 h 1703"/>
              <a:gd name="T84" fmla="*/ 1082 w 1366"/>
              <a:gd name="T85" fmla="*/ 455 h 1703"/>
              <a:gd name="T86" fmla="*/ 912 w 1366"/>
              <a:gd name="T87" fmla="*/ 455 h 1703"/>
              <a:gd name="T88" fmla="*/ 912 w 1366"/>
              <a:gd name="T89" fmla="*/ 285 h 1703"/>
              <a:gd name="T90" fmla="*/ 1252 w 1366"/>
              <a:gd name="T91" fmla="*/ 285 h 1703"/>
              <a:gd name="T92" fmla="*/ 1252 w 1366"/>
              <a:gd name="T93" fmla="*/ 1419 h 1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66" h="1703">
                <a:moveTo>
                  <a:pt x="1309" y="172"/>
                </a:moveTo>
                <a:cubicBezTo>
                  <a:pt x="912" y="172"/>
                  <a:pt x="912" y="172"/>
                  <a:pt x="912" y="172"/>
                </a:cubicBezTo>
                <a:cubicBezTo>
                  <a:pt x="912" y="59"/>
                  <a:pt x="912" y="59"/>
                  <a:pt x="912" y="59"/>
                </a:cubicBezTo>
                <a:cubicBezTo>
                  <a:pt x="912" y="42"/>
                  <a:pt x="904" y="25"/>
                  <a:pt x="891" y="15"/>
                </a:cubicBezTo>
                <a:cubicBezTo>
                  <a:pt x="878" y="4"/>
                  <a:pt x="860" y="0"/>
                  <a:pt x="844" y="3"/>
                </a:cubicBezTo>
                <a:cubicBezTo>
                  <a:pt x="50" y="173"/>
                  <a:pt x="50" y="173"/>
                  <a:pt x="50" y="173"/>
                </a:cubicBezTo>
                <a:cubicBezTo>
                  <a:pt x="24" y="179"/>
                  <a:pt x="5" y="202"/>
                  <a:pt x="5" y="229"/>
                </a:cubicBezTo>
                <a:cubicBezTo>
                  <a:pt x="5" y="1079"/>
                  <a:pt x="5" y="1079"/>
                  <a:pt x="5" y="1079"/>
                </a:cubicBezTo>
                <a:cubicBezTo>
                  <a:pt x="5" y="1110"/>
                  <a:pt x="30" y="1136"/>
                  <a:pt x="62" y="1136"/>
                </a:cubicBezTo>
                <a:cubicBezTo>
                  <a:pt x="93" y="1136"/>
                  <a:pt x="118" y="1110"/>
                  <a:pt x="118" y="1079"/>
                </a:cubicBezTo>
                <a:cubicBezTo>
                  <a:pt x="118" y="275"/>
                  <a:pt x="118" y="275"/>
                  <a:pt x="118" y="275"/>
                </a:cubicBezTo>
                <a:cubicBezTo>
                  <a:pt x="799" y="129"/>
                  <a:pt x="799" y="129"/>
                  <a:pt x="799" y="129"/>
                </a:cubicBezTo>
                <a:cubicBezTo>
                  <a:pt x="799" y="229"/>
                  <a:pt x="799" y="229"/>
                  <a:pt x="799" y="229"/>
                </a:cubicBezTo>
                <a:cubicBezTo>
                  <a:pt x="799" y="1476"/>
                  <a:pt x="799" y="1476"/>
                  <a:pt x="799" y="1476"/>
                </a:cubicBezTo>
                <a:cubicBezTo>
                  <a:pt x="799" y="1576"/>
                  <a:pt x="799" y="1576"/>
                  <a:pt x="799" y="1576"/>
                </a:cubicBezTo>
                <a:cubicBezTo>
                  <a:pt x="74" y="1421"/>
                  <a:pt x="74" y="1421"/>
                  <a:pt x="74" y="1421"/>
                </a:cubicBezTo>
                <a:cubicBezTo>
                  <a:pt x="43" y="1414"/>
                  <a:pt x="13" y="1433"/>
                  <a:pt x="6" y="1464"/>
                </a:cubicBezTo>
                <a:cubicBezTo>
                  <a:pt x="0" y="1495"/>
                  <a:pt x="19" y="1525"/>
                  <a:pt x="50" y="1531"/>
                </a:cubicBezTo>
                <a:cubicBezTo>
                  <a:pt x="844" y="1701"/>
                  <a:pt x="844" y="1701"/>
                  <a:pt x="844" y="1701"/>
                </a:cubicBezTo>
                <a:cubicBezTo>
                  <a:pt x="847" y="1702"/>
                  <a:pt x="851" y="1703"/>
                  <a:pt x="855" y="1703"/>
                </a:cubicBezTo>
                <a:cubicBezTo>
                  <a:pt x="868" y="1703"/>
                  <a:pt x="881" y="1698"/>
                  <a:pt x="891" y="1690"/>
                </a:cubicBezTo>
                <a:cubicBezTo>
                  <a:pt x="904" y="1679"/>
                  <a:pt x="912" y="1663"/>
                  <a:pt x="912" y="1646"/>
                </a:cubicBezTo>
                <a:cubicBezTo>
                  <a:pt x="912" y="1533"/>
                  <a:pt x="912" y="1533"/>
                  <a:pt x="912" y="1533"/>
                </a:cubicBezTo>
                <a:cubicBezTo>
                  <a:pt x="1309" y="1533"/>
                  <a:pt x="1309" y="1533"/>
                  <a:pt x="1309" y="1533"/>
                </a:cubicBezTo>
                <a:cubicBezTo>
                  <a:pt x="1340" y="1533"/>
                  <a:pt x="1366" y="1507"/>
                  <a:pt x="1366" y="1476"/>
                </a:cubicBezTo>
                <a:cubicBezTo>
                  <a:pt x="1366" y="229"/>
                  <a:pt x="1366" y="229"/>
                  <a:pt x="1366" y="229"/>
                </a:cubicBezTo>
                <a:cubicBezTo>
                  <a:pt x="1366" y="197"/>
                  <a:pt x="1340" y="172"/>
                  <a:pt x="1309" y="172"/>
                </a:cubicBezTo>
                <a:close/>
                <a:moveTo>
                  <a:pt x="1252" y="1419"/>
                </a:moveTo>
                <a:cubicBezTo>
                  <a:pt x="912" y="1419"/>
                  <a:pt x="912" y="1419"/>
                  <a:pt x="912" y="1419"/>
                </a:cubicBezTo>
                <a:cubicBezTo>
                  <a:pt x="912" y="1022"/>
                  <a:pt x="912" y="1022"/>
                  <a:pt x="912" y="1022"/>
                </a:cubicBezTo>
                <a:cubicBezTo>
                  <a:pt x="1082" y="1022"/>
                  <a:pt x="1082" y="1022"/>
                  <a:pt x="1082" y="1022"/>
                </a:cubicBezTo>
                <a:cubicBezTo>
                  <a:pt x="1113" y="1022"/>
                  <a:pt x="1139" y="997"/>
                  <a:pt x="1139" y="966"/>
                </a:cubicBezTo>
                <a:cubicBezTo>
                  <a:pt x="1139" y="934"/>
                  <a:pt x="1113" y="909"/>
                  <a:pt x="1082" y="909"/>
                </a:cubicBezTo>
                <a:cubicBezTo>
                  <a:pt x="912" y="909"/>
                  <a:pt x="912" y="909"/>
                  <a:pt x="912" y="909"/>
                </a:cubicBezTo>
                <a:cubicBezTo>
                  <a:pt x="912" y="796"/>
                  <a:pt x="912" y="796"/>
                  <a:pt x="912" y="796"/>
                </a:cubicBezTo>
                <a:cubicBezTo>
                  <a:pt x="1082" y="796"/>
                  <a:pt x="1082" y="796"/>
                  <a:pt x="1082" y="796"/>
                </a:cubicBezTo>
                <a:cubicBezTo>
                  <a:pt x="1113" y="796"/>
                  <a:pt x="1139" y="770"/>
                  <a:pt x="1139" y="739"/>
                </a:cubicBezTo>
                <a:cubicBezTo>
                  <a:pt x="1139" y="708"/>
                  <a:pt x="1113" y="682"/>
                  <a:pt x="1082" y="682"/>
                </a:cubicBezTo>
                <a:cubicBezTo>
                  <a:pt x="912" y="682"/>
                  <a:pt x="912" y="682"/>
                  <a:pt x="912" y="682"/>
                </a:cubicBezTo>
                <a:cubicBezTo>
                  <a:pt x="912" y="569"/>
                  <a:pt x="912" y="569"/>
                  <a:pt x="912" y="569"/>
                </a:cubicBezTo>
                <a:cubicBezTo>
                  <a:pt x="1082" y="569"/>
                  <a:pt x="1082" y="569"/>
                  <a:pt x="1082" y="569"/>
                </a:cubicBezTo>
                <a:cubicBezTo>
                  <a:pt x="1113" y="569"/>
                  <a:pt x="1139" y="543"/>
                  <a:pt x="1139" y="512"/>
                </a:cubicBezTo>
                <a:cubicBezTo>
                  <a:pt x="1139" y="481"/>
                  <a:pt x="1113" y="455"/>
                  <a:pt x="1082" y="455"/>
                </a:cubicBezTo>
                <a:cubicBezTo>
                  <a:pt x="912" y="455"/>
                  <a:pt x="912" y="455"/>
                  <a:pt x="912" y="455"/>
                </a:cubicBezTo>
                <a:cubicBezTo>
                  <a:pt x="912" y="285"/>
                  <a:pt x="912" y="285"/>
                  <a:pt x="912" y="285"/>
                </a:cubicBezTo>
                <a:cubicBezTo>
                  <a:pt x="1252" y="285"/>
                  <a:pt x="1252" y="285"/>
                  <a:pt x="1252" y="285"/>
                </a:cubicBezTo>
                <a:lnTo>
                  <a:pt x="1252" y="14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272" name="Gruppieren 271"/>
          <p:cNvGrpSpPr/>
          <p:nvPr/>
        </p:nvGrpSpPr>
        <p:grpSpPr>
          <a:xfrm>
            <a:off x="12778270" y="7921226"/>
            <a:ext cx="1023328" cy="851924"/>
            <a:chOff x="6410325" y="5826125"/>
            <a:chExt cx="4776788" cy="3976688"/>
          </a:xfrm>
        </p:grpSpPr>
        <p:sp>
          <p:nvSpPr>
            <p:cNvPr id="273" name="Freeform 31"/>
            <p:cNvSpPr>
              <a:spLocks/>
            </p:cNvSpPr>
            <p:nvPr/>
          </p:nvSpPr>
          <p:spPr bwMode="auto">
            <a:xfrm>
              <a:off x="8161338" y="7891463"/>
              <a:ext cx="1590675" cy="319088"/>
            </a:xfrm>
            <a:custGeom>
              <a:avLst/>
              <a:gdLst>
                <a:gd name="T0" fmla="*/ 567 w 567"/>
                <a:gd name="T1" fmla="*/ 57 h 114"/>
                <a:gd name="T2" fmla="*/ 510 w 567"/>
                <a:gd name="T3" fmla="*/ 0 h 114"/>
                <a:gd name="T4" fmla="*/ 57 w 567"/>
                <a:gd name="T5" fmla="*/ 0 h 114"/>
                <a:gd name="T6" fmla="*/ 0 w 567"/>
                <a:gd name="T7" fmla="*/ 57 h 114"/>
                <a:gd name="T8" fmla="*/ 57 w 567"/>
                <a:gd name="T9" fmla="*/ 114 h 114"/>
                <a:gd name="T10" fmla="*/ 510 w 567"/>
                <a:gd name="T11" fmla="*/ 114 h 114"/>
                <a:gd name="T12" fmla="*/ 567 w 567"/>
                <a:gd name="T13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4">
                  <a:moveTo>
                    <a:pt x="567" y="57"/>
                  </a:moveTo>
                  <a:cubicBezTo>
                    <a:pt x="567" y="26"/>
                    <a:pt x="542" y="0"/>
                    <a:pt x="51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6"/>
                    <a:pt x="0" y="57"/>
                  </a:cubicBezTo>
                  <a:cubicBezTo>
                    <a:pt x="0" y="88"/>
                    <a:pt x="25" y="114"/>
                    <a:pt x="57" y="114"/>
                  </a:cubicBezTo>
                  <a:cubicBezTo>
                    <a:pt x="510" y="114"/>
                    <a:pt x="510" y="114"/>
                    <a:pt x="510" y="114"/>
                  </a:cubicBezTo>
                  <a:cubicBezTo>
                    <a:pt x="542" y="114"/>
                    <a:pt x="567" y="88"/>
                    <a:pt x="567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4" name="Freeform 32"/>
            <p:cNvSpPr>
              <a:spLocks/>
            </p:cNvSpPr>
            <p:nvPr/>
          </p:nvSpPr>
          <p:spPr bwMode="auto">
            <a:xfrm>
              <a:off x="8639175" y="8688388"/>
              <a:ext cx="1589088" cy="317500"/>
            </a:xfrm>
            <a:custGeom>
              <a:avLst/>
              <a:gdLst>
                <a:gd name="T0" fmla="*/ 511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1 w 567"/>
                <a:gd name="T9" fmla="*/ 113 h 113"/>
                <a:gd name="T10" fmla="*/ 567 w 567"/>
                <a:gd name="T11" fmla="*/ 56 h 113"/>
                <a:gd name="T12" fmla="*/ 511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1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1" y="113"/>
                    <a:pt x="511" y="113"/>
                    <a:pt x="511" y="113"/>
                  </a:cubicBezTo>
                  <a:cubicBezTo>
                    <a:pt x="542" y="113"/>
                    <a:pt x="567" y="88"/>
                    <a:pt x="567" y="56"/>
                  </a:cubicBezTo>
                  <a:cubicBezTo>
                    <a:pt x="567" y="25"/>
                    <a:pt x="542" y="0"/>
                    <a:pt x="5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5" name="Freeform 33"/>
            <p:cNvSpPr>
              <a:spLocks noEditPoints="1"/>
            </p:cNvSpPr>
            <p:nvPr/>
          </p:nvSpPr>
          <p:spPr bwMode="auto">
            <a:xfrm>
              <a:off x="6410325" y="5826125"/>
              <a:ext cx="4776788" cy="3976688"/>
            </a:xfrm>
            <a:custGeom>
              <a:avLst/>
              <a:gdLst>
                <a:gd name="T0" fmla="*/ 1465 w 1704"/>
                <a:gd name="T1" fmla="*/ 705 h 1417"/>
                <a:gd name="T2" fmla="*/ 1646 w 1704"/>
                <a:gd name="T3" fmla="*/ 311 h 1417"/>
                <a:gd name="T4" fmla="*/ 909 w 1704"/>
                <a:gd name="T5" fmla="*/ 0 h 1417"/>
                <a:gd name="T6" fmla="*/ 909 w 1704"/>
                <a:gd name="T7" fmla="*/ 113 h 1417"/>
                <a:gd name="T8" fmla="*/ 1533 w 1704"/>
                <a:gd name="T9" fmla="*/ 311 h 1417"/>
                <a:gd name="T10" fmla="*/ 552 w 1704"/>
                <a:gd name="T11" fmla="*/ 510 h 1417"/>
                <a:gd name="T12" fmla="*/ 312 w 1704"/>
                <a:gd name="T13" fmla="*/ 0 h 1417"/>
                <a:gd name="T14" fmla="*/ 0 w 1704"/>
                <a:gd name="T15" fmla="*/ 325 h 1417"/>
                <a:gd name="T16" fmla="*/ 1 w 1704"/>
                <a:gd name="T17" fmla="*/ 339 h 1417"/>
                <a:gd name="T18" fmla="*/ 2 w 1704"/>
                <a:gd name="T19" fmla="*/ 353 h 1417"/>
                <a:gd name="T20" fmla="*/ 5 w 1704"/>
                <a:gd name="T21" fmla="*/ 367 h 1417"/>
                <a:gd name="T22" fmla="*/ 7 w 1704"/>
                <a:gd name="T23" fmla="*/ 380 h 1417"/>
                <a:gd name="T24" fmla="*/ 11 w 1704"/>
                <a:gd name="T25" fmla="*/ 394 h 1417"/>
                <a:gd name="T26" fmla="*/ 15 w 1704"/>
                <a:gd name="T27" fmla="*/ 407 h 1417"/>
                <a:gd name="T28" fmla="*/ 19 w 1704"/>
                <a:gd name="T29" fmla="*/ 420 h 1417"/>
                <a:gd name="T30" fmla="*/ 24 w 1704"/>
                <a:gd name="T31" fmla="*/ 433 h 1417"/>
                <a:gd name="T32" fmla="*/ 30 w 1704"/>
                <a:gd name="T33" fmla="*/ 445 h 1417"/>
                <a:gd name="T34" fmla="*/ 36 w 1704"/>
                <a:gd name="T35" fmla="*/ 458 h 1417"/>
                <a:gd name="T36" fmla="*/ 43 w 1704"/>
                <a:gd name="T37" fmla="*/ 470 h 1417"/>
                <a:gd name="T38" fmla="*/ 50 w 1704"/>
                <a:gd name="T39" fmla="*/ 481 h 1417"/>
                <a:gd name="T40" fmla="*/ 58 w 1704"/>
                <a:gd name="T41" fmla="*/ 493 h 1417"/>
                <a:gd name="T42" fmla="*/ 66 w 1704"/>
                <a:gd name="T43" fmla="*/ 504 h 1417"/>
                <a:gd name="T44" fmla="*/ 75 w 1704"/>
                <a:gd name="T45" fmla="*/ 515 h 1417"/>
                <a:gd name="T46" fmla="*/ 462 w 1704"/>
                <a:gd name="T47" fmla="*/ 975 h 1417"/>
                <a:gd name="T48" fmla="*/ 314 w 1704"/>
                <a:gd name="T49" fmla="*/ 1304 h 1417"/>
                <a:gd name="T50" fmla="*/ 311 w 1704"/>
                <a:gd name="T51" fmla="*/ 1304 h 1417"/>
                <a:gd name="T52" fmla="*/ 228 w 1704"/>
                <a:gd name="T53" fmla="*/ 1162 h 1417"/>
                <a:gd name="T54" fmla="*/ 228 w 1704"/>
                <a:gd name="T55" fmla="*/ 1048 h 1417"/>
                <a:gd name="T56" fmla="*/ 0 w 1704"/>
                <a:gd name="T57" fmla="*/ 1105 h 1417"/>
                <a:gd name="T58" fmla="*/ 314 w 1704"/>
                <a:gd name="T59" fmla="*/ 1417 h 1417"/>
                <a:gd name="T60" fmla="*/ 1395 w 1704"/>
                <a:gd name="T61" fmla="*/ 1417 h 1417"/>
                <a:gd name="T62" fmla="*/ 1703 w 1704"/>
                <a:gd name="T63" fmla="*/ 1106 h 1417"/>
                <a:gd name="T64" fmla="*/ 312 w 1704"/>
                <a:gd name="T65" fmla="*/ 113 h 1417"/>
                <a:gd name="T66" fmla="*/ 312 w 1704"/>
                <a:gd name="T67" fmla="*/ 510 h 1417"/>
                <a:gd name="T68" fmla="*/ 113 w 1704"/>
                <a:gd name="T69" fmla="*/ 311 h 1417"/>
                <a:gd name="T70" fmla="*/ 1533 w 1704"/>
                <a:gd name="T71" fmla="*/ 1245 h 1417"/>
                <a:gd name="T72" fmla="*/ 552 w 1704"/>
                <a:gd name="T73" fmla="*/ 1304 h 1417"/>
                <a:gd name="T74" fmla="*/ 548 w 1704"/>
                <a:gd name="T75" fmla="*/ 901 h 1417"/>
                <a:gd name="T76" fmla="*/ 1251 w 1704"/>
                <a:gd name="T77" fmla="*/ 623 h 1417"/>
                <a:gd name="T78" fmla="*/ 1531 w 1704"/>
                <a:gd name="T79" fmla="*/ 963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04" h="1417">
                  <a:moveTo>
                    <a:pt x="1615" y="886"/>
                  </a:moveTo>
                  <a:cubicBezTo>
                    <a:pt x="1568" y="834"/>
                    <a:pt x="1515" y="769"/>
                    <a:pt x="1465" y="705"/>
                  </a:cubicBezTo>
                  <a:cubicBezTo>
                    <a:pt x="1441" y="676"/>
                    <a:pt x="1418" y="646"/>
                    <a:pt x="1394" y="617"/>
                  </a:cubicBezTo>
                  <a:cubicBezTo>
                    <a:pt x="1538" y="589"/>
                    <a:pt x="1646" y="463"/>
                    <a:pt x="1646" y="311"/>
                  </a:cubicBezTo>
                  <a:cubicBezTo>
                    <a:pt x="1646" y="140"/>
                    <a:pt x="1506" y="0"/>
                    <a:pt x="1334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877" y="0"/>
                    <a:pt x="852" y="25"/>
                    <a:pt x="852" y="56"/>
                  </a:cubicBezTo>
                  <a:cubicBezTo>
                    <a:pt x="852" y="88"/>
                    <a:pt x="877" y="113"/>
                    <a:pt x="909" y="113"/>
                  </a:cubicBezTo>
                  <a:cubicBezTo>
                    <a:pt x="1334" y="113"/>
                    <a:pt x="1334" y="113"/>
                    <a:pt x="1334" y="113"/>
                  </a:cubicBezTo>
                  <a:cubicBezTo>
                    <a:pt x="1444" y="113"/>
                    <a:pt x="1533" y="202"/>
                    <a:pt x="1533" y="311"/>
                  </a:cubicBezTo>
                  <a:cubicBezTo>
                    <a:pt x="1533" y="421"/>
                    <a:pt x="1444" y="510"/>
                    <a:pt x="1334" y="510"/>
                  </a:cubicBezTo>
                  <a:cubicBezTo>
                    <a:pt x="552" y="510"/>
                    <a:pt x="552" y="510"/>
                    <a:pt x="552" y="510"/>
                  </a:cubicBezTo>
                  <a:cubicBezTo>
                    <a:pt x="596" y="456"/>
                    <a:pt x="623" y="387"/>
                    <a:pt x="623" y="311"/>
                  </a:cubicBezTo>
                  <a:cubicBezTo>
                    <a:pt x="623" y="140"/>
                    <a:pt x="483" y="0"/>
                    <a:pt x="312" y="0"/>
                  </a:cubicBezTo>
                  <a:cubicBezTo>
                    <a:pt x="140" y="0"/>
                    <a:pt x="0" y="140"/>
                    <a:pt x="0" y="311"/>
                  </a:cubicBezTo>
                  <a:cubicBezTo>
                    <a:pt x="0" y="316"/>
                    <a:pt x="0" y="321"/>
                    <a:pt x="0" y="325"/>
                  </a:cubicBezTo>
                  <a:cubicBezTo>
                    <a:pt x="0" y="327"/>
                    <a:pt x="0" y="328"/>
                    <a:pt x="0" y="329"/>
                  </a:cubicBezTo>
                  <a:cubicBezTo>
                    <a:pt x="0" y="333"/>
                    <a:pt x="1" y="336"/>
                    <a:pt x="1" y="339"/>
                  </a:cubicBezTo>
                  <a:cubicBezTo>
                    <a:pt x="1" y="342"/>
                    <a:pt x="1" y="344"/>
                    <a:pt x="2" y="346"/>
                  </a:cubicBezTo>
                  <a:cubicBezTo>
                    <a:pt x="2" y="349"/>
                    <a:pt x="2" y="351"/>
                    <a:pt x="2" y="353"/>
                  </a:cubicBezTo>
                  <a:cubicBezTo>
                    <a:pt x="3" y="356"/>
                    <a:pt x="3" y="358"/>
                    <a:pt x="4" y="361"/>
                  </a:cubicBezTo>
                  <a:cubicBezTo>
                    <a:pt x="4" y="363"/>
                    <a:pt x="4" y="365"/>
                    <a:pt x="5" y="367"/>
                  </a:cubicBezTo>
                  <a:cubicBezTo>
                    <a:pt x="5" y="369"/>
                    <a:pt x="6" y="372"/>
                    <a:pt x="6" y="375"/>
                  </a:cubicBezTo>
                  <a:cubicBezTo>
                    <a:pt x="7" y="377"/>
                    <a:pt x="7" y="378"/>
                    <a:pt x="7" y="380"/>
                  </a:cubicBezTo>
                  <a:cubicBezTo>
                    <a:pt x="8" y="383"/>
                    <a:pt x="9" y="386"/>
                    <a:pt x="9" y="388"/>
                  </a:cubicBezTo>
                  <a:cubicBezTo>
                    <a:pt x="10" y="390"/>
                    <a:pt x="10" y="392"/>
                    <a:pt x="11" y="394"/>
                  </a:cubicBezTo>
                  <a:cubicBezTo>
                    <a:pt x="11" y="396"/>
                    <a:pt x="12" y="399"/>
                    <a:pt x="13" y="402"/>
                  </a:cubicBezTo>
                  <a:cubicBezTo>
                    <a:pt x="14" y="403"/>
                    <a:pt x="14" y="405"/>
                    <a:pt x="15" y="407"/>
                  </a:cubicBezTo>
                  <a:cubicBezTo>
                    <a:pt x="15" y="409"/>
                    <a:pt x="16" y="412"/>
                    <a:pt x="17" y="415"/>
                  </a:cubicBezTo>
                  <a:cubicBezTo>
                    <a:pt x="18" y="416"/>
                    <a:pt x="18" y="418"/>
                    <a:pt x="19" y="420"/>
                  </a:cubicBezTo>
                  <a:cubicBezTo>
                    <a:pt x="20" y="422"/>
                    <a:pt x="21" y="425"/>
                    <a:pt x="22" y="428"/>
                  </a:cubicBezTo>
                  <a:cubicBezTo>
                    <a:pt x="23" y="429"/>
                    <a:pt x="23" y="431"/>
                    <a:pt x="24" y="433"/>
                  </a:cubicBezTo>
                  <a:cubicBezTo>
                    <a:pt x="25" y="435"/>
                    <a:pt x="26" y="437"/>
                    <a:pt x="27" y="440"/>
                  </a:cubicBezTo>
                  <a:cubicBezTo>
                    <a:pt x="28" y="442"/>
                    <a:pt x="29" y="443"/>
                    <a:pt x="30" y="445"/>
                  </a:cubicBezTo>
                  <a:cubicBezTo>
                    <a:pt x="31" y="447"/>
                    <a:pt x="32" y="450"/>
                    <a:pt x="33" y="452"/>
                  </a:cubicBezTo>
                  <a:cubicBezTo>
                    <a:pt x="34" y="454"/>
                    <a:pt x="35" y="456"/>
                    <a:pt x="36" y="458"/>
                  </a:cubicBezTo>
                  <a:cubicBezTo>
                    <a:pt x="37" y="460"/>
                    <a:pt x="38" y="462"/>
                    <a:pt x="39" y="464"/>
                  </a:cubicBezTo>
                  <a:cubicBezTo>
                    <a:pt x="41" y="466"/>
                    <a:pt x="42" y="468"/>
                    <a:pt x="43" y="470"/>
                  </a:cubicBezTo>
                  <a:cubicBezTo>
                    <a:pt x="44" y="472"/>
                    <a:pt x="45" y="473"/>
                    <a:pt x="46" y="475"/>
                  </a:cubicBezTo>
                  <a:cubicBezTo>
                    <a:pt x="48" y="477"/>
                    <a:pt x="49" y="479"/>
                    <a:pt x="50" y="481"/>
                  </a:cubicBezTo>
                  <a:cubicBezTo>
                    <a:pt x="51" y="483"/>
                    <a:pt x="52" y="485"/>
                    <a:pt x="54" y="487"/>
                  </a:cubicBezTo>
                  <a:cubicBezTo>
                    <a:pt x="55" y="489"/>
                    <a:pt x="56" y="491"/>
                    <a:pt x="58" y="493"/>
                  </a:cubicBezTo>
                  <a:cubicBezTo>
                    <a:pt x="59" y="494"/>
                    <a:pt x="60" y="496"/>
                    <a:pt x="61" y="498"/>
                  </a:cubicBezTo>
                  <a:cubicBezTo>
                    <a:pt x="63" y="500"/>
                    <a:pt x="65" y="502"/>
                    <a:pt x="66" y="504"/>
                  </a:cubicBezTo>
                  <a:cubicBezTo>
                    <a:pt x="67" y="505"/>
                    <a:pt x="69" y="507"/>
                    <a:pt x="70" y="508"/>
                  </a:cubicBezTo>
                  <a:cubicBezTo>
                    <a:pt x="71" y="510"/>
                    <a:pt x="73" y="512"/>
                    <a:pt x="75" y="515"/>
                  </a:cubicBezTo>
                  <a:cubicBezTo>
                    <a:pt x="461" y="975"/>
                    <a:pt x="461" y="975"/>
                    <a:pt x="461" y="975"/>
                  </a:cubicBezTo>
                  <a:cubicBezTo>
                    <a:pt x="461" y="975"/>
                    <a:pt x="461" y="975"/>
                    <a:pt x="462" y="975"/>
                  </a:cubicBezTo>
                  <a:cubicBezTo>
                    <a:pt x="493" y="1011"/>
                    <a:pt x="510" y="1057"/>
                    <a:pt x="510" y="1105"/>
                  </a:cubicBezTo>
                  <a:cubicBezTo>
                    <a:pt x="510" y="1214"/>
                    <a:pt x="422" y="1302"/>
                    <a:pt x="314" y="1304"/>
                  </a:cubicBezTo>
                  <a:cubicBezTo>
                    <a:pt x="312" y="1304"/>
                    <a:pt x="312" y="1304"/>
                    <a:pt x="312" y="1304"/>
                  </a:cubicBezTo>
                  <a:cubicBezTo>
                    <a:pt x="311" y="1304"/>
                    <a:pt x="311" y="1304"/>
                    <a:pt x="311" y="1304"/>
                  </a:cubicBezTo>
                  <a:cubicBezTo>
                    <a:pt x="221" y="1303"/>
                    <a:pt x="146" y="1243"/>
                    <a:pt x="121" y="1162"/>
                  </a:cubicBezTo>
                  <a:cubicBezTo>
                    <a:pt x="228" y="1162"/>
                    <a:pt x="228" y="1162"/>
                    <a:pt x="228" y="1162"/>
                  </a:cubicBezTo>
                  <a:cubicBezTo>
                    <a:pt x="259" y="1162"/>
                    <a:pt x="284" y="1136"/>
                    <a:pt x="284" y="1105"/>
                  </a:cubicBezTo>
                  <a:cubicBezTo>
                    <a:pt x="284" y="1074"/>
                    <a:pt x="259" y="1048"/>
                    <a:pt x="228" y="1048"/>
                  </a:cubicBezTo>
                  <a:cubicBezTo>
                    <a:pt x="56" y="1048"/>
                    <a:pt x="56" y="1048"/>
                    <a:pt x="56" y="1048"/>
                  </a:cubicBezTo>
                  <a:cubicBezTo>
                    <a:pt x="25" y="1048"/>
                    <a:pt x="0" y="1074"/>
                    <a:pt x="0" y="1105"/>
                  </a:cubicBezTo>
                  <a:cubicBezTo>
                    <a:pt x="0" y="1277"/>
                    <a:pt x="140" y="1417"/>
                    <a:pt x="312" y="1417"/>
                  </a:cubicBezTo>
                  <a:cubicBezTo>
                    <a:pt x="312" y="1417"/>
                    <a:pt x="313" y="1417"/>
                    <a:pt x="314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478" y="1416"/>
                    <a:pt x="1555" y="1384"/>
                    <a:pt x="1613" y="1326"/>
                  </a:cubicBezTo>
                  <a:cubicBezTo>
                    <a:pt x="1672" y="1267"/>
                    <a:pt x="1704" y="1189"/>
                    <a:pt x="1703" y="1106"/>
                  </a:cubicBezTo>
                  <a:cubicBezTo>
                    <a:pt x="1702" y="1026"/>
                    <a:pt x="1671" y="948"/>
                    <a:pt x="1615" y="886"/>
                  </a:cubicBezTo>
                  <a:close/>
                  <a:moveTo>
                    <a:pt x="312" y="113"/>
                  </a:moveTo>
                  <a:cubicBezTo>
                    <a:pt x="421" y="113"/>
                    <a:pt x="510" y="202"/>
                    <a:pt x="510" y="311"/>
                  </a:cubicBezTo>
                  <a:cubicBezTo>
                    <a:pt x="510" y="421"/>
                    <a:pt x="421" y="510"/>
                    <a:pt x="312" y="510"/>
                  </a:cubicBezTo>
                  <a:cubicBezTo>
                    <a:pt x="254" y="510"/>
                    <a:pt x="199" y="485"/>
                    <a:pt x="161" y="441"/>
                  </a:cubicBezTo>
                  <a:cubicBezTo>
                    <a:pt x="130" y="405"/>
                    <a:pt x="113" y="359"/>
                    <a:pt x="113" y="311"/>
                  </a:cubicBezTo>
                  <a:cubicBezTo>
                    <a:pt x="113" y="202"/>
                    <a:pt x="202" y="113"/>
                    <a:pt x="312" y="113"/>
                  </a:cubicBezTo>
                  <a:close/>
                  <a:moveTo>
                    <a:pt x="1533" y="1245"/>
                  </a:moveTo>
                  <a:cubicBezTo>
                    <a:pt x="1496" y="1282"/>
                    <a:pt x="1447" y="1303"/>
                    <a:pt x="1394" y="1304"/>
                  </a:cubicBezTo>
                  <a:cubicBezTo>
                    <a:pt x="552" y="1304"/>
                    <a:pt x="552" y="1304"/>
                    <a:pt x="552" y="1304"/>
                  </a:cubicBezTo>
                  <a:cubicBezTo>
                    <a:pt x="596" y="1250"/>
                    <a:pt x="623" y="1180"/>
                    <a:pt x="623" y="1105"/>
                  </a:cubicBezTo>
                  <a:cubicBezTo>
                    <a:pt x="623" y="1030"/>
                    <a:pt x="596" y="958"/>
                    <a:pt x="548" y="901"/>
                  </a:cubicBezTo>
                  <a:cubicBezTo>
                    <a:pt x="314" y="623"/>
                    <a:pt x="314" y="623"/>
                    <a:pt x="314" y="623"/>
                  </a:cubicBezTo>
                  <a:cubicBezTo>
                    <a:pt x="1251" y="623"/>
                    <a:pt x="1251" y="623"/>
                    <a:pt x="1251" y="623"/>
                  </a:cubicBezTo>
                  <a:cubicBezTo>
                    <a:pt x="1291" y="669"/>
                    <a:pt x="1334" y="723"/>
                    <a:pt x="1376" y="776"/>
                  </a:cubicBezTo>
                  <a:cubicBezTo>
                    <a:pt x="1428" y="841"/>
                    <a:pt x="1481" y="908"/>
                    <a:pt x="1531" y="963"/>
                  </a:cubicBezTo>
                  <a:cubicBezTo>
                    <a:pt x="1609" y="1048"/>
                    <a:pt x="1610" y="1169"/>
                    <a:pt x="1533" y="12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11141588" y="7850545"/>
            <a:ext cx="747637" cy="972898"/>
            <a:chOff x="14141450" y="5181600"/>
            <a:chExt cx="3667126" cy="4772025"/>
          </a:xfrm>
        </p:grpSpPr>
        <p:sp>
          <p:nvSpPr>
            <p:cNvPr id="277" name="Freeform 37"/>
            <p:cNvSpPr>
              <a:spLocks/>
            </p:cNvSpPr>
            <p:nvPr/>
          </p:nvSpPr>
          <p:spPr bwMode="auto">
            <a:xfrm>
              <a:off x="14141450" y="5181600"/>
              <a:ext cx="3667126" cy="4772025"/>
            </a:xfrm>
            <a:custGeom>
              <a:avLst/>
              <a:gdLst>
                <a:gd name="T0" fmla="*/ 794 w 1308"/>
                <a:gd name="T1" fmla="*/ 1701 h 1701"/>
                <a:gd name="T2" fmla="*/ 57 w 1308"/>
                <a:gd name="T3" fmla="*/ 1701 h 1701"/>
                <a:gd name="T4" fmla="*/ 0 w 1308"/>
                <a:gd name="T5" fmla="*/ 1644 h 1701"/>
                <a:gd name="T6" fmla="*/ 0 w 1308"/>
                <a:gd name="T7" fmla="*/ 57 h 1701"/>
                <a:gd name="T8" fmla="*/ 57 w 1308"/>
                <a:gd name="T9" fmla="*/ 0 h 1701"/>
                <a:gd name="T10" fmla="*/ 1248 w 1308"/>
                <a:gd name="T11" fmla="*/ 0 h 1701"/>
                <a:gd name="T12" fmla="*/ 1304 w 1308"/>
                <a:gd name="T13" fmla="*/ 57 h 1701"/>
                <a:gd name="T14" fmla="*/ 1304 w 1308"/>
                <a:gd name="T15" fmla="*/ 850 h 1701"/>
                <a:gd name="T16" fmla="*/ 1248 w 1308"/>
                <a:gd name="T17" fmla="*/ 907 h 1701"/>
                <a:gd name="T18" fmla="*/ 1191 w 1308"/>
                <a:gd name="T19" fmla="*/ 850 h 1701"/>
                <a:gd name="T20" fmla="*/ 1191 w 1308"/>
                <a:gd name="T21" fmla="*/ 113 h 1701"/>
                <a:gd name="T22" fmla="*/ 114 w 1308"/>
                <a:gd name="T23" fmla="*/ 113 h 1701"/>
                <a:gd name="T24" fmla="*/ 114 w 1308"/>
                <a:gd name="T25" fmla="*/ 1587 h 1701"/>
                <a:gd name="T26" fmla="*/ 769 w 1308"/>
                <a:gd name="T27" fmla="*/ 1587 h 1701"/>
                <a:gd name="T28" fmla="*/ 1121 w 1308"/>
                <a:gd name="T29" fmla="*/ 1190 h 1701"/>
                <a:gd name="T30" fmla="*/ 851 w 1308"/>
                <a:gd name="T31" fmla="*/ 1190 h 1701"/>
                <a:gd name="T32" fmla="*/ 851 w 1308"/>
                <a:gd name="T33" fmla="*/ 1361 h 1701"/>
                <a:gd name="T34" fmla="*/ 794 w 1308"/>
                <a:gd name="T35" fmla="*/ 1417 h 1701"/>
                <a:gd name="T36" fmla="*/ 737 w 1308"/>
                <a:gd name="T37" fmla="*/ 1361 h 1701"/>
                <a:gd name="T38" fmla="*/ 737 w 1308"/>
                <a:gd name="T39" fmla="*/ 1134 h 1701"/>
                <a:gd name="T40" fmla="*/ 794 w 1308"/>
                <a:gd name="T41" fmla="*/ 1077 h 1701"/>
                <a:gd name="T42" fmla="*/ 1248 w 1308"/>
                <a:gd name="T43" fmla="*/ 1077 h 1701"/>
                <a:gd name="T44" fmla="*/ 1299 w 1308"/>
                <a:gd name="T45" fmla="*/ 1111 h 1701"/>
                <a:gd name="T46" fmla="*/ 1290 w 1308"/>
                <a:gd name="T47" fmla="*/ 1171 h 1701"/>
                <a:gd name="T48" fmla="*/ 836 w 1308"/>
                <a:gd name="T49" fmla="*/ 1682 h 1701"/>
                <a:gd name="T50" fmla="*/ 794 w 1308"/>
                <a:gd name="T51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8" h="1701">
                  <a:moveTo>
                    <a:pt x="794" y="1701"/>
                  </a:moveTo>
                  <a:cubicBezTo>
                    <a:pt x="57" y="1701"/>
                    <a:pt x="57" y="1701"/>
                    <a:pt x="57" y="1701"/>
                  </a:cubicBezTo>
                  <a:cubicBezTo>
                    <a:pt x="26" y="1701"/>
                    <a:pt x="0" y="1675"/>
                    <a:pt x="0" y="164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5"/>
                    <a:pt x="1304" y="57"/>
                  </a:cubicBezTo>
                  <a:cubicBezTo>
                    <a:pt x="1304" y="850"/>
                    <a:pt x="1304" y="850"/>
                    <a:pt x="1304" y="850"/>
                  </a:cubicBezTo>
                  <a:cubicBezTo>
                    <a:pt x="1304" y="882"/>
                    <a:pt x="1279" y="907"/>
                    <a:pt x="1248" y="907"/>
                  </a:cubicBezTo>
                  <a:cubicBezTo>
                    <a:pt x="1216" y="907"/>
                    <a:pt x="1191" y="882"/>
                    <a:pt x="1191" y="850"/>
                  </a:cubicBezTo>
                  <a:cubicBezTo>
                    <a:pt x="1191" y="113"/>
                    <a:pt x="1191" y="113"/>
                    <a:pt x="1191" y="113"/>
                  </a:cubicBezTo>
                  <a:cubicBezTo>
                    <a:pt x="114" y="113"/>
                    <a:pt x="114" y="113"/>
                    <a:pt x="114" y="113"/>
                  </a:cubicBezTo>
                  <a:cubicBezTo>
                    <a:pt x="114" y="1587"/>
                    <a:pt x="114" y="1587"/>
                    <a:pt x="114" y="1587"/>
                  </a:cubicBezTo>
                  <a:cubicBezTo>
                    <a:pt x="769" y="1587"/>
                    <a:pt x="769" y="1587"/>
                    <a:pt x="769" y="1587"/>
                  </a:cubicBezTo>
                  <a:cubicBezTo>
                    <a:pt x="1121" y="1190"/>
                    <a:pt x="1121" y="1190"/>
                    <a:pt x="1121" y="1190"/>
                  </a:cubicBezTo>
                  <a:cubicBezTo>
                    <a:pt x="851" y="1190"/>
                    <a:pt x="851" y="1190"/>
                    <a:pt x="851" y="1190"/>
                  </a:cubicBezTo>
                  <a:cubicBezTo>
                    <a:pt x="851" y="1361"/>
                    <a:pt x="851" y="1361"/>
                    <a:pt x="851" y="1361"/>
                  </a:cubicBezTo>
                  <a:cubicBezTo>
                    <a:pt x="851" y="1392"/>
                    <a:pt x="825" y="1417"/>
                    <a:pt x="794" y="1417"/>
                  </a:cubicBezTo>
                  <a:cubicBezTo>
                    <a:pt x="763" y="1417"/>
                    <a:pt x="737" y="1392"/>
                    <a:pt x="737" y="1361"/>
                  </a:cubicBezTo>
                  <a:cubicBezTo>
                    <a:pt x="737" y="1134"/>
                    <a:pt x="737" y="1134"/>
                    <a:pt x="737" y="1134"/>
                  </a:cubicBezTo>
                  <a:cubicBezTo>
                    <a:pt x="737" y="1102"/>
                    <a:pt x="763" y="1077"/>
                    <a:pt x="794" y="1077"/>
                  </a:cubicBezTo>
                  <a:cubicBezTo>
                    <a:pt x="1248" y="1077"/>
                    <a:pt x="1248" y="1077"/>
                    <a:pt x="1248" y="1077"/>
                  </a:cubicBezTo>
                  <a:cubicBezTo>
                    <a:pt x="1270" y="1077"/>
                    <a:pt x="1290" y="1090"/>
                    <a:pt x="1299" y="1111"/>
                  </a:cubicBezTo>
                  <a:cubicBezTo>
                    <a:pt x="1308" y="1131"/>
                    <a:pt x="1305" y="1155"/>
                    <a:pt x="1290" y="1171"/>
                  </a:cubicBezTo>
                  <a:cubicBezTo>
                    <a:pt x="836" y="1682"/>
                    <a:pt x="836" y="1682"/>
                    <a:pt x="836" y="1682"/>
                  </a:cubicBezTo>
                  <a:cubicBezTo>
                    <a:pt x="826" y="1694"/>
                    <a:pt x="810" y="1701"/>
                    <a:pt x="794" y="17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8" name="Freeform 38"/>
            <p:cNvSpPr>
              <a:spLocks/>
            </p:cNvSpPr>
            <p:nvPr/>
          </p:nvSpPr>
          <p:spPr bwMode="auto">
            <a:xfrm>
              <a:off x="15371763" y="6508750"/>
              <a:ext cx="1155700" cy="1217613"/>
            </a:xfrm>
            <a:custGeom>
              <a:avLst/>
              <a:gdLst>
                <a:gd name="T0" fmla="*/ 216 w 412"/>
                <a:gd name="T1" fmla="*/ 434 h 434"/>
                <a:gd name="T2" fmla="*/ 0 w 412"/>
                <a:gd name="T3" fmla="*/ 218 h 434"/>
                <a:gd name="T4" fmla="*/ 57 w 412"/>
                <a:gd name="T5" fmla="*/ 72 h 434"/>
                <a:gd name="T6" fmla="*/ 195 w 412"/>
                <a:gd name="T7" fmla="*/ 3 h 434"/>
                <a:gd name="T8" fmla="*/ 257 w 412"/>
                <a:gd name="T9" fmla="*/ 54 h 434"/>
                <a:gd name="T10" fmla="*/ 206 w 412"/>
                <a:gd name="T11" fmla="*/ 116 h 434"/>
                <a:gd name="T12" fmla="*/ 113 w 412"/>
                <a:gd name="T13" fmla="*/ 218 h 434"/>
                <a:gd name="T14" fmla="*/ 216 w 412"/>
                <a:gd name="T15" fmla="*/ 321 h 434"/>
                <a:gd name="T16" fmla="*/ 298 w 412"/>
                <a:gd name="T17" fmla="*/ 321 h 434"/>
                <a:gd name="T18" fmla="*/ 298 w 412"/>
                <a:gd name="T19" fmla="*/ 244 h 434"/>
                <a:gd name="T20" fmla="*/ 355 w 412"/>
                <a:gd name="T21" fmla="*/ 187 h 434"/>
                <a:gd name="T22" fmla="*/ 355 w 412"/>
                <a:gd name="T23" fmla="*/ 187 h 434"/>
                <a:gd name="T24" fmla="*/ 412 w 412"/>
                <a:gd name="T25" fmla="*/ 244 h 434"/>
                <a:gd name="T26" fmla="*/ 412 w 412"/>
                <a:gd name="T27" fmla="*/ 378 h 434"/>
                <a:gd name="T28" fmla="*/ 395 w 412"/>
                <a:gd name="T29" fmla="*/ 418 h 434"/>
                <a:gd name="T30" fmla="*/ 355 w 412"/>
                <a:gd name="T31" fmla="*/ 434 h 434"/>
                <a:gd name="T32" fmla="*/ 216 w 412"/>
                <a:gd name="T33" fmla="*/ 434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2" h="434">
                  <a:moveTo>
                    <a:pt x="216" y="434"/>
                  </a:moveTo>
                  <a:cubicBezTo>
                    <a:pt x="97" y="434"/>
                    <a:pt x="0" y="337"/>
                    <a:pt x="0" y="218"/>
                  </a:cubicBezTo>
                  <a:cubicBezTo>
                    <a:pt x="0" y="164"/>
                    <a:pt x="20" y="112"/>
                    <a:pt x="57" y="72"/>
                  </a:cubicBezTo>
                  <a:cubicBezTo>
                    <a:pt x="93" y="33"/>
                    <a:pt x="142" y="8"/>
                    <a:pt x="195" y="3"/>
                  </a:cubicBezTo>
                  <a:cubicBezTo>
                    <a:pt x="226" y="0"/>
                    <a:pt x="254" y="23"/>
                    <a:pt x="257" y="54"/>
                  </a:cubicBezTo>
                  <a:cubicBezTo>
                    <a:pt x="260" y="85"/>
                    <a:pt x="237" y="113"/>
                    <a:pt x="206" y="116"/>
                  </a:cubicBezTo>
                  <a:cubicBezTo>
                    <a:pt x="153" y="121"/>
                    <a:pt x="113" y="165"/>
                    <a:pt x="113" y="218"/>
                  </a:cubicBezTo>
                  <a:cubicBezTo>
                    <a:pt x="113" y="275"/>
                    <a:pt x="159" y="321"/>
                    <a:pt x="216" y="321"/>
                  </a:cubicBezTo>
                  <a:cubicBezTo>
                    <a:pt x="298" y="321"/>
                    <a:pt x="298" y="321"/>
                    <a:pt x="298" y="321"/>
                  </a:cubicBezTo>
                  <a:cubicBezTo>
                    <a:pt x="298" y="244"/>
                    <a:pt x="298" y="244"/>
                    <a:pt x="298" y="244"/>
                  </a:cubicBezTo>
                  <a:cubicBezTo>
                    <a:pt x="298" y="213"/>
                    <a:pt x="324" y="187"/>
                    <a:pt x="355" y="187"/>
                  </a:cubicBezTo>
                  <a:cubicBezTo>
                    <a:pt x="355" y="187"/>
                    <a:pt x="355" y="187"/>
                    <a:pt x="355" y="187"/>
                  </a:cubicBezTo>
                  <a:cubicBezTo>
                    <a:pt x="386" y="187"/>
                    <a:pt x="412" y="213"/>
                    <a:pt x="412" y="244"/>
                  </a:cubicBezTo>
                  <a:cubicBezTo>
                    <a:pt x="412" y="378"/>
                    <a:pt x="412" y="378"/>
                    <a:pt x="412" y="378"/>
                  </a:cubicBezTo>
                  <a:cubicBezTo>
                    <a:pt x="412" y="393"/>
                    <a:pt x="406" y="407"/>
                    <a:pt x="395" y="418"/>
                  </a:cubicBezTo>
                  <a:cubicBezTo>
                    <a:pt x="384" y="428"/>
                    <a:pt x="370" y="434"/>
                    <a:pt x="355" y="434"/>
                  </a:cubicBezTo>
                  <a:lnTo>
                    <a:pt x="216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16016617" y="8070790"/>
            <a:ext cx="1079471" cy="766974"/>
            <a:chOff x="12531725" y="5983288"/>
            <a:chExt cx="4924426" cy="3498850"/>
          </a:xfrm>
        </p:grpSpPr>
        <p:sp>
          <p:nvSpPr>
            <p:cNvPr id="280" name="Freeform 25"/>
            <p:cNvSpPr>
              <a:spLocks/>
            </p:cNvSpPr>
            <p:nvPr/>
          </p:nvSpPr>
          <p:spPr bwMode="auto">
            <a:xfrm>
              <a:off x="12531725" y="5983288"/>
              <a:ext cx="3971925" cy="3498850"/>
            </a:xfrm>
            <a:custGeom>
              <a:avLst/>
              <a:gdLst>
                <a:gd name="T0" fmla="*/ 1360 w 1417"/>
                <a:gd name="T1" fmla="*/ 1134 h 1247"/>
                <a:gd name="T2" fmla="*/ 226 w 1417"/>
                <a:gd name="T3" fmla="*/ 1134 h 1247"/>
                <a:gd name="T4" fmla="*/ 226 w 1417"/>
                <a:gd name="T5" fmla="*/ 453 h 1247"/>
                <a:gd name="T6" fmla="*/ 510 w 1417"/>
                <a:gd name="T7" fmla="*/ 453 h 1247"/>
                <a:gd name="T8" fmla="*/ 567 w 1417"/>
                <a:gd name="T9" fmla="*/ 397 h 1247"/>
                <a:gd name="T10" fmla="*/ 510 w 1417"/>
                <a:gd name="T11" fmla="*/ 340 h 1247"/>
                <a:gd name="T12" fmla="*/ 113 w 1417"/>
                <a:gd name="T13" fmla="*/ 340 h 1247"/>
                <a:gd name="T14" fmla="*/ 113 w 1417"/>
                <a:gd name="T15" fmla="*/ 113 h 1247"/>
                <a:gd name="T16" fmla="*/ 1009 w 1417"/>
                <a:gd name="T17" fmla="*/ 113 h 1247"/>
                <a:gd name="T18" fmla="*/ 1066 w 1417"/>
                <a:gd name="T19" fmla="*/ 56 h 1247"/>
                <a:gd name="T20" fmla="*/ 1009 w 1417"/>
                <a:gd name="T21" fmla="*/ 0 h 1247"/>
                <a:gd name="T22" fmla="*/ 56 w 1417"/>
                <a:gd name="T23" fmla="*/ 0 h 1247"/>
                <a:gd name="T24" fmla="*/ 0 w 1417"/>
                <a:gd name="T25" fmla="*/ 56 h 1247"/>
                <a:gd name="T26" fmla="*/ 0 w 1417"/>
                <a:gd name="T27" fmla="*/ 397 h 1247"/>
                <a:gd name="T28" fmla="*/ 56 w 1417"/>
                <a:gd name="T29" fmla="*/ 453 h 1247"/>
                <a:gd name="T30" fmla="*/ 113 w 1417"/>
                <a:gd name="T31" fmla="*/ 453 h 1247"/>
                <a:gd name="T32" fmla="*/ 113 w 1417"/>
                <a:gd name="T33" fmla="*/ 1190 h 1247"/>
                <a:gd name="T34" fmla="*/ 170 w 1417"/>
                <a:gd name="T35" fmla="*/ 1247 h 1247"/>
                <a:gd name="T36" fmla="*/ 1360 w 1417"/>
                <a:gd name="T37" fmla="*/ 1247 h 1247"/>
                <a:gd name="T38" fmla="*/ 1417 w 1417"/>
                <a:gd name="T39" fmla="*/ 1190 h 1247"/>
                <a:gd name="T40" fmla="*/ 1360 w 1417"/>
                <a:gd name="T41" fmla="*/ 1134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17" h="1247">
                  <a:moveTo>
                    <a:pt x="1360" y="1134"/>
                  </a:moveTo>
                  <a:cubicBezTo>
                    <a:pt x="226" y="1134"/>
                    <a:pt x="226" y="1134"/>
                    <a:pt x="226" y="1134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510" y="453"/>
                    <a:pt x="510" y="453"/>
                    <a:pt x="510" y="453"/>
                  </a:cubicBezTo>
                  <a:cubicBezTo>
                    <a:pt x="541" y="453"/>
                    <a:pt x="567" y="428"/>
                    <a:pt x="567" y="397"/>
                  </a:cubicBezTo>
                  <a:cubicBezTo>
                    <a:pt x="567" y="365"/>
                    <a:pt x="541" y="340"/>
                    <a:pt x="510" y="340"/>
                  </a:cubicBezTo>
                  <a:cubicBezTo>
                    <a:pt x="113" y="340"/>
                    <a:pt x="113" y="340"/>
                    <a:pt x="113" y="340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009" y="113"/>
                    <a:pt x="1009" y="113"/>
                    <a:pt x="1009" y="113"/>
                  </a:cubicBezTo>
                  <a:cubicBezTo>
                    <a:pt x="1040" y="113"/>
                    <a:pt x="1066" y="88"/>
                    <a:pt x="1066" y="56"/>
                  </a:cubicBezTo>
                  <a:cubicBezTo>
                    <a:pt x="1066" y="25"/>
                    <a:pt x="1040" y="0"/>
                    <a:pt x="1009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28"/>
                    <a:pt x="25" y="453"/>
                    <a:pt x="56" y="453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1190"/>
                    <a:pt x="113" y="1190"/>
                    <a:pt x="113" y="1190"/>
                  </a:cubicBezTo>
                  <a:cubicBezTo>
                    <a:pt x="113" y="1222"/>
                    <a:pt x="138" y="1247"/>
                    <a:pt x="170" y="1247"/>
                  </a:cubicBezTo>
                  <a:cubicBezTo>
                    <a:pt x="1360" y="1247"/>
                    <a:pt x="1360" y="1247"/>
                    <a:pt x="1360" y="1247"/>
                  </a:cubicBezTo>
                  <a:cubicBezTo>
                    <a:pt x="1392" y="1247"/>
                    <a:pt x="1417" y="1222"/>
                    <a:pt x="1417" y="1190"/>
                  </a:cubicBezTo>
                  <a:cubicBezTo>
                    <a:pt x="1417" y="1159"/>
                    <a:pt x="1392" y="1134"/>
                    <a:pt x="1360" y="11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1" name="Freeform 26"/>
            <p:cNvSpPr>
              <a:spLocks/>
            </p:cNvSpPr>
            <p:nvPr/>
          </p:nvSpPr>
          <p:spPr bwMode="auto">
            <a:xfrm>
              <a:off x="14914563" y="6440490"/>
              <a:ext cx="2541588" cy="1598614"/>
            </a:xfrm>
            <a:custGeom>
              <a:avLst/>
              <a:gdLst>
                <a:gd name="T0" fmla="*/ 881 w 907"/>
                <a:gd name="T1" fmla="*/ 270 h 570"/>
                <a:gd name="T2" fmla="*/ 484 w 907"/>
                <a:gd name="T3" fmla="*/ 12 h 570"/>
                <a:gd name="T4" fmla="*/ 426 w 907"/>
                <a:gd name="T5" fmla="*/ 10 h 570"/>
                <a:gd name="T6" fmla="*/ 397 w 907"/>
                <a:gd name="T7" fmla="*/ 60 h 570"/>
                <a:gd name="T8" fmla="*/ 397 w 907"/>
                <a:gd name="T9" fmla="*/ 176 h 570"/>
                <a:gd name="T10" fmla="*/ 57 w 907"/>
                <a:gd name="T11" fmla="*/ 176 h 570"/>
                <a:gd name="T12" fmla="*/ 0 w 907"/>
                <a:gd name="T13" fmla="*/ 232 h 570"/>
                <a:gd name="T14" fmla="*/ 57 w 907"/>
                <a:gd name="T15" fmla="*/ 289 h 570"/>
                <a:gd name="T16" fmla="*/ 454 w 907"/>
                <a:gd name="T17" fmla="*/ 289 h 570"/>
                <a:gd name="T18" fmla="*/ 510 w 907"/>
                <a:gd name="T19" fmla="*/ 232 h 570"/>
                <a:gd name="T20" fmla="*/ 510 w 907"/>
                <a:gd name="T21" fmla="*/ 164 h 570"/>
                <a:gd name="T22" fmla="*/ 747 w 907"/>
                <a:gd name="T23" fmla="*/ 318 h 570"/>
                <a:gd name="T24" fmla="*/ 525 w 907"/>
                <a:gd name="T25" fmla="*/ 467 h 570"/>
                <a:gd name="T26" fmla="*/ 510 w 907"/>
                <a:gd name="T27" fmla="*/ 545 h 570"/>
                <a:gd name="T28" fmla="*/ 557 w 907"/>
                <a:gd name="T29" fmla="*/ 570 h 570"/>
                <a:gd name="T30" fmla="*/ 588 w 907"/>
                <a:gd name="T31" fmla="*/ 561 h 570"/>
                <a:gd name="T32" fmla="*/ 882 w 907"/>
                <a:gd name="T33" fmla="*/ 365 h 570"/>
                <a:gd name="T34" fmla="*/ 907 w 907"/>
                <a:gd name="T35" fmla="*/ 317 h 570"/>
                <a:gd name="T36" fmla="*/ 881 w 907"/>
                <a:gd name="T37" fmla="*/ 2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7" h="570">
                  <a:moveTo>
                    <a:pt x="881" y="270"/>
                  </a:moveTo>
                  <a:cubicBezTo>
                    <a:pt x="484" y="12"/>
                    <a:pt x="484" y="12"/>
                    <a:pt x="484" y="12"/>
                  </a:cubicBezTo>
                  <a:cubicBezTo>
                    <a:pt x="467" y="1"/>
                    <a:pt x="445" y="0"/>
                    <a:pt x="426" y="10"/>
                  </a:cubicBezTo>
                  <a:cubicBezTo>
                    <a:pt x="408" y="20"/>
                    <a:pt x="397" y="39"/>
                    <a:pt x="397" y="60"/>
                  </a:cubicBezTo>
                  <a:cubicBezTo>
                    <a:pt x="397" y="176"/>
                    <a:pt x="397" y="176"/>
                    <a:pt x="397" y="176"/>
                  </a:cubicBezTo>
                  <a:cubicBezTo>
                    <a:pt x="57" y="176"/>
                    <a:pt x="57" y="176"/>
                    <a:pt x="57" y="176"/>
                  </a:cubicBezTo>
                  <a:cubicBezTo>
                    <a:pt x="25" y="176"/>
                    <a:pt x="0" y="201"/>
                    <a:pt x="0" y="232"/>
                  </a:cubicBezTo>
                  <a:cubicBezTo>
                    <a:pt x="0" y="264"/>
                    <a:pt x="25" y="289"/>
                    <a:pt x="57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85" y="289"/>
                    <a:pt x="510" y="264"/>
                    <a:pt x="510" y="232"/>
                  </a:cubicBezTo>
                  <a:cubicBezTo>
                    <a:pt x="510" y="164"/>
                    <a:pt x="510" y="164"/>
                    <a:pt x="510" y="164"/>
                  </a:cubicBezTo>
                  <a:cubicBezTo>
                    <a:pt x="747" y="318"/>
                    <a:pt x="747" y="318"/>
                    <a:pt x="747" y="318"/>
                  </a:cubicBezTo>
                  <a:cubicBezTo>
                    <a:pt x="525" y="467"/>
                    <a:pt x="525" y="467"/>
                    <a:pt x="525" y="467"/>
                  </a:cubicBezTo>
                  <a:cubicBezTo>
                    <a:pt x="499" y="484"/>
                    <a:pt x="492" y="519"/>
                    <a:pt x="510" y="545"/>
                  </a:cubicBezTo>
                  <a:cubicBezTo>
                    <a:pt x="521" y="562"/>
                    <a:pt x="539" y="570"/>
                    <a:pt x="557" y="570"/>
                  </a:cubicBezTo>
                  <a:cubicBezTo>
                    <a:pt x="568" y="570"/>
                    <a:pt x="579" y="567"/>
                    <a:pt x="588" y="561"/>
                  </a:cubicBezTo>
                  <a:cubicBezTo>
                    <a:pt x="882" y="365"/>
                    <a:pt x="882" y="365"/>
                    <a:pt x="882" y="365"/>
                  </a:cubicBezTo>
                  <a:cubicBezTo>
                    <a:pt x="898" y="354"/>
                    <a:pt x="907" y="336"/>
                    <a:pt x="907" y="317"/>
                  </a:cubicBezTo>
                  <a:cubicBezTo>
                    <a:pt x="907" y="298"/>
                    <a:pt x="897" y="281"/>
                    <a:pt x="881" y="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82" name="TextBox 7"/>
          <p:cNvSpPr txBox="1"/>
          <p:nvPr/>
        </p:nvSpPr>
        <p:spPr>
          <a:xfrm>
            <a:off x="7145295" y="6962421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283" name="Gruppieren 282"/>
          <p:cNvGrpSpPr/>
          <p:nvPr/>
        </p:nvGrpSpPr>
        <p:grpSpPr>
          <a:xfrm>
            <a:off x="7547244" y="5753522"/>
            <a:ext cx="934011" cy="1026719"/>
            <a:chOff x="668338" y="4895850"/>
            <a:chExt cx="4494213" cy="4940301"/>
          </a:xfrm>
        </p:grpSpPr>
        <p:sp>
          <p:nvSpPr>
            <p:cNvPr id="284" name="Freeform 46"/>
            <p:cNvSpPr>
              <a:spLocks/>
            </p:cNvSpPr>
            <p:nvPr/>
          </p:nvSpPr>
          <p:spPr bwMode="auto">
            <a:xfrm>
              <a:off x="2768601" y="7313613"/>
              <a:ext cx="293688" cy="1408113"/>
            </a:xfrm>
            <a:custGeom>
              <a:avLst/>
              <a:gdLst>
                <a:gd name="T0" fmla="*/ 52 w 105"/>
                <a:gd name="T1" fmla="*/ 0 h 502"/>
                <a:gd name="T2" fmla="*/ 0 w 105"/>
                <a:gd name="T3" fmla="*/ 53 h 502"/>
                <a:gd name="T4" fmla="*/ 0 w 105"/>
                <a:gd name="T5" fmla="*/ 449 h 502"/>
                <a:gd name="T6" fmla="*/ 52 w 105"/>
                <a:gd name="T7" fmla="*/ 502 h 502"/>
                <a:gd name="T8" fmla="*/ 105 w 105"/>
                <a:gd name="T9" fmla="*/ 449 h 502"/>
                <a:gd name="T10" fmla="*/ 105 w 105"/>
                <a:gd name="T11" fmla="*/ 53 h 502"/>
                <a:gd name="T12" fmla="*/ 52 w 105"/>
                <a:gd name="T1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502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478"/>
                    <a:pt x="23" y="502"/>
                    <a:pt x="52" y="502"/>
                  </a:cubicBezTo>
                  <a:cubicBezTo>
                    <a:pt x="81" y="502"/>
                    <a:pt x="105" y="478"/>
                    <a:pt x="105" y="449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5" y="24"/>
                    <a:pt x="81" y="0"/>
                    <a:pt x="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5" name="Freeform 47"/>
            <p:cNvSpPr>
              <a:spLocks/>
            </p:cNvSpPr>
            <p:nvPr/>
          </p:nvSpPr>
          <p:spPr bwMode="auto">
            <a:xfrm>
              <a:off x="1803401" y="4895850"/>
              <a:ext cx="2224088" cy="2117725"/>
            </a:xfrm>
            <a:custGeom>
              <a:avLst/>
              <a:gdLst>
                <a:gd name="T0" fmla="*/ 396 w 793"/>
                <a:gd name="T1" fmla="*/ 0 h 755"/>
                <a:gd name="T2" fmla="*/ 349 w 793"/>
                <a:gd name="T3" fmla="*/ 29 h 755"/>
                <a:gd name="T4" fmla="*/ 256 w 793"/>
                <a:gd name="T5" fmla="*/ 217 h 755"/>
                <a:gd name="T6" fmla="*/ 49 w 793"/>
                <a:gd name="T7" fmla="*/ 247 h 755"/>
                <a:gd name="T8" fmla="*/ 6 w 793"/>
                <a:gd name="T9" fmla="*/ 283 h 755"/>
                <a:gd name="T10" fmla="*/ 19 w 793"/>
                <a:gd name="T11" fmla="*/ 337 h 755"/>
                <a:gd name="T12" fmla="*/ 170 w 793"/>
                <a:gd name="T13" fmla="*/ 484 h 755"/>
                <a:gd name="T14" fmla="*/ 134 w 793"/>
                <a:gd name="T15" fmla="*/ 691 h 755"/>
                <a:gd name="T16" fmla="*/ 155 w 793"/>
                <a:gd name="T17" fmla="*/ 742 h 755"/>
                <a:gd name="T18" fmla="*/ 211 w 793"/>
                <a:gd name="T19" fmla="*/ 746 h 755"/>
                <a:gd name="T20" fmla="*/ 396 w 793"/>
                <a:gd name="T21" fmla="*/ 648 h 755"/>
                <a:gd name="T22" fmla="*/ 582 w 793"/>
                <a:gd name="T23" fmla="*/ 746 h 755"/>
                <a:gd name="T24" fmla="*/ 607 w 793"/>
                <a:gd name="T25" fmla="*/ 752 h 755"/>
                <a:gd name="T26" fmla="*/ 653 w 793"/>
                <a:gd name="T27" fmla="*/ 724 h 755"/>
                <a:gd name="T28" fmla="*/ 657 w 793"/>
                <a:gd name="T29" fmla="*/ 684 h 755"/>
                <a:gd name="T30" fmla="*/ 631 w 793"/>
                <a:gd name="T31" fmla="*/ 653 h 755"/>
                <a:gd name="T32" fmla="*/ 421 w 793"/>
                <a:gd name="T33" fmla="*/ 542 h 755"/>
                <a:gd name="T34" fmla="*/ 372 w 793"/>
                <a:gd name="T35" fmla="*/ 542 h 755"/>
                <a:gd name="T36" fmla="*/ 256 w 793"/>
                <a:gd name="T37" fmla="*/ 603 h 755"/>
                <a:gd name="T38" fmla="*/ 278 w 793"/>
                <a:gd name="T39" fmla="*/ 474 h 755"/>
                <a:gd name="T40" fmla="*/ 263 w 793"/>
                <a:gd name="T41" fmla="*/ 428 h 755"/>
                <a:gd name="T42" fmla="*/ 169 w 793"/>
                <a:gd name="T43" fmla="*/ 336 h 755"/>
                <a:gd name="T44" fmla="*/ 299 w 793"/>
                <a:gd name="T45" fmla="*/ 318 h 755"/>
                <a:gd name="T46" fmla="*/ 338 w 793"/>
                <a:gd name="T47" fmla="*/ 289 h 755"/>
                <a:gd name="T48" fmla="*/ 396 w 793"/>
                <a:gd name="T49" fmla="*/ 171 h 755"/>
                <a:gd name="T50" fmla="*/ 454 w 793"/>
                <a:gd name="T51" fmla="*/ 289 h 755"/>
                <a:gd name="T52" fmla="*/ 494 w 793"/>
                <a:gd name="T53" fmla="*/ 318 h 755"/>
                <a:gd name="T54" fmla="*/ 623 w 793"/>
                <a:gd name="T55" fmla="*/ 336 h 755"/>
                <a:gd name="T56" fmla="*/ 530 w 793"/>
                <a:gd name="T57" fmla="*/ 428 h 755"/>
                <a:gd name="T58" fmla="*/ 529 w 793"/>
                <a:gd name="T59" fmla="*/ 502 h 755"/>
                <a:gd name="T60" fmla="*/ 603 w 793"/>
                <a:gd name="T61" fmla="*/ 503 h 755"/>
                <a:gd name="T62" fmla="*/ 773 w 793"/>
                <a:gd name="T63" fmla="*/ 337 h 755"/>
                <a:gd name="T64" fmla="*/ 787 w 793"/>
                <a:gd name="T65" fmla="*/ 283 h 755"/>
                <a:gd name="T66" fmla="*/ 744 w 793"/>
                <a:gd name="T67" fmla="*/ 247 h 755"/>
                <a:gd name="T68" fmla="*/ 536 w 793"/>
                <a:gd name="T69" fmla="*/ 217 h 755"/>
                <a:gd name="T70" fmla="*/ 444 w 793"/>
                <a:gd name="T71" fmla="*/ 29 h 755"/>
                <a:gd name="T72" fmla="*/ 396 w 793"/>
                <a:gd name="T73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93" h="755">
                  <a:moveTo>
                    <a:pt x="396" y="0"/>
                  </a:moveTo>
                  <a:cubicBezTo>
                    <a:pt x="376" y="0"/>
                    <a:pt x="358" y="11"/>
                    <a:pt x="349" y="29"/>
                  </a:cubicBezTo>
                  <a:cubicBezTo>
                    <a:pt x="256" y="217"/>
                    <a:pt x="256" y="217"/>
                    <a:pt x="256" y="217"/>
                  </a:cubicBezTo>
                  <a:cubicBezTo>
                    <a:pt x="49" y="247"/>
                    <a:pt x="49" y="247"/>
                    <a:pt x="49" y="247"/>
                  </a:cubicBezTo>
                  <a:cubicBezTo>
                    <a:pt x="29" y="250"/>
                    <a:pt x="12" y="264"/>
                    <a:pt x="6" y="283"/>
                  </a:cubicBezTo>
                  <a:cubicBezTo>
                    <a:pt x="0" y="302"/>
                    <a:pt x="5" y="323"/>
                    <a:pt x="19" y="337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34" y="691"/>
                    <a:pt x="134" y="691"/>
                    <a:pt x="134" y="691"/>
                  </a:cubicBezTo>
                  <a:cubicBezTo>
                    <a:pt x="131" y="710"/>
                    <a:pt x="139" y="730"/>
                    <a:pt x="155" y="742"/>
                  </a:cubicBezTo>
                  <a:cubicBezTo>
                    <a:pt x="171" y="754"/>
                    <a:pt x="193" y="755"/>
                    <a:pt x="211" y="746"/>
                  </a:cubicBezTo>
                  <a:cubicBezTo>
                    <a:pt x="396" y="648"/>
                    <a:pt x="396" y="648"/>
                    <a:pt x="396" y="648"/>
                  </a:cubicBezTo>
                  <a:cubicBezTo>
                    <a:pt x="582" y="746"/>
                    <a:pt x="582" y="746"/>
                    <a:pt x="582" y="746"/>
                  </a:cubicBezTo>
                  <a:cubicBezTo>
                    <a:pt x="590" y="750"/>
                    <a:pt x="598" y="752"/>
                    <a:pt x="607" y="752"/>
                  </a:cubicBezTo>
                  <a:cubicBezTo>
                    <a:pt x="626" y="752"/>
                    <a:pt x="644" y="741"/>
                    <a:pt x="653" y="724"/>
                  </a:cubicBezTo>
                  <a:cubicBezTo>
                    <a:pt x="660" y="712"/>
                    <a:pt x="661" y="697"/>
                    <a:pt x="657" y="684"/>
                  </a:cubicBezTo>
                  <a:cubicBezTo>
                    <a:pt x="653" y="670"/>
                    <a:pt x="644" y="659"/>
                    <a:pt x="631" y="653"/>
                  </a:cubicBezTo>
                  <a:cubicBezTo>
                    <a:pt x="421" y="542"/>
                    <a:pt x="421" y="542"/>
                    <a:pt x="421" y="542"/>
                  </a:cubicBezTo>
                  <a:cubicBezTo>
                    <a:pt x="405" y="534"/>
                    <a:pt x="387" y="534"/>
                    <a:pt x="372" y="542"/>
                  </a:cubicBezTo>
                  <a:cubicBezTo>
                    <a:pt x="256" y="603"/>
                    <a:pt x="256" y="603"/>
                    <a:pt x="256" y="603"/>
                  </a:cubicBezTo>
                  <a:cubicBezTo>
                    <a:pt x="278" y="474"/>
                    <a:pt x="278" y="474"/>
                    <a:pt x="278" y="474"/>
                  </a:cubicBezTo>
                  <a:cubicBezTo>
                    <a:pt x="281" y="457"/>
                    <a:pt x="275" y="440"/>
                    <a:pt x="263" y="428"/>
                  </a:cubicBezTo>
                  <a:cubicBezTo>
                    <a:pt x="169" y="336"/>
                    <a:pt x="169" y="336"/>
                    <a:pt x="169" y="336"/>
                  </a:cubicBezTo>
                  <a:cubicBezTo>
                    <a:pt x="299" y="318"/>
                    <a:pt x="299" y="318"/>
                    <a:pt x="299" y="318"/>
                  </a:cubicBezTo>
                  <a:cubicBezTo>
                    <a:pt x="316" y="315"/>
                    <a:pt x="331" y="304"/>
                    <a:pt x="338" y="289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62" y="304"/>
                    <a:pt x="477" y="315"/>
                    <a:pt x="494" y="318"/>
                  </a:cubicBezTo>
                  <a:cubicBezTo>
                    <a:pt x="623" y="336"/>
                    <a:pt x="623" y="336"/>
                    <a:pt x="623" y="336"/>
                  </a:cubicBezTo>
                  <a:cubicBezTo>
                    <a:pt x="530" y="428"/>
                    <a:pt x="530" y="428"/>
                    <a:pt x="530" y="428"/>
                  </a:cubicBezTo>
                  <a:cubicBezTo>
                    <a:pt x="509" y="448"/>
                    <a:pt x="508" y="481"/>
                    <a:pt x="529" y="502"/>
                  </a:cubicBezTo>
                  <a:cubicBezTo>
                    <a:pt x="549" y="523"/>
                    <a:pt x="582" y="523"/>
                    <a:pt x="603" y="503"/>
                  </a:cubicBezTo>
                  <a:cubicBezTo>
                    <a:pt x="773" y="337"/>
                    <a:pt x="773" y="337"/>
                    <a:pt x="773" y="337"/>
                  </a:cubicBezTo>
                  <a:cubicBezTo>
                    <a:pt x="788" y="323"/>
                    <a:pt x="793" y="302"/>
                    <a:pt x="787" y="283"/>
                  </a:cubicBezTo>
                  <a:cubicBezTo>
                    <a:pt x="780" y="264"/>
                    <a:pt x="764" y="250"/>
                    <a:pt x="744" y="247"/>
                  </a:cubicBezTo>
                  <a:cubicBezTo>
                    <a:pt x="536" y="217"/>
                    <a:pt x="536" y="217"/>
                    <a:pt x="536" y="217"/>
                  </a:cubicBezTo>
                  <a:cubicBezTo>
                    <a:pt x="444" y="29"/>
                    <a:pt x="444" y="29"/>
                    <a:pt x="444" y="29"/>
                  </a:cubicBezTo>
                  <a:cubicBezTo>
                    <a:pt x="435" y="11"/>
                    <a:pt x="417" y="0"/>
                    <a:pt x="3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6" name="Freeform 48"/>
            <p:cNvSpPr>
              <a:spLocks/>
            </p:cNvSpPr>
            <p:nvPr/>
          </p:nvSpPr>
          <p:spPr bwMode="auto">
            <a:xfrm>
              <a:off x="3548063" y="7299325"/>
              <a:ext cx="1614488" cy="1944688"/>
            </a:xfrm>
            <a:custGeom>
              <a:avLst/>
              <a:gdLst>
                <a:gd name="T0" fmla="*/ 199 w 576"/>
                <a:gd name="T1" fmla="*/ 521 h 693"/>
                <a:gd name="T2" fmla="*/ 148 w 576"/>
                <a:gd name="T3" fmla="*/ 563 h 693"/>
                <a:gd name="T4" fmla="*/ 156 w 576"/>
                <a:gd name="T5" fmla="*/ 603 h 693"/>
                <a:gd name="T6" fmla="*/ 189 w 576"/>
                <a:gd name="T7" fmla="*/ 625 h 693"/>
                <a:gd name="T8" fmla="*/ 510 w 576"/>
                <a:gd name="T9" fmla="*/ 689 h 693"/>
                <a:gd name="T10" fmla="*/ 558 w 576"/>
                <a:gd name="T11" fmla="*/ 675 h 693"/>
                <a:gd name="T12" fmla="*/ 572 w 576"/>
                <a:gd name="T13" fmla="*/ 627 h 693"/>
                <a:gd name="T14" fmla="*/ 490 w 576"/>
                <a:gd name="T15" fmla="*/ 241 h 693"/>
                <a:gd name="T16" fmla="*/ 454 w 576"/>
                <a:gd name="T17" fmla="*/ 201 h 693"/>
                <a:gd name="T18" fmla="*/ 401 w 576"/>
                <a:gd name="T19" fmla="*/ 214 h 693"/>
                <a:gd name="T20" fmla="*/ 345 w 576"/>
                <a:gd name="T21" fmla="*/ 271 h 693"/>
                <a:gd name="T22" fmla="*/ 95 w 576"/>
                <a:gd name="T23" fmla="*/ 21 h 693"/>
                <a:gd name="T24" fmla="*/ 21 w 576"/>
                <a:gd name="T25" fmla="*/ 21 h 693"/>
                <a:gd name="T26" fmla="*/ 21 w 576"/>
                <a:gd name="T27" fmla="*/ 95 h 693"/>
                <a:gd name="T28" fmla="*/ 308 w 576"/>
                <a:gd name="T29" fmla="*/ 383 h 693"/>
                <a:gd name="T30" fmla="*/ 345 w 576"/>
                <a:gd name="T31" fmla="*/ 398 h 693"/>
                <a:gd name="T32" fmla="*/ 382 w 576"/>
                <a:gd name="T33" fmla="*/ 383 h 693"/>
                <a:gd name="T34" fmla="*/ 407 w 576"/>
                <a:gd name="T35" fmla="*/ 357 h 693"/>
                <a:gd name="T36" fmla="*/ 452 w 576"/>
                <a:gd name="T37" fmla="*/ 570 h 693"/>
                <a:gd name="T38" fmla="*/ 210 w 576"/>
                <a:gd name="T39" fmla="*/ 522 h 693"/>
                <a:gd name="T40" fmla="*/ 199 w 576"/>
                <a:gd name="T41" fmla="*/ 521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199" y="521"/>
                  </a:moveTo>
                  <a:cubicBezTo>
                    <a:pt x="175" y="521"/>
                    <a:pt x="153" y="538"/>
                    <a:pt x="148" y="563"/>
                  </a:cubicBezTo>
                  <a:cubicBezTo>
                    <a:pt x="145" y="577"/>
                    <a:pt x="148" y="591"/>
                    <a:pt x="156" y="603"/>
                  </a:cubicBezTo>
                  <a:cubicBezTo>
                    <a:pt x="163" y="615"/>
                    <a:pt x="175" y="623"/>
                    <a:pt x="189" y="625"/>
                  </a:cubicBezTo>
                  <a:cubicBezTo>
                    <a:pt x="510" y="689"/>
                    <a:pt x="510" y="689"/>
                    <a:pt x="510" y="689"/>
                  </a:cubicBezTo>
                  <a:cubicBezTo>
                    <a:pt x="527" y="693"/>
                    <a:pt x="546" y="687"/>
                    <a:pt x="558" y="675"/>
                  </a:cubicBezTo>
                  <a:cubicBezTo>
                    <a:pt x="571" y="662"/>
                    <a:pt x="576" y="644"/>
                    <a:pt x="572" y="627"/>
                  </a:cubicBezTo>
                  <a:cubicBezTo>
                    <a:pt x="490" y="241"/>
                    <a:pt x="490" y="241"/>
                    <a:pt x="490" y="241"/>
                  </a:cubicBezTo>
                  <a:cubicBezTo>
                    <a:pt x="486" y="222"/>
                    <a:pt x="472" y="207"/>
                    <a:pt x="454" y="201"/>
                  </a:cubicBezTo>
                  <a:cubicBezTo>
                    <a:pt x="435" y="196"/>
                    <a:pt x="415" y="201"/>
                    <a:pt x="401" y="214"/>
                  </a:cubicBezTo>
                  <a:cubicBezTo>
                    <a:pt x="345" y="271"/>
                    <a:pt x="345" y="271"/>
                    <a:pt x="345" y="27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75" y="0"/>
                    <a:pt x="41" y="0"/>
                    <a:pt x="21" y="21"/>
                  </a:cubicBezTo>
                  <a:cubicBezTo>
                    <a:pt x="0" y="41"/>
                    <a:pt x="0" y="75"/>
                    <a:pt x="21" y="95"/>
                  </a:cubicBezTo>
                  <a:cubicBezTo>
                    <a:pt x="308" y="383"/>
                    <a:pt x="308" y="383"/>
                    <a:pt x="308" y="383"/>
                  </a:cubicBezTo>
                  <a:cubicBezTo>
                    <a:pt x="318" y="393"/>
                    <a:pt x="331" y="398"/>
                    <a:pt x="345" y="398"/>
                  </a:cubicBezTo>
                  <a:cubicBezTo>
                    <a:pt x="359" y="398"/>
                    <a:pt x="372" y="393"/>
                    <a:pt x="382" y="383"/>
                  </a:cubicBezTo>
                  <a:cubicBezTo>
                    <a:pt x="407" y="357"/>
                    <a:pt x="407" y="357"/>
                    <a:pt x="407" y="357"/>
                  </a:cubicBezTo>
                  <a:cubicBezTo>
                    <a:pt x="452" y="570"/>
                    <a:pt x="452" y="570"/>
                    <a:pt x="452" y="570"/>
                  </a:cubicBezTo>
                  <a:cubicBezTo>
                    <a:pt x="210" y="522"/>
                    <a:pt x="210" y="522"/>
                    <a:pt x="210" y="522"/>
                  </a:cubicBezTo>
                  <a:cubicBezTo>
                    <a:pt x="206" y="521"/>
                    <a:pt x="203" y="521"/>
                    <a:pt x="199" y="5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7" name="Freeform 49"/>
            <p:cNvSpPr>
              <a:spLocks/>
            </p:cNvSpPr>
            <p:nvPr/>
          </p:nvSpPr>
          <p:spPr bwMode="auto">
            <a:xfrm>
              <a:off x="2216151" y="8739188"/>
              <a:ext cx="1368425" cy="1096963"/>
            </a:xfrm>
            <a:custGeom>
              <a:avLst/>
              <a:gdLst>
                <a:gd name="T0" fmla="*/ 60 w 488"/>
                <a:gd name="T1" fmla="*/ 2 h 391"/>
                <a:gd name="T2" fmla="*/ 30 w 488"/>
                <a:gd name="T3" fmla="*/ 11 h 391"/>
                <a:gd name="T4" fmla="*/ 16 w 488"/>
                <a:gd name="T5" fmla="*/ 84 h 391"/>
                <a:gd name="T6" fmla="*/ 205 w 488"/>
                <a:gd name="T7" fmla="*/ 367 h 391"/>
                <a:gd name="T8" fmla="*/ 249 w 488"/>
                <a:gd name="T9" fmla="*/ 391 h 391"/>
                <a:gd name="T10" fmla="*/ 249 w 488"/>
                <a:gd name="T11" fmla="*/ 391 h 391"/>
                <a:gd name="T12" fmla="*/ 293 w 488"/>
                <a:gd name="T13" fmla="*/ 367 h 391"/>
                <a:gd name="T14" fmla="*/ 477 w 488"/>
                <a:gd name="T15" fmla="*/ 83 h 391"/>
                <a:gd name="T16" fmla="*/ 485 w 488"/>
                <a:gd name="T17" fmla="*/ 44 h 391"/>
                <a:gd name="T18" fmla="*/ 462 w 488"/>
                <a:gd name="T19" fmla="*/ 11 h 391"/>
                <a:gd name="T20" fmla="*/ 422 w 488"/>
                <a:gd name="T21" fmla="*/ 3 h 391"/>
                <a:gd name="T22" fmla="*/ 389 w 488"/>
                <a:gd name="T23" fmla="*/ 26 h 391"/>
                <a:gd name="T24" fmla="*/ 248 w 488"/>
                <a:gd name="T25" fmla="*/ 242 h 391"/>
                <a:gd name="T26" fmla="*/ 103 w 488"/>
                <a:gd name="T27" fmla="*/ 25 h 391"/>
                <a:gd name="T28" fmla="*/ 60 w 488"/>
                <a:gd name="T29" fmla="*/ 2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391">
                  <a:moveTo>
                    <a:pt x="60" y="2"/>
                  </a:moveTo>
                  <a:cubicBezTo>
                    <a:pt x="50" y="2"/>
                    <a:pt x="39" y="5"/>
                    <a:pt x="30" y="11"/>
                  </a:cubicBezTo>
                  <a:cubicBezTo>
                    <a:pt x="6" y="27"/>
                    <a:pt x="0" y="60"/>
                    <a:pt x="16" y="84"/>
                  </a:cubicBezTo>
                  <a:cubicBezTo>
                    <a:pt x="205" y="367"/>
                    <a:pt x="205" y="367"/>
                    <a:pt x="205" y="367"/>
                  </a:cubicBezTo>
                  <a:cubicBezTo>
                    <a:pt x="215" y="382"/>
                    <a:pt x="231" y="391"/>
                    <a:pt x="249" y="391"/>
                  </a:cubicBezTo>
                  <a:cubicBezTo>
                    <a:pt x="249" y="391"/>
                    <a:pt x="249" y="391"/>
                    <a:pt x="249" y="391"/>
                  </a:cubicBezTo>
                  <a:cubicBezTo>
                    <a:pt x="267" y="391"/>
                    <a:pt x="283" y="382"/>
                    <a:pt x="293" y="367"/>
                  </a:cubicBezTo>
                  <a:cubicBezTo>
                    <a:pt x="477" y="83"/>
                    <a:pt x="477" y="83"/>
                    <a:pt x="477" y="83"/>
                  </a:cubicBezTo>
                  <a:cubicBezTo>
                    <a:pt x="485" y="72"/>
                    <a:pt x="488" y="58"/>
                    <a:pt x="485" y="44"/>
                  </a:cubicBezTo>
                  <a:cubicBezTo>
                    <a:pt x="482" y="30"/>
                    <a:pt x="474" y="18"/>
                    <a:pt x="462" y="11"/>
                  </a:cubicBezTo>
                  <a:cubicBezTo>
                    <a:pt x="450" y="3"/>
                    <a:pt x="436" y="0"/>
                    <a:pt x="422" y="3"/>
                  </a:cubicBezTo>
                  <a:cubicBezTo>
                    <a:pt x="408" y="6"/>
                    <a:pt x="397" y="14"/>
                    <a:pt x="389" y="26"/>
                  </a:cubicBezTo>
                  <a:cubicBezTo>
                    <a:pt x="248" y="242"/>
                    <a:pt x="248" y="242"/>
                    <a:pt x="248" y="242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93" y="10"/>
                    <a:pt x="77" y="2"/>
                    <a:pt x="60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8" name="Freeform 50"/>
            <p:cNvSpPr>
              <a:spLocks/>
            </p:cNvSpPr>
            <p:nvPr/>
          </p:nvSpPr>
          <p:spPr bwMode="auto">
            <a:xfrm>
              <a:off x="668338" y="7299325"/>
              <a:ext cx="1614488" cy="1944688"/>
            </a:xfrm>
            <a:custGeom>
              <a:avLst/>
              <a:gdLst>
                <a:gd name="T0" fmla="*/ 366 w 576"/>
                <a:gd name="T1" fmla="*/ 522 h 693"/>
                <a:gd name="T2" fmla="*/ 123 w 576"/>
                <a:gd name="T3" fmla="*/ 570 h 693"/>
                <a:gd name="T4" fmla="*/ 168 w 576"/>
                <a:gd name="T5" fmla="*/ 357 h 693"/>
                <a:gd name="T6" fmla="*/ 193 w 576"/>
                <a:gd name="T7" fmla="*/ 383 h 693"/>
                <a:gd name="T8" fmla="*/ 231 w 576"/>
                <a:gd name="T9" fmla="*/ 398 h 693"/>
                <a:gd name="T10" fmla="*/ 268 w 576"/>
                <a:gd name="T11" fmla="*/ 383 h 693"/>
                <a:gd name="T12" fmla="*/ 555 w 576"/>
                <a:gd name="T13" fmla="*/ 95 h 693"/>
                <a:gd name="T14" fmla="*/ 555 w 576"/>
                <a:gd name="T15" fmla="*/ 21 h 693"/>
                <a:gd name="T16" fmla="*/ 481 w 576"/>
                <a:gd name="T17" fmla="*/ 21 h 693"/>
                <a:gd name="T18" fmla="*/ 231 w 576"/>
                <a:gd name="T19" fmla="*/ 271 h 693"/>
                <a:gd name="T20" fmla="*/ 174 w 576"/>
                <a:gd name="T21" fmla="*/ 214 h 693"/>
                <a:gd name="T22" fmla="*/ 122 w 576"/>
                <a:gd name="T23" fmla="*/ 201 h 693"/>
                <a:gd name="T24" fmla="*/ 86 w 576"/>
                <a:gd name="T25" fmla="*/ 241 h 693"/>
                <a:gd name="T26" fmla="*/ 3 w 576"/>
                <a:gd name="T27" fmla="*/ 627 h 693"/>
                <a:gd name="T28" fmla="*/ 18 w 576"/>
                <a:gd name="T29" fmla="*/ 675 h 693"/>
                <a:gd name="T30" fmla="*/ 65 w 576"/>
                <a:gd name="T31" fmla="*/ 689 h 693"/>
                <a:gd name="T32" fmla="*/ 387 w 576"/>
                <a:gd name="T33" fmla="*/ 625 h 693"/>
                <a:gd name="T34" fmla="*/ 420 w 576"/>
                <a:gd name="T35" fmla="*/ 603 h 693"/>
                <a:gd name="T36" fmla="*/ 428 w 576"/>
                <a:gd name="T37" fmla="*/ 563 h 693"/>
                <a:gd name="T38" fmla="*/ 376 w 576"/>
                <a:gd name="T39" fmla="*/ 521 h 693"/>
                <a:gd name="T40" fmla="*/ 366 w 576"/>
                <a:gd name="T41" fmla="*/ 52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366" y="522"/>
                  </a:moveTo>
                  <a:cubicBezTo>
                    <a:pt x="123" y="570"/>
                    <a:pt x="123" y="570"/>
                    <a:pt x="123" y="570"/>
                  </a:cubicBezTo>
                  <a:cubicBezTo>
                    <a:pt x="168" y="357"/>
                    <a:pt x="168" y="357"/>
                    <a:pt x="168" y="357"/>
                  </a:cubicBezTo>
                  <a:cubicBezTo>
                    <a:pt x="193" y="383"/>
                    <a:pt x="193" y="383"/>
                    <a:pt x="193" y="383"/>
                  </a:cubicBezTo>
                  <a:cubicBezTo>
                    <a:pt x="203" y="392"/>
                    <a:pt x="217" y="398"/>
                    <a:pt x="231" y="398"/>
                  </a:cubicBezTo>
                  <a:cubicBezTo>
                    <a:pt x="245" y="398"/>
                    <a:pt x="258" y="392"/>
                    <a:pt x="268" y="383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76" y="75"/>
                    <a:pt x="576" y="41"/>
                    <a:pt x="555" y="21"/>
                  </a:cubicBezTo>
                  <a:cubicBezTo>
                    <a:pt x="535" y="0"/>
                    <a:pt x="501" y="0"/>
                    <a:pt x="481" y="21"/>
                  </a:cubicBezTo>
                  <a:cubicBezTo>
                    <a:pt x="231" y="271"/>
                    <a:pt x="231" y="271"/>
                    <a:pt x="231" y="271"/>
                  </a:cubicBezTo>
                  <a:cubicBezTo>
                    <a:pt x="174" y="214"/>
                    <a:pt x="174" y="214"/>
                    <a:pt x="174" y="214"/>
                  </a:cubicBezTo>
                  <a:cubicBezTo>
                    <a:pt x="161" y="201"/>
                    <a:pt x="141" y="196"/>
                    <a:pt x="122" y="201"/>
                  </a:cubicBezTo>
                  <a:cubicBezTo>
                    <a:pt x="104" y="207"/>
                    <a:pt x="90" y="222"/>
                    <a:pt x="86" y="241"/>
                  </a:cubicBezTo>
                  <a:cubicBezTo>
                    <a:pt x="3" y="627"/>
                    <a:pt x="3" y="627"/>
                    <a:pt x="3" y="627"/>
                  </a:cubicBezTo>
                  <a:cubicBezTo>
                    <a:pt x="0" y="644"/>
                    <a:pt x="5" y="662"/>
                    <a:pt x="18" y="675"/>
                  </a:cubicBezTo>
                  <a:cubicBezTo>
                    <a:pt x="30" y="687"/>
                    <a:pt x="48" y="693"/>
                    <a:pt x="65" y="689"/>
                  </a:cubicBezTo>
                  <a:cubicBezTo>
                    <a:pt x="387" y="625"/>
                    <a:pt x="387" y="625"/>
                    <a:pt x="387" y="625"/>
                  </a:cubicBezTo>
                  <a:cubicBezTo>
                    <a:pt x="400" y="623"/>
                    <a:pt x="412" y="615"/>
                    <a:pt x="420" y="603"/>
                  </a:cubicBezTo>
                  <a:cubicBezTo>
                    <a:pt x="428" y="591"/>
                    <a:pt x="431" y="577"/>
                    <a:pt x="428" y="563"/>
                  </a:cubicBezTo>
                  <a:cubicBezTo>
                    <a:pt x="423" y="538"/>
                    <a:pt x="401" y="521"/>
                    <a:pt x="376" y="521"/>
                  </a:cubicBezTo>
                  <a:cubicBezTo>
                    <a:pt x="373" y="521"/>
                    <a:pt x="369" y="521"/>
                    <a:pt x="366" y="5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89" name="TextBox 7"/>
          <p:cNvSpPr txBox="1"/>
          <p:nvPr/>
        </p:nvSpPr>
        <p:spPr>
          <a:xfrm>
            <a:off x="509388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Webentwicklung</a:t>
            </a:r>
          </a:p>
        </p:txBody>
      </p:sp>
      <p:sp>
        <p:nvSpPr>
          <p:cNvPr id="290" name="TextBox 7"/>
          <p:cNvSpPr txBox="1"/>
          <p:nvPr/>
        </p:nvSpPr>
        <p:spPr>
          <a:xfrm>
            <a:off x="2517310" y="6962421"/>
            <a:ext cx="10364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Daten-visualisierung</a:t>
            </a:r>
          </a:p>
        </p:txBody>
      </p:sp>
      <p:sp>
        <p:nvSpPr>
          <p:cNvPr id="291" name="TextBox 7"/>
          <p:cNvSpPr txBox="1"/>
          <p:nvPr/>
        </p:nvSpPr>
        <p:spPr>
          <a:xfrm>
            <a:off x="14074922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Verlagservice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292" name="Gruppieren 291"/>
          <p:cNvGrpSpPr/>
          <p:nvPr/>
        </p:nvGrpSpPr>
        <p:grpSpPr>
          <a:xfrm>
            <a:off x="14428018" y="3749067"/>
            <a:ext cx="1031717" cy="748563"/>
            <a:chOff x="6191250" y="5930900"/>
            <a:chExt cx="4610100" cy="3344863"/>
          </a:xfrm>
        </p:grpSpPr>
        <p:sp>
          <p:nvSpPr>
            <p:cNvPr id="293" name="Freeform 30"/>
            <p:cNvSpPr>
              <a:spLocks/>
            </p:cNvSpPr>
            <p:nvPr/>
          </p:nvSpPr>
          <p:spPr bwMode="auto">
            <a:xfrm>
              <a:off x="6191250" y="5930900"/>
              <a:ext cx="4610100" cy="3344863"/>
            </a:xfrm>
            <a:custGeom>
              <a:avLst/>
              <a:gdLst>
                <a:gd name="T0" fmla="*/ 340 w 1644"/>
                <a:gd name="T1" fmla="*/ 1192 h 1192"/>
                <a:gd name="T2" fmla="*/ 227 w 1644"/>
                <a:gd name="T3" fmla="*/ 1192 h 1192"/>
                <a:gd name="T4" fmla="*/ 0 w 1644"/>
                <a:gd name="T5" fmla="*/ 966 h 1192"/>
                <a:gd name="T6" fmla="*/ 0 w 1644"/>
                <a:gd name="T7" fmla="*/ 57 h 1192"/>
                <a:gd name="T8" fmla="*/ 57 w 1644"/>
                <a:gd name="T9" fmla="*/ 0 h 1192"/>
                <a:gd name="T10" fmla="*/ 1248 w 1644"/>
                <a:gd name="T11" fmla="*/ 0 h 1192"/>
                <a:gd name="T12" fmla="*/ 1304 w 1644"/>
                <a:gd name="T13" fmla="*/ 57 h 1192"/>
                <a:gd name="T14" fmla="*/ 1304 w 1644"/>
                <a:gd name="T15" fmla="*/ 964 h 1192"/>
                <a:gd name="T16" fmla="*/ 1418 w 1644"/>
                <a:gd name="T17" fmla="*/ 1077 h 1192"/>
                <a:gd name="T18" fmla="*/ 1531 w 1644"/>
                <a:gd name="T19" fmla="*/ 964 h 1192"/>
                <a:gd name="T20" fmla="*/ 1531 w 1644"/>
                <a:gd name="T21" fmla="*/ 340 h 1192"/>
                <a:gd name="T22" fmla="*/ 1418 w 1644"/>
                <a:gd name="T23" fmla="*/ 340 h 1192"/>
                <a:gd name="T24" fmla="*/ 1361 w 1644"/>
                <a:gd name="T25" fmla="*/ 284 h 1192"/>
                <a:gd name="T26" fmla="*/ 1418 w 1644"/>
                <a:gd name="T27" fmla="*/ 227 h 1192"/>
                <a:gd name="T28" fmla="*/ 1588 w 1644"/>
                <a:gd name="T29" fmla="*/ 227 h 1192"/>
                <a:gd name="T30" fmla="*/ 1644 w 1644"/>
                <a:gd name="T31" fmla="*/ 284 h 1192"/>
                <a:gd name="T32" fmla="*/ 1644 w 1644"/>
                <a:gd name="T33" fmla="*/ 964 h 1192"/>
                <a:gd name="T34" fmla="*/ 1418 w 1644"/>
                <a:gd name="T35" fmla="*/ 1191 h 1192"/>
                <a:gd name="T36" fmla="*/ 1191 w 1644"/>
                <a:gd name="T37" fmla="*/ 964 h 1192"/>
                <a:gd name="T38" fmla="*/ 1191 w 1644"/>
                <a:gd name="T39" fmla="*/ 114 h 1192"/>
                <a:gd name="T40" fmla="*/ 114 w 1644"/>
                <a:gd name="T41" fmla="*/ 114 h 1192"/>
                <a:gd name="T42" fmla="*/ 114 w 1644"/>
                <a:gd name="T43" fmla="*/ 966 h 1192"/>
                <a:gd name="T44" fmla="*/ 227 w 1644"/>
                <a:gd name="T45" fmla="*/ 1079 h 1192"/>
                <a:gd name="T46" fmla="*/ 340 w 1644"/>
                <a:gd name="T47" fmla="*/ 1079 h 1192"/>
                <a:gd name="T48" fmla="*/ 397 w 1644"/>
                <a:gd name="T49" fmla="*/ 1136 h 1192"/>
                <a:gd name="T50" fmla="*/ 340 w 1644"/>
                <a:gd name="T51" fmla="*/ 1192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44" h="1192">
                  <a:moveTo>
                    <a:pt x="340" y="1192"/>
                  </a:moveTo>
                  <a:cubicBezTo>
                    <a:pt x="227" y="1192"/>
                    <a:pt x="227" y="1192"/>
                    <a:pt x="227" y="1192"/>
                  </a:cubicBezTo>
                  <a:cubicBezTo>
                    <a:pt x="102" y="1192"/>
                    <a:pt x="0" y="1091"/>
                    <a:pt x="0" y="966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6"/>
                    <a:pt x="1304" y="57"/>
                  </a:cubicBezTo>
                  <a:cubicBezTo>
                    <a:pt x="1304" y="964"/>
                    <a:pt x="1304" y="964"/>
                    <a:pt x="1304" y="964"/>
                  </a:cubicBezTo>
                  <a:cubicBezTo>
                    <a:pt x="1304" y="1026"/>
                    <a:pt x="1355" y="1077"/>
                    <a:pt x="1418" y="1077"/>
                  </a:cubicBezTo>
                  <a:cubicBezTo>
                    <a:pt x="1480" y="1077"/>
                    <a:pt x="1531" y="1026"/>
                    <a:pt x="1531" y="964"/>
                  </a:cubicBezTo>
                  <a:cubicBezTo>
                    <a:pt x="1531" y="340"/>
                    <a:pt x="1531" y="340"/>
                    <a:pt x="1531" y="340"/>
                  </a:cubicBezTo>
                  <a:cubicBezTo>
                    <a:pt x="1418" y="340"/>
                    <a:pt x="1418" y="340"/>
                    <a:pt x="1418" y="340"/>
                  </a:cubicBezTo>
                  <a:cubicBezTo>
                    <a:pt x="1386" y="340"/>
                    <a:pt x="1361" y="315"/>
                    <a:pt x="1361" y="284"/>
                  </a:cubicBezTo>
                  <a:cubicBezTo>
                    <a:pt x="1361" y="252"/>
                    <a:pt x="1386" y="227"/>
                    <a:pt x="1418" y="227"/>
                  </a:cubicBezTo>
                  <a:cubicBezTo>
                    <a:pt x="1588" y="227"/>
                    <a:pt x="1588" y="227"/>
                    <a:pt x="1588" y="227"/>
                  </a:cubicBezTo>
                  <a:cubicBezTo>
                    <a:pt x="1619" y="227"/>
                    <a:pt x="1644" y="252"/>
                    <a:pt x="1644" y="284"/>
                  </a:cubicBezTo>
                  <a:cubicBezTo>
                    <a:pt x="1644" y="964"/>
                    <a:pt x="1644" y="964"/>
                    <a:pt x="1644" y="964"/>
                  </a:cubicBezTo>
                  <a:cubicBezTo>
                    <a:pt x="1644" y="1089"/>
                    <a:pt x="1543" y="1191"/>
                    <a:pt x="1418" y="1191"/>
                  </a:cubicBezTo>
                  <a:cubicBezTo>
                    <a:pt x="1293" y="1191"/>
                    <a:pt x="1191" y="1089"/>
                    <a:pt x="1191" y="964"/>
                  </a:cubicBezTo>
                  <a:cubicBezTo>
                    <a:pt x="1191" y="114"/>
                    <a:pt x="1191" y="114"/>
                    <a:pt x="1191" y="114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14" y="966"/>
                    <a:pt x="114" y="966"/>
                    <a:pt x="114" y="966"/>
                  </a:cubicBezTo>
                  <a:cubicBezTo>
                    <a:pt x="114" y="1028"/>
                    <a:pt x="165" y="1079"/>
                    <a:pt x="227" y="1079"/>
                  </a:cubicBezTo>
                  <a:cubicBezTo>
                    <a:pt x="340" y="1079"/>
                    <a:pt x="340" y="1079"/>
                    <a:pt x="340" y="1079"/>
                  </a:cubicBezTo>
                  <a:cubicBezTo>
                    <a:pt x="372" y="1079"/>
                    <a:pt x="397" y="1104"/>
                    <a:pt x="397" y="1136"/>
                  </a:cubicBezTo>
                  <a:cubicBezTo>
                    <a:pt x="397" y="1167"/>
                    <a:pt x="372" y="1192"/>
                    <a:pt x="340" y="11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4" name="Freeform 31"/>
            <p:cNvSpPr>
              <a:spLocks/>
            </p:cNvSpPr>
            <p:nvPr/>
          </p:nvSpPr>
          <p:spPr bwMode="auto">
            <a:xfrm>
              <a:off x="6689725" y="7999413"/>
              <a:ext cx="2670175" cy="319088"/>
            </a:xfrm>
            <a:custGeom>
              <a:avLst/>
              <a:gdLst>
                <a:gd name="T0" fmla="*/ 895 w 952"/>
                <a:gd name="T1" fmla="*/ 114 h 114"/>
                <a:gd name="T2" fmla="*/ 57 w 952"/>
                <a:gd name="T3" fmla="*/ 114 h 114"/>
                <a:gd name="T4" fmla="*/ 0 w 952"/>
                <a:gd name="T5" fmla="*/ 57 h 114"/>
                <a:gd name="T6" fmla="*/ 57 w 952"/>
                <a:gd name="T7" fmla="*/ 0 h 114"/>
                <a:gd name="T8" fmla="*/ 895 w 952"/>
                <a:gd name="T9" fmla="*/ 0 h 114"/>
                <a:gd name="T10" fmla="*/ 952 w 952"/>
                <a:gd name="T11" fmla="*/ 57 h 114"/>
                <a:gd name="T12" fmla="*/ 895 w 952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114">
                  <a:moveTo>
                    <a:pt x="895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25" y="114"/>
                    <a:pt x="0" y="88"/>
                    <a:pt x="0" y="57"/>
                  </a:cubicBezTo>
                  <a:cubicBezTo>
                    <a:pt x="0" y="26"/>
                    <a:pt x="25" y="0"/>
                    <a:pt x="57" y="0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927" y="0"/>
                    <a:pt x="952" y="26"/>
                    <a:pt x="952" y="57"/>
                  </a:cubicBezTo>
                  <a:cubicBezTo>
                    <a:pt x="952" y="88"/>
                    <a:pt x="927" y="114"/>
                    <a:pt x="895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5" name="Freeform 32"/>
            <p:cNvSpPr>
              <a:spLocks/>
            </p:cNvSpPr>
            <p:nvPr/>
          </p:nvSpPr>
          <p:spPr bwMode="auto">
            <a:xfrm>
              <a:off x="6667500" y="7204075"/>
              <a:ext cx="1273175" cy="317500"/>
            </a:xfrm>
            <a:custGeom>
              <a:avLst/>
              <a:gdLst>
                <a:gd name="T0" fmla="*/ 397 w 454"/>
                <a:gd name="T1" fmla="*/ 113 h 113"/>
                <a:gd name="T2" fmla="*/ 57 w 454"/>
                <a:gd name="T3" fmla="*/ 113 h 113"/>
                <a:gd name="T4" fmla="*/ 0 w 454"/>
                <a:gd name="T5" fmla="*/ 56 h 113"/>
                <a:gd name="T6" fmla="*/ 57 w 454"/>
                <a:gd name="T7" fmla="*/ 0 h 113"/>
                <a:gd name="T8" fmla="*/ 397 w 454"/>
                <a:gd name="T9" fmla="*/ 0 h 113"/>
                <a:gd name="T10" fmla="*/ 454 w 454"/>
                <a:gd name="T11" fmla="*/ 56 h 113"/>
                <a:gd name="T12" fmla="*/ 397 w 454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4" h="113">
                  <a:moveTo>
                    <a:pt x="397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429" y="0"/>
                    <a:pt x="454" y="25"/>
                    <a:pt x="454" y="56"/>
                  </a:cubicBezTo>
                  <a:cubicBezTo>
                    <a:pt x="454" y="88"/>
                    <a:pt x="429" y="113"/>
                    <a:pt x="39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6" name="Freeform 33"/>
            <p:cNvSpPr>
              <a:spLocks/>
            </p:cNvSpPr>
            <p:nvPr/>
          </p:nvSpPr>
          <p:spPr bwMode="auto">
            <a:xfrm>
              <a:off x="6667500" y="6567488"/>
              <a:ext cx="1316038" cy="317500"/>
            </a:xfrm>
            <a:custGeom>
              <a:avLst/>
              <a:gdLst>
                <a:gd name="T0" fmla="*/ 413 w 469"/>
                <a:gd name="T1" fmla="*/ 113 h 113"/>
                <a:gd name="T2" fmla="*/ 57 w 469"/>
                <a:gd name="T3" fmla="*/ 113 h 113"/>
                <a:gd name="T4" fmla="*/ 0 w 469"/>
                <a:gd name="T5" fmla="*/ 57 h 113"/>
                <a:gd name="T6" fmla="*/ 57 w 469"/>
                <a:gd name="T7" fmla="*/ 0 h 113"/>
                <a:gd name="T8" fmla="*/ 413 w 469"/>
                <a:gd name="T9" fmla="*/ 0 h 113"/>
                <a:gd name="T10" fmla="*/ 469 w 469"/>
                <a:gd name="T11" fmla="*/ 57 h 113"/>
                <a:gd name="T12" fmla="*/ 413 w 469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9" h="113">
                  <a:moveTo>
                    <a:pt x="413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44" y="0"/>
                    <a:pt x="469" y="25"/>
                    <a:pt x="469" y="57"/>
                  </a:cubicBezTo>
                  <a:cubicBezTo>
                    <a:pt x="469" y="88"/>
                    <a:pt x="444" y="113"/>
                    <a:pt x="413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7" name="Freeform 34"/>
            <p:cNvSpPr>
              <a:spLocks noEditPoints="1"/>
            </p:cNvSpPr>
            <p:nvPr/>
          </p:nvSpPr>
          <p:spPr bwMode="auto">
            <a:xfrm>
              <a:off x="8101013" y="6567488"/>
              <a:ext cx="1270000" cy="949325"/>
            </a:xfrm>
            <a:custGeom>
              <a:avLst/>
              <a:gdLst>
                <a:gd name="T0" fmla="*/ 396 w 453"/>
                <a:gd name="T1" fmla="*/ 338 h 338"/>
                <a:gd name="T2" fmla="*/ 56 w 453"/>
                <a:gd name="T3" fmla="*/ 338 h 338"/>
                <a:gd name="T4" fmla="*/ 0 w 453"/>
                <a:gd name="T5" fmla="*/ 282 h 338"/>
                <a:gd name="T6" fmla="*/ 0 w 453"/>
                <a:gd name="T7" fmla="*/ 57 h 338"/>
                <a:gd name="T8" fmla="*/ 56 w 453"/>
                <a:gd name="T9" fmla="*/ 0 h 338"/>
                <a:gd name="T10" fmla="*/ 396 w 453"/>
                <a:gd name="T11" fmla="*/ 0 h 338"/>
                <a:gd name="T12" fmla="*/ 453 w 453"/>
                <a:gd name="T13" fmla="*/ 57 h 338"/>
                <a:gd name="T14" fmla="*/ 453 w 453"/>
                <a:gd name="T15" fmla="*/ 282 h 338"/>
                <a:gd name="T16" fmla="*/ 396 w 453"/>
                <a:gd name="T17" fmla="*/ 338 h 338"/>
                <a:gd name="T18" fmla="*/ 113 w 453"/>
                <a:gd name="T19" fmla="*/ 225 h 338"/>
                <a:gd name="T20" fmla="*/ 340 w 453"/>
                <a:gd name="T21" fmla="*/ 225 h 338"/>
                <a:gd name="T22" fmla="*/ 340 w 453"/>
                <a:gd name="T23" fmla="*/ 113 h 338"/>
                <a:gd name="T24" fmla="*/ 113 w 453"/>
                <a:gd name="T25" fmla="*/ 113 h 338"/>
                <a:gd name="T26" fmla="*/ 113 w 453"/>
                <a:gd name="T27" fmla="*/ 22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3" h="338">
                  <a:moveTo>
                    <a:pt x="396" y="338"/>
                  </a:moveTo>
                  <a:cubicBezTo>
                    <a:pt x="56" y="338"/>
                    <a:pt x="56" y="338"/>
                    <a:pt x="56" y="338"/>
                  </a:cubicBezTo>
                  <a:cubicBezTo>
                    <a:pt x="25" y="338"/>
                    <a:pt x="0" y="313"/>
                    <a:pt x="0" y="28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396" y="0"/>
                    <a:pt x="396" y="0"/>
                    <a:pt x="396" y="0"/>
                  </a:cubicBezTo>
                  <a:cubicBezTo>
                    <a:pt x="428" y="0"/>
                    <a:pt x="453" y="25"/>
                    <a:pt x="453" y="57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3" y="313"/>
                    <a:pt x="428" y="338"/>
                    <a:pt x="396" y="338"/>
                  </a:cubicBezTo>
                  <a:close/>
                  <a:moveTo>
                    <a:pt x="113" y="225"/>
                  </a:moveTo>
                  <a:cubicBezTo>
                    <a:pt x="340" y="225"/>
                    <a:pt x="340" y="225"/>
                    <a:pt x="340" y="225"/>
                  </a:cubicBezTo>
                  <a:cubicBezTo>
                    <a:pt x="340" y="113"/>
                    <a:pt x="340" y="113"/>
                    <a:pt x="340" y="113"/>
                  </a:cubicBezTo>
                  <a:cubicBezTo>
                    <a:pt x="113" y="113"/>
                    <a:pt x="113" y="113"/>
                    <a:pt x="113" y="113"/>
                  </a:cubicBezTo>
                  <a:lnTo>
                    <a:pt x="113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98" name="Freeform 14"/>
          <p:cNvSpPr>
            <a:spLocks noEditPoints="1"/>
          </p:cNvSpPr>
          <p:nvPr/>
        </p:nvSpPr>
        <p:spPr bwMode="auto">
          <a:xfrm>
            <a:off x="2554261" y="5788371"/>
            <a:ext cx="962564" cy="962564"/>
          </a:xfrm>
          <a:custGeom>
            <a:avLst/>
            <a:gdLst>
              <a:gd name="T0" fmla="*/ 1263 w 1474"/>
              <a:gd name="T1" fmla="*/ 221 h 1474"/>
              <a:gd name="T2" fmla="*/ 1258 w 1474"/>
              <a:gd name="T3" fmla="*/ 216 h 1474"/>
              <a:gd name="T4" fmla="*/ 1253 w 1474"/>
              <a:gd name="T5" fmla="*/ 212 h 1474"/>
              <a:gd name="T6" fmla="*/ 737 w 1474"/>
              <a:gd name="T7" fmla="*/ 0 h 1474"/>
              <a:gd name="T8" fmla="*/ 0 w 1474"/>
              <a:gd name="T9" fmla="*/ 737 h 1474"/>
              <a:gd name="T10" fmla="*/ 737 w 1474"/>
              <a:gd name="T11" fmla="*/ 1474 h 1474"/>
              <a:gd name="T12" fmla="*/ 794 w 1474"/>
              <a:gd name="T13" fmla="*/ 1418 h 1474"/>
              <a:gd name="T14" fmla="*/ 737 w 1474"/>
              <a:gd name="T15" fmla="*/ 1361 h 1474"/>
              <a:gd name="T16" fmla="*/ 114 w 1474"/>
              <a:gd name="T17" fmla="*/ 737 h 1474"/>
              <a:gd name="T18" fmla="*/ 681 w 1474"/>
              <a:gd name="T19" fmla="*/ 116 h 1474"/>
              <a:gd name="T20" fmla="*/ 681 w 1474"/>
              <a:gd name="T21" fmla="*/ 737 h 1474"/>
              <a:gd name="T22" fmla="*/ 681 w 1474"/>
              <a:gd name="T23" fmla="*/ 743 h 1474"/>
              <a:gd name="T24" fmla="*/ 681 w 1474"/>
              <a:gd name="T25" fmla="*/ 745 h 1474"/>
              <a:gd name="T26" fmla="*/ 682 w 1474"/>
              <a:gd name="T27" fmla="*/ 748 h 1474"/>
              <a:gd name="T28" fmla="*/ 682 w 1474"/>
              <a:gd name="T29" fmla="*/ 751 h 1474"/>
              <a:gd name="T30" fmla="*/ 683 w 1474"/>
              <a:gd name="T31" fmla="*/ 754 h 1474"/>
              <a:gd name="T32" fmla="*/ 684 w 1474"/>
              <a:gd name="T33" fmla="*/ 756 h 1474"/>
              <a:gd name="T34" fmla="*/ 685 w 1474"/>
              <a:gd name="T35" fmla="*/ 759 h 1474"/>
              <a:gd name="T36" fmla="*/ 686 w 1474"/>
              <a:gd name="T37" fmla="*/ 761 h 1474"/>
              <a:gd name="T38" fmla="*/ 687 w 1474"/>
              <a:gd name="T39" fmla="*/ 764 h 1474"/>
              <a:gd name="T40" fmla="*/ 689 w 1474"/>
              <a:gd name="T41" fmla="*/ 766 h 1474"/>
              <a:gd name="T42" fmla="*/ 690 w 1474"/>
              <a:gd name="T43" fmla="*/ 769 h 1474"/>
              <a:gd name="T44" fmla="*/ 692 w 1474"/>
              <a:gd name="T45" fmla="*/ 771 h 1474"/>
              <a:gd name="T46" fmla="*/ 693 w 1474"/>
              <a:gd name="T47" fmla="*/ 773 h 1474"/>
              <a:gd name="T48" fmla="*/ 697 w 1474"/>
              <a:gd name="T49" fmla="*/ 777 h 1474"/>
              <a:gd name="T50" fmla="*/ 697 w 1474"/>
              <a:gd name="T51" fmla="*/ 777 h 1474"/>
              <a:gd name="T52" fmla="*/ 1178 w 1474"/>
              <a:gd name="T53" fmla="*/ 1258 h 1474"/>
              <a:gd name="T54" fmla="*/ 1218 w 1474"/>
              <a:gd name="T55" fmla="*/ 1275 h 1474"/>
              <a:gd name="T56" fmla="*/ 1258 w 1474"/>
              <a:gd name="T57" fmla="*/ 1258 h 1474"/>
              <a:gd name="T58" fmla="*/ 1258 w 1474"/>
              <a:gd name="T59" fmla="*/ 1178 h 1474"/>
              <a:gd name="T60" fmla="*/ 874 w 1474"/>
              <a:gd name="T61" fmla="*/ 794 h 1474"/>
              <a:gd name="T62" fmla="*/ 1418 w 1474"/>
              <a:gd name="T63" fmla="*/ 794 h 1474"/>
              <a:gd name="T64" fmla="*/ 1474 w 1474"/>
              <a:gd name="T65" fmla="*/ 737 h 1474"/>
              <a:gd name="T66" fmla="*/ 1263 w 1474"/>
              <a:gd name="T67" fmla="*/ 221 h 1474"/>
              <a:gd name="T68" fmla="*/ 1216 w 1474"/>
              <a:gd name="T69" fmla="*/ 338 h 1474"/>
              <a:gd name="T70" fmla="*/ 1358 w 1474"/>
              <a:gd name="T71" fmla="*/ 681 h 1474"/>
              <a:gd name="T72" fmla="*/ 874 w 1474"/>
              <a:gd name="T73" fmla="*/ 681 h 1474"/>
              <a:gd name="T74" fmla="*/ 1216 w 1474"/>
              <a:gd name="T75" fmla="*/ 338 h 1474"/>
              <a:gd name="T76" fmla="*/ 794 w 1474"/>
              <a:gd name="T77" fmla="*/ 600 h 1474"/>
              <a:gd name="T78" fmla="*/ 794 w 1474"/>
              <a:gd name="T79" fmla="*/ 116 h 1474"/>
              <a:gd name="T80" fmla="*/ 1136 w 1474"/>
              <a:gd name="T81" fmla="*/ 258 h 1474"/>
              <a:gd name="T82" fmla="*/ 794 w 1474"/>
              <a:gd name="T83" fmla="*/ 600 h 1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74" h="1474">
                <a:moveTo>
                  <a:pt x="1263" y="221"/>
                </a:moveTo>
                <a:cubicBezTo>
                  <a:pt x="1262" y="219"/>
                  <a:pt x="1260" y="218"/>
                  <a:pt x="1258" y="216"/>
                </a:cubicBezTo>
                <a:cubicBezTo>
                  <a:pt x="1257" y="215"/>
                  <a:pt x="1255" y="213"/>
                  <a:pt x="1253" y="212"/>
                </a:cubicBezTo>
                <a:cubicBezTo>
                  <a:pt x="1120" y="81"/>
                  <a:pt x="938" y="0"/>
                  <a:pt x="737" y="0"/>
                </a:cubicBezTo>
                <a:cubicBezTo>
                  <a:pt x="331" y="0"/>
                  <a:pt x="0" y="331"/>
                  <a:pt x="0" y="737"/>
                </a:cubicBezTo>
                <a:cubicBezTo>
                  <a:pt x="0" y="1144"/>
                  <a:pt x="331" y="1474"/>
                  <a:pt x="737" y="1474"/>
                </a:cubicBezTo>
                <a:cubicBezTo>
                  <a:pt x="769" y="1474"/>
                  <a:pt x="794" y="1449"/>
                  <a:pt x="794" y="1418"/>
                </a:cubicBezTo>
                <a:cubicBezTo>
                  <a:pt x="794" y="1386"/>
                  <a:pt x="769" y="1361"/>
                  <a:pt x="737" y="1361"/>
                </a:cubicBezTo>
                <a:cubicBezTo>
                  <a:pt x="393" y="1361"/>
                  <a:pt x="114" y="1081"/>
                  <a:pt x="114" y="737"/>
                </a:cubicBezTo>
                <a:cubicBezTo>
                  <a:pt x="114" y="413"/>
                  <a:pt x="363" y="145"/>
                  <a:pt x="681" y="116"/>
                </a:cubicBezTo>
                <a:cubicBezTo>
                  <a:pt x="681" y="737"/>
                  <a:pt x="681" y="737"/>
                  <a:pt x="681" y="737"/>
                </a:cubicBezTo>
                <a:cubicBezTo>
                  <a:pt x="681" y="739"/>
                  <a:pt x="681" y="741"/>
                  <a:pt x="681" y="743"/>
                </a:cubicBezTo>
                <a:cubicBezTo>
                  <a:pt x="681" y="744"/>
                  <a:pt x="681" y="745"/>
                  <a:pt x="681" y="745"/>
                </a:cubicBezTo>
                <a:cubicBezTo>
                  <a:pt x="681" y="746"/>
                  <a:pt x="682" y="747"/>
                  <a:pt x="682" y="748"/>
                </a:cubicBezTo>
                <a:cubicBezTo>
                  <a:pt x="682" y="749"/>
                  <a:pt x="682" y="750"/>
                  <a:pt x="682" y="751"/>
                </a:cubicBezTo>
                <a:cubicBezTo>
                  <a:pt x="683" y="752"/>
                  <a:pt x="683" y="753"/>
                  <a:pt x="683" y="754"/>
                </a:cubicBezTo>
                <a:cubicBezTo>
                  <a:pt x="683" y="755"/>
                  <a:pt x="684" y="756"/>
                  <a:pt x="684" y="756"/>
                </a:cubicBezTo>
                <a:cubicBezTo>
                  <a:pt x="684" y="757"/>
                  <a:pt x="685" y="758"/>
                  <a:pt x="685" y="759"/>
                </a:cubicBezTo>
                <a:cubicBezTo>
                  <a:pt x="685" y="760"/>
                  <a:pt x="686" y="761"/>
                  <a:pt x="686" y="761"/>
                </a:cubicBezTo>
                <a:cubicBezTo>
                  <a:pt x="686" y="762"/>
                  <a:pt x="687" y="763"/>
                  <a:pt x="687" y="764"/>
                </a:cubicBezTo>
                <a:cubicBezTo>
                  <a:pt x="688" y="765"/>
                  <a:pt x="688" y="766"/>
                  <a:pt x="689" y="766"/>
                </a:cubicBezTo>
                <a:cubicBezTo>
                  <a:pt x="689" y="767"/>
                  <a:pt x="690" y="768"/>
                  <a:pt x="690" y="769"/>
                </a:cubicBezTo>
                <a:cubicBezTo>
                  <a:pt x="691" y="770"/>
                  <a:pt x="691" y="770"/>
                  <a:pt x="692" y="771"/>
                </a:cubicBezTo>
                <a:cubicBezTo>
                  <a:pt x="692" y="772"/>
                  <a:pt x="693" y="773"/>
                  <a:pt x="693" y="773"/>
                </a:cubicBezTo>
                <a:cubicBezTo>
                  <a:pt x="695" y="775"/>
                  <a:pt x="696" y="776"/>
                  <a:pt x="697" y="777"/>
                </a:cubicBezTo>
                <a:cubicBezTo>
                  <a:pt x="697" y="777"/>
                  <a:pt x="697" y="777"/>
                  <a:pt x="697" y="777"/>
                </a:cubicBezTo>
                <a:cubicBezTo>
                  <a:pt x="1178" y="1258"/>
                  <a:pt x="1178" y="1258"/>
                  <a:pt x="1178" y="1258"/>
                </a:cubicBezTo>
                <a:cubicBezTo>
                  <a:pt x="1189" y="1270"/>
                  <a:pt x="1204" y="1275"/>
                  <a:pt x="1218" y="1275"/>
                </a:cubicBezTo>
                <a:cubicBezTo>
                  <a:pt x="1233" y="1275"/>
                  <a:pt x="1247" y="1270"/>
                  <a:pt x="1258" y="1258"/>
                </a:cubicBezTo>
                <a:cubicBezTo>
                  <a:pt x="1281" y="1236"/>
                  <a:pt x="1281" y="1200"/>
                  <a:pt x="1258" y="1178"/>
                </a:cubicBezTo>
                <a:cubicBezTo>
                  <a:pt x="874" y="794"/>
                  <a:pt x="874" y="794"/>
                  <a:pt x="874" y="794"/>
                </a:cubicBezTo>
                <a:cubicBezTo>
                  <a:pt x="1418" y="794"/>
                  <a:pt x="1418" y="794"/>
                  <a:pt x="1418" y="794"/>
                </a:cubicBezTo>
                <a:cubicBezTo>
                  <a:pt x="1449" y="794"/>
                  <a:pt x="1474" y="769"/>
                  <a:pt x="1474" y="737"/>
                </a:cubicBezTo>
                <a:cubicBezTo>
                  <a:pt x="1474" y="537"/>
                  <a:pt x="1394" y="354"/>
                  <a:pt x="1263" y="221"/>
                </a:cubicBezTo>
                <a:close/>
                <a:moveTo>
                  <a:pt x="1216" y="338"/>
                </a:moveTo>
                <a:cubicBezTo>
                  <a:pt x="1295" y="433"/>
                  <a:pt x="1347" y="551"/>
                  <a:pt x="1358" y="681"/>
                </a:cubicBezTo>
                <a:cubicBezTo>
                  <a:pt x="874" y="681"/>
                  <a:pt x="874" y="681"/>
                  <a:pt x="874" y="681"/>
                </a:cubicBezTo>
                <a:lnTo>
                  <a:pt x="1216" y="338"/>
                </a:lnTo>
                <a:close/>
                <a:moveTo>
                  <a:pt x="794" y="600"/>
                </a:moveTo>
                <a:cubicBezTo>
                  <a:pt x="794" y="116"/>
                  <a:pt x="794" y="116"/>
                  <a:pt x="794" y="116"/>
                </a:cubicBezTo>
                <a:cubicBezTo>
                  <a:pt x="923" y="128"/>
                  <a:pt x="1042" y="179"/>
                  <a:pt x="1136" y="258"/>
                </a:cubicBezTo>
                <a:lnTo>
                  <a:pt x="794" y="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299" name="Gruppieren 298"/>
          <p:cNvGrpSpPr/>
          <p:nvPr/>
        </p:nvGrpSpPr>
        <p:grpSpPr>
          <a:xfrm>
            <a:off x="824889" y="5854879"/>
            <a:ext cx="1106906" cy="968759"/>
            <a:chOff x="12525375" y="171450"/>
            <a:chExt cx="5087938" cy="4452938"/>
          </a:xfrm>
        </p:grpSpPr>
        <p:sp>
          <p:nvSpPr>
            <p:cNvPr id="300" name="Freeform 17"/>
            <p:cNvSpPr>
              <a:spLocks/>
            </p:cNvSpPr>
            <p:nvPr/>
          </p:nvSpPr>
          <p:spPr bwMode="auto">
            <a:xfrm>
              <a:off x="12525375" y="171450"/>
              <a:ext cx="5087938" cy="4452938"/>
            </a:xfrm>
            <a:custGeom>
              <a:avLst/>
              <a:gdLst>
                <a:gd name="T0" fmla="*/ 1758 w 1815"/>
                <a:gd name="T1" fmla="*/ 0 h 1588"/>
                <a:gd name="T2" fmla="*/ 57 w 1815"/>
                <a:gd name="T3" fmla="*/ 0 h 1588"/>
                <a:gd name="T4" fmla="*/ 0 w 1815"/>
                <a:gd name="T5" fmla="*/ 57 h 1588"/>
                <a:gd name="T6" fmla="*/ 0 w 1815"/>
                <a:gd name="T7" fmla="*/ 958 h 1588"/>
                <a:gd name="T8" fmla="*/ 0 w 1815"/>
                <a:gd name="T9" fmla="*/ 964 h 1588"/>
                <a:gd name="T10" fmla="*/ 0 w 1815"/>
                <a:gd name="T11" fmla="*/ 971 h 1588"/>
                <a:gd name="T12" fmla="*/ 0 w 1815"/>
                <a:gd name="T13" fmla="*/ 1191 h 1588"/>
                <a:gd name="T14" fmla="*/ 57 w 1815"/>
                <a:gd name="T15" fmla="*/ 1248 h 1588"/>
                <a:gd name="T16" fmla="*/ 851 w 1815"/>
                <a:gd name="T17" fmla="*/ 1248 h 1588"/>
                <a:gd name="T18" fmla="*/ 851 w 1815"/>
                <a:gd name="T19" fmla="*/ 1475 h 1588"/>
                <a:gd name="T20" fmla="*/ 511 w 1815"/>
                <a:gd name="T21" fmla="*/ 1475 h 1588"/>
                <a:gd name="T22" fmla="*/ 454 w 1815"/>
                <a:gd name="T23" fmla="*/ 1532 h 1588"/>
                <a:gd name="T24" fmla="*/ 511 w 1815"/>
                <a:gd name="T25" fmla="*/ 1588 h 1588"/>
                <a:gd name="T26" fmla="*/ 511 w 1815"/>
                <a:gd name="T27" fmla="*/ 1588 h 1588"/>
                <a:gd name="T28" fmla="*/ 1304 w 1815"/>
                <a:gd name="T29" fmla="*/ 1588 h 1588"/>
                <a:gd name="T30" fmla="*/ 1361 w 1815"/>
                <a:gd name="T31" fmla="*/ 1531 h 1588"/>
                <a:gd name="T32" fmla="*/ 1304 w 1815"/>
                <a:gd name="T33" fmla="*/ 1474 h 1588"/>
                <a:gd name="T34" fmla="*/ 1304 w 1815"/>
                <a:gd name="T35" fmla="*/ 1474 h 1588"/>
                <a:gd name="T36" fmla="*/ 964 w 1815"/>
                <a:gd name="T37" fmla="*/ 1474 h 1588"/>
                <a:gd name="T38" fmla="*/ 964 w 1815"/>
                <a:gd name="T39" fmla="*/ 1191 h 1588"/>
                <a:gd name="T40" fmla="*/ 908 w 1815"/>
                <a:gd name="T41" fmla="*/ 1134 h 1588"/>
                <a:gd name="T42" fmla="*/ 114 w 1815"/>
                <a:gd name="T43" fmla="*/ 1134 h 1588"/>
                <a:gd name="T44" fmla="*/ 114 w 1815"/>
                <a:gd name="T45" fmla="*/ 1021 h 1588"/>
                <a:gd name="T46" fmla="*/ 1418 w 1815"/>
                <a:gd name="T47" fmla="*/ 1021 h 1588"/>
                <a:gd name="T48" fmla="*/ 1474 w 1815"/>
                <a:gd name="T49" fmla="*/ 964 h 1588"/>
                <a:gd name="T50" fmla="*/ 1418 w 1815"/>
                <a:gd name="T51" fmla="*/ 908 h 1588"/>
                <a:gd name="T52" fmla="*/ 114 w 1815"/>
                <a:gd name="T53" fmla="*/ 908 h 1588"/>
                <a:gd name="T54" fmla="*/ 114 w 1815"/>
                <a:gd name="T55" fmla="*/ 114 h 1588"/>
                <a:gd name="T56" fmla="*/ 1701 w 1815"/>
                <a:gd name="T57" fmla="*/ 114 h 1588"/>
                <a:gd name="T58" fmla="*/ 1701 w 1815"/>
                <a:gd name="T59" fmla="*/ 511 h 1588"/>
                <a:gd name="T60" fmla="*/ 1758 w 1815"/>
                <a:gd name="T61" fmla="*/ 567 h 1588"/>
                <a:gd name="T62" fmla="*/ 1815 w 1815"/>
                <a:gd name="T63" fmla="*/ 511 h 1588"/>
                <a:gd name="T64" fmla="*/ 1815 w 1815"/>
                <a:gd name="T65" fmla="*/ 57 h 1588"/>
                <a:gd name="T66" fmla="*/ 1758 w 1815"/>
                <a:gd name="T6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5" h="1588">
                  <a:moveTo>
                    <a:pt x="1758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958"/>
                    <a:pt x="0" y="958"/>
                    <a:pt x="0" y="958"/>
                  </a:cubicBezTo>
                  <a:cubicBezTo>
                    <a:pt x="0" y="960"/>
                    <a:pt x="0" y="962"/>
                    <a:pt x="0" y="964"/>
                  </a:cubicBezTo>
                  <a:cubicBezTo>
                    <a:pt x="0" y="967"/>
                    <a:pt x="0" y="969"/>
                    <a:pt x="0" y="971"/>
                  </a:cubicBezTo>
                  <a:cubicBezTo>
                    <a:pt x="0" y="1191"/>
                    <a:pt x="0" y="1191"/>
                    <a:pt x="0" y="1191"/>
                  </a:cubicBezTo>
                  <a:cubicBezTo>
                    <a:pt x="0" y="1222"/>
                    <a:pt x="26" y="1248"/>
                    <a:pt x="57" y="1248"/>
                  </a:cubicBezTo>
                  <a:cubicBezTo>
                    <a:pt x="851" y="1248"/>
                    <a:pt x="851" y="1248"/>
                    <a:pt x="851" y="1248"/>
                  </a:cubicBezTo>
                  <a:cubicBezTo>
                    <a:pt x="851" y="1475"/>
                    <a:pt x="851" y="1475"/>
                    <a:pt x="851" y="1475"/>
                  </a:cubicBezTo>
                  <a:cubicBezTo>
                    <a:pt x="511" y="1475"/>
                    <a:pt x="511" y="1475"/>
                    <a:pt x="511" y="1475"/>
                  </a:cubicBezTo>
                  <a:cubicBezTo>
                    <a:pt x="479" y="1475"/>
                    <a:pt x="454" y="1500"/>
                    <a:pt x="454" y="1532"/>
                  </a:cubicBezTo>
                  <a:cubicBezTo>
                    <a:pt x="454" y="1563"/>
                    <a:pt x="479" y="1588"/>
                    <a:pt x="511" y="1588"/>
                  </a:cubicBezTo>
                  <a:cubicBezTo>
                    <a:pt x="511" y="1588"/>
                    <a:pt x="511" y="1588"/>
                    <a:pt x="511" y="1588"/>
                  </a:cubicBezTo>
                  <a:cubicBezTo>
                    <a:pt x="1304" y="1588"/>
                    <a:pt x="1304" y="1588"/>
                    <a:pt x="1304" y="1588"/>
                  </a:cubicBezTo>
                  <a:cubicBezTo>
                    <a:pt x="1336" y="1588"/>
                    <a:pt x="1361" y="1562"/>
                    <a:pt x="1361" y="1531"/>
                  </a:cubicBezTo>
                  <a:cubicBezTo>
                    <a:pt x="1361" y="1500"/>
                    <a:pt x="1336" y="1474"/>
                    <a:pt x="1304" y="1474"/>
                  </a:cubicBezTo>
                  <a:cubicBezTo>
                    <a:pt x="1304" y="1474"/>
                    <a:pt x="1304" y="1474"/>
                    <a:pt x="1304" y="1474"/>
                  </a:cubicBezTo>
                  <a:cubicBezTo>
                    <a:pt x="964" y="1474"/>
                    <a:pt x="964" y="1474"/>
                    <a:pt x="964" y="1474"/>
                  </a:cubicBezTo>
                  <a:cubicBezTo>
                    <a:pt x="964" y="1191"/>
                    <a:pt x="964" y="1191"/>
                    <a:pt x="964" y="1191"/>
                  </a:cubicBezTo>
                  <a:cubicBezTo>
                    <a:pt x="964" y="1160"/>
                    <a:pt x="939" y="1134"/>
                    <a:pt x="908" y="1134"/>
                  </a:cubicBezTo>
                  <a:cubicBezTo>
                    <a:pt x="114" y="1134"/>
                    <a:pt x="114" y="1134"/>
                    <a:pt x="114" y="1134"/>
                  </a:cubicBezTo>
                  <a:cubicBezTo>
                    <a:pt x="114" y="1021"/>
                    <a:pt x="114" y="1021"/>
                    <a:pt x="114" y="1021"/>
                  </a:cubicBezTo>
                  <a:cubicBezTo>
                    <a:pt x="1418" y="1021"/>
                    <a:pt x="1418" y="1021"/>
                    <a:pt x="1418" y="1021"/>
                  </a:cubicBezTo>
                  <a:cubicBezTo>
                    <a:pt x="1449" y="1021"/>
                    <a:pt x="1474" y="996"/>
                    <a:pt x="1474" y="964"/>
                  </a:cubicBezTo>
                  <a:cubicBezTo>
                    <a:pt x="1474" y="933"/>
                    <a:pt x="1449" y="908"/>
                    <a:pt x="1418" y="908"/>
                  </a:cubicBezTo>
                  <a:cubicBezTo>
                    <a:pt x="114" y="908"/>
                    <a:pt x="114" y="908"/>
                    <a:pt x="114" y="908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701" y="114"/>
                    <a:pt x="1701" y="114"/>
                    <a:pt x="1701" y="114"/>
                  </a:cubicBezTo>
                  <a:cubicBezTo>
                    <a:pt x="1701" y="511"/>
                    <a:pt x="1701" y="511"/>
                    <a:pt x="1701" y="511"/>
                  </a:cubicBezTo>
                  <a:cubicBezTo>
                    <a:pt x="1701" y="542"/>
                    <a:pt x="1727" y="567"/>
                    <a:pt x="1758" y="567"/>
                  </a:cubicBezTo>
                  <a:cubicBezTo>
                    <a:pt x="1789" y="567"/>
                    <a:pt x="1815" y="542"/>
                    <a:pt x="1815" y="511"/>
                  </a:cubicBezTo>
                  <a:cubicBezTo>
                    <a:pt x="1815" y="57"/>
                    <a:pt x="1815" y="57"/>
                    <a:pt x="1815" y="57"/>
                  </a:cubicBezTo>
                  <a:cubicBezTo>
                    <a:pt x="1815" y="26"/>
                    <a:pt x="1789" y="0"/>
                    <a:pt x="17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01" name="Freeform 18"/>
            <p:cNvSpPr>
              <a:spLocks/>
            </p:cNvSpPr>
            <p:nvPr/>
          </p:nvSpPr>
          <p:spPr bwMode="auto">
            <a:xfrm>
              <a:off x="14274800" y="112712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6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7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7"/>
                    <a:pt x="567" y="56"/>
                  </a:cubicBezTo>
                  <a:cubicBezTo>
                    <a:pt x="567" y="25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02" name="Freeform 19"/>
            <p:cNvSpPr>
              <a:spLocks/>
            </p:cNvSpPr>
            <p:nvPr/>
          </p:nvSpPr>
          <p:spPr bwMode="auto">
            <a:xfrm>
              <a:off x="14274800" y="192087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7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7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8"/>
                    <a:pt x="567" y="57"/>
                  </a:cubicBezTo>
                  <a:cubicBezTo>
                    <a:pt x="567" y="26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5133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ATWORKPOWERPOINTMASTERTEMPLATECONFIGURATION" val="&lt;!--Created with officeatwork--&gt;&#10;&lt;MasterTemplateConfiguration&gt;&#10;  &lt;TableOfContentsCollection&gt;&#10;    &lt;TableOfContents&gt;&#10;      &lt;Id&gt;4c08f70e-1de3-4ed5-8d2e-b2c436715264&lt;/Id&gt;&#10;      &lt;IdName&gt;Agenda&lt;/IdName&gt;&#10;      &lt;Label&gt;&amp;lt;translate&amp;gt;Ribbon.New.TableOfContent&amp;lt;/translate&amp;gt;&lt;/Label&gt;&#10;      &lt;ImageMso&gt;FileNew&lt;/ImageMso&gt;&#10;      &lt;Image&gt;&lt;/Image&gt;&#10;      &lt;ShowToc&gt;true&lt;/ShowToc&gt;&#10;      &lt;Layout&gt;ExampleCorp Agenda&lt;/Layout&gt;&#10;      &lt;TableOfContentsTitle&gt;Agenda&lt;/TableOfContentsTitle&gt;&#10;      &lt;Insert&gt;ExampleCorp Title&lt;/Insert&gt;&#10;      &lt;InsertRelativePosition&gt;After&lt;/InsertRelativePosition&gt;&#10;      &lt;Level1&gt;ExampleCorp Chapter&lt;/Level1&gt;&#10;      &lt;Level2&gt;&lt;/Level2&gt;&#10;      &lt;Level3&gt;&lt;/Level3&gt;&#10;      &lt;Level4&gt;&lt;/Level4&gt;&#10;      &lt;Level5&gt;&lt;/Level5&gt;&#10;      &lt;ShowPositionIndicatorSlides&gt;true&lt;/ShowPositionIndicatorSlides&gt;&#10;      &lt;UseSeparatePositionIndicatorSlides&gt;false&lt;/UseSeparatePositionIndicatorSlides&gt;&#10;      &lt;PositionIndicatorSlidesLayout&gt;&lt;/PositionIndicatorSlidesLayout&gt;&#10;      &lt;PositionIndicatorSlidesTitle&gt;&lt;/PositionIndicatorSlidesTitle&gt;&#10;      &lt;PositionIndicatorSlidesInsertRelativePosition&gt;Before&lt;/PositionIndicatorSlidesInsertRelativePosition&gt;&#10;      &lt;PositionIndicatorSlidesLevel1&gt;ExampleCorp Chapter&lt;/PositionIndicatorSlidesLevel1&gt;&#10;      &lt;PositionIndicatorSlidesLevel2&gt;&lt;/PositionIndicatorSlidesLevel2&gt;&#10;      &lt;PositionIndicatorSlidesLevel3&gt;&lt;/PositionIndicatorSlidesLevel3&gt;&#10;      &lt;PositionIndicatorSlidesLevel4&gt;&lt;/PositionIndicatorSlidesLevel4&gt;&#10;      &lt;IsSelected&gt;false&lt;/IsSelected&gt;&#10;      &lt;IsExpanded&gt;false&lt;/IsExpanded&gt;&#10;    &lt;/TableOfContents&gt;&#10;  &lt;/TableOfContentsCollection&gt;&#10;  &lt;ThemeDefinition&gt;&#10;    &lt;DefaultThemeDefinition&gt;[[MasterProperty(&quot;Organisation&quot;, &quot;PpThemesDefault&quot;)]]&lt;/DefaultThemeDefinition&gt;&#10;    &lt;PresentationThemeDefinition&gt;[[MasterProperty(&quot;Organisation&quot;, &quot;PpThemesDefault&quot;)]]&lt;/PresentationThemeDefinition&gt;&#10;    &lt;SlideThemeDefinition&gt;[[MasterProperty(&quot;Organisation&quot;, &quot;PpThemesDefault&quot;)]]&lt;/SlideThemeDefinition&gt;&#10;    &lt;ObjectThemeDefinition&gt;[[MasterProperty(&quot;Organisation&quot;, &quot;PpThemesDefault&quot;)]]&lt;/ObjectThemeDefinition&gt;&#10;  &lt;/ThemeDefinition&gt;&#10;  &lt;MasterProperties&gt;&#10;    &lt;MasterProperty Id=&quot;2004112217333376588294&quot;&gt;&#10;      &lt;Fields&gt;&#10;        &lt;Field Id=&quot;2011982347978498756646&quot; ShowField=&quot;false&quot; /&gt;&#10;        &lt;Field Id=&quot;2010032915520270663768&quot; ShowField=&quot;true&quot; /&gt;&#10;        &lt;Field Id=&quot;2010030416385012448864&quot; ShowField=&quot;false&quot; /&gt;&#10;        &lt;Field Id=&quot;2016030314392146312511&quot; ShowField=&quot;false&quot; /&gt;&#10;        &lt;Field Id=&quot;2016030314391667595745&quot; ShowField=&quot;false&quot; /&gt;&#10;        &lt;Field Id=&quot;2011239034983459735876&quot; ShowField=&quot;true&quot; /&gt;&#10;        &lt;Field Id=&quot;2011973463486587459834&quot; ShowField=&quot;false&quot; /&gt;&#10;        &lt;Field Id=&quot;2011349845823498345623&quot; ShowField=&quot;false&quot; /&gt;&#10;        &lt;Field Id=&quot;2005040809241304770672&quot; ShowField=&quot;false&quot; /&gt;&#10;        &lt;Field Id=&quot;2006083110591114259288&quot; ShowField=&quot;false&quot; /&gt;&#10;      &lt;/Fields&gt;&#10;    &lt;/MasterProperty&gt;&#10;  &lt;/MasterProperties&gt;&#10;  &lt;ContentItems&gt;&#10;    &lt;ContentItem Language=&quot;2057&quot; IsDefault=&quot;false&quot;&gt;&#10;      &lt;File HasContent=&quot;false&quot; LinkToLanguage=&quot;&quot; /&gt;&#10;    &lt;/ContentItem&gt;&#10;    &lt;ContentItem Language=&quot;4108&quot; IsDefault=&quot;false&quot;&gt;&#10;      &lt;File HasContent=&quot;false&quot; LinkToLanguage=&quot;&quot; /&gt;&#10;    &lt;/ContentItem&gt;&#10;    &lt;ContentItem Language=&quot;2055&quot; IsDefault=&quot;true&quot;&gt;&#10;      &lt;File HasContent=&quot;true&quot; LinkToLanguage=&quot;&quot; /&gt;&#10;    &lt;/ContentItem&gt;&#10;  &lt;/ContentItems&gt;&#10;&lt;/MasterTemplateConfiguration&gt;"/>
  <p:tag name="OFFICEATWORKPOWERPOINTMASTERTEMPLATEID" val="Presentation"/>
  <p:tag name="OAWWIZARDSTEPS" val="0|1|4"/>
  <p:tag name="ZOAWLANGID" val="2055"/>
  <p:tag name="OAWDOCPROPSOURCE" val="&lt;DocProps&gt;&lt;DocProp UID=&quot;2002122011014149059130932&quot; EntryUID=&quot;2010122710254082029773&quot;&gt;&lt;Field Name=&quot;IDName&quot; Value=&quot;Galledia Fachmedien AG, Zürich&quot;/&gt;&lt;Field Name=&quot;Organisation&quot; Value=&quot;Galledia Fachmedien AG&quot;/&gt;&lt;Field Name=&quot;Department&quot; Value=&quot;&quot;/&gt;&lt;Field Name=&quot;Address1&quot; Value=&quot;Buckhauserstrasse 24&quot;/&gt;&lt;Field Name=&quot;Address2&quot; Value=&quot;8048 Zürich&quot;/&gt;&lt;Field Name=&quot;Address3&quot; Value=&quot;&quot;/&gt;&lt;Field Name=&quot;Address4&quot; Value=&quot;&quot;/&gt;&lt;Field Name=&quot;Address5&quot; Value=&quot;&quot;/&gt;&lt;Field Name=&quot;Address6&quot; Value=&quot;&quot;/&gt;&lt;Field Name=&quot;AdressSingleLine&quot; Value=&quot;Galledia Fachmedien AG, Buckhauserstrasse 24 8048 Zürich&quot;/&gt;&lt;Field Name=&quot;Telefon&quot; Value=&quot;+41 58 344 98 00&quot;/&gt;&lt;Field Name=&quot;Fax&quot; Value=&quot;+41 58 344 98 01&quot;/&gt;&lt;Field Name=&quot;Country&quot; Value=&quot;Schweiz&quot;/&gt;&lt;Field Name=&quot;Email&quot; Value=&quot;galledia@galledia.ch&quot;/&gt;&lt;Field Name=&quot;Internet&quot; Value=&quot;www.galledia.ch&quot;/&gt;&lt;Field Name=&quot;City&quot; Value=&quot;Zürich&quot;/&gt;&lt;Field Name=&quot;Footer1&quot; Value=&quot;&quot;/&gt;&lt;Field Name=&quot;Footer2&quot; Value=&quot;&quot;/&gt;&lt;Field Name=&quot;Footer3&quot; Value=&quot;&quot;/&gt;&lt;Field Name=&quot;Footer4&quot; Value=&quot;&quot;/&gt;&lt;Field Name=&quot;WdA4LogoColorPortrait&quot; Value=&quot;%Logos%\Wd_A4_Portrait_color_galledia.2100.490.emf&quot;/&gt;&lt;Field Name=&quot;WdA4LogoBlackWhitePortrait&quot; Value=&quot;%Logos%\Wd_A4_Portrait_bw_galledia.2100.490.emf&quot;/&gt;&lt;Field Name=&quot;WdA4LogoColorQuer&quot; Value=&quot;%Logos%\Wd_A4_Landscape_color_galledia.2970.490.emf&quot;/&gt;&lt;Field Name=&quot;WdA4LogoBlackWhiteQuer&quot; Value=&quot;%Logos%\Wd_A4_Landscape_bw_galledia.2970.490.emf&quot;/&gt;&lt;Field Name=&quot;WdLetterLogoColorPortrait&quot; Value=&quot;&quot;/&gt;&lt;Field Name=&quot;WdLetterLogoBlackWhitePortrait&quot; Value=&quot;&quot;/&gt;&lt;Field Name=&quot;WdLetterLogoColorQuer&quot; Value=&quot;&quot;/&gt;&lt;Field Name=&quot;WdLetterLogoBlackWhiteQuer&quot; Value=&quot;&quot;/&gt;&lt;Field Name=&quot;OlLogoSignature&quot; Value=&quot;%Logos%\Ol_Logo_galledia.png&quot;/&gt;&lt;Field Name=&quot;PpThemesDefault&quot; Value=&quot;%Themes%\galledia-Standard.thmx&quot;/&gt;&lt;Field Name=&quot;PpThemesPresentation&quot; Value=&quot;%Themes%\galledia-Standard.thmx&quot;/&gt;&lt;Field Name=&quot;PpThemesSlide&quot; Value=&quot;%Themes%\galledia-Standard.thmx&quot;/&gt;&lt;Field Name=&quot;PpThemesObject&quot; Value=&quot;%Themes%\galledia-Standard.thmx&quot;/&gt;&lt;Field Name=&quot;PpLogoTitleSlides169&quot; Value=&quot;%Logos%\PP_TitleSlide169_galledia.png&quot;/&gt;&lt;Field Name=&quot;PpLogoContentSlides169&quot; Value=&quot;&quot;/&gt;&lt;Field Name=&quot;Data_UID&quot; Value=&quot;2010122710254082029773&quot;/&gt;&lt;Field Name=&quot;Field_Name&quot; Value=&quot;Country&quot;/&gt;&lt;Field Name=&quot;Field_UID&quot; Value=&quot;2003061614471868414032&quot;/&gt;&lt;Field Name=&quot;ML_LCID&quot; Value=&quot;2055&quot;/&gt;&lt;Field Name=&quot;ML_Value&quot; Value=&quot;Schweiz&quot;/&gt;&lt;/DocProp&gt;&lt;DocProp UID=&quot;2006040509495284662868&quot; EntryUID=&quot;431391429114112617869155631441401769963254&quot;&gt;&lt;Field Name=&quot;IDName&quot; Value=&quot;Zimmermann Stefan&quot;/&gt;&lt;Field Name=&quot;Name&quot; Value=&quot;Stefan Zimmermann&quot;/&gt;&lt;Field Name=&quot;PersonalNumber&quot; Value=&quot;&quot;/&gt;&lt;Field Name=&quot;DirectPhone&quot; Value=&quot;+41 58 344 96 22&quot;/&gt;&lt;Field Name=&quot;DirectFax&quot; Value=&quot;&quot;/&gt;&lt;Field Name=&quot;Mobile&quot; Value=&quot;+41 78 846 24 16&quot;/&gt;&lt;Field Name=&quot;EMail&quot; Value=&quot;stefan.zimmermann@galledia.ch&quot;/&gt;&lt;Field Name=&quot;Function&quot; Value=&quot;Leitung Fachmedien &amp;amp; Digital | Mitglied der Gruppenleitung&quot;/&gt;&lt;Field Name=&quot;Signature&quot; Value=&quot;%Signatures%\zimste.600dpi.color.700.300.jpg&quot;/&gt;&lt;Field Name=&quot;Initials&quot; Value=&quot;zimste&quot;/&gt;&lt;Field Name=&quot;Data_UID&quot; Value=&quot;431391429114112617869155631441401769963254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212191811121321310321301031x&quot; EntryUID=&quot;431391429114112617869155631441401769963254&quot;&gt;&lt;Field Name=&quot;IDName&quot; Value=&quot;Zimmermann Stefan&quot;/&gt;&lt;Field Name=&quot;Name&quot; Value=&quot;Stefan Zimmermann&quot;/&gt;&lt;Field Name=&quot;PersonalNumber&quot; Value=&quot;&quot;/&gt;&lt;Field Name=&quot;DirectPhone&quot; Value=&quot;+41 58 344 96 22&quot;/&gt;&lt;Field Name=&quot;DirectFax&quot; Value=&quot;&quot;/&gt;&lt;Field Name=&quot;Mobile&quot; Value=&quot;+41 78 846 24 16&quot;/&gt;&lt;Field Name=&quot;EMail&quot; Value=&quot;stefan.zimmermann@galledia.ch&quot;/&gt;&lt;Field Name=&quot;Function&quot; Value=&quot;Leitung Fachmedien &amp;amp; Digital | Mitglied der Gruppenleitung&quot;/&gt;&lt;Field Name=&quot;Signature&quot; Value=&quot;%Signatures%\zimste.600dpi.color.700.300.jpg&quot;/&gt;&lt;Field Name=&quot;Initials&quot; Value=&quot;zimste&quot;/&gt;&lt;Field Name=&quot;Data_UID&quot; Value=&quot;431391429114112617869155631441401769963254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2122010583847234010578&quot; EntryUID=&quot;431391429114112617869155631441401769963254&quot;&gt;&lt;Field Name=&quot;IDName&quot; Value=&quot;Zimmermann Stefan&quot;/&gt;&lt;Field Name=&quot;Name&quot; Value=&quot;Stefan Zimmermann&quot;/&gt;&lt;Field Name=&quot;PersonalNumber&quot; Value=&quot;&quot;/&gt;&lt;Field Name=&quot;DirectPhone&quot; Value=&quot;+41 58 344 96 22&quot;/&gt;&lt;Field Name=&quot;DirectFax&quot; Value=&quot;&quot;/&gt;&lt;Field Name=&quot;Mobile&quot; Value=&quot;+41 78 846 24 16&quot;/&gt;&lt;Field Name=&quot;EMail&quot; Value=&quot;stefan.zimmermann@galledia.ch&quot;/&gt;&lt;Field Name=&quot;Function&quot; Value=&quot;Leitung Fachmedien &amp;amp; Digital | Mitglied der Gruppenleitung&quot;/&gt;&lt;Field Name=&quot;Signature&quot; Value=&quot;%Signatures%\zimste.600dpi.color.700.300.jpg&quot;/&gt;&lt;Field Name=&quot;Initials&quot; Value=&quot;zimste&quot;/&gt;&lt;Field Name=&quot;Data_UID&quot; Value=&quot;431391429114112617869155631441401769963254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3061115381095709037&quot; EntryUID=&quot;2003121817293296325874&quot;&gt;&lt;Field Name=&quot;IDName&quot; Value=&quot;(Leer)&quot;/&gt;&lt;/DocProp&gt;&lt;DocProp UID=&quot;2004112217333376588294&quot; EntryUID=&quot;2004123010144120300001&quot;&gt;&lt;Field UID=&quot;2010032915520270663768&quot; Name=&quot;DocumentDate&quot; Value=&quot;18. August 2023&quot;/&gt;&lt;Field UID=&quot;2011239034983459735876&quot; Name=&quot;DocumentTypePresentation&quot; Value=&quot;Präsentation&quot;/&gt;&lt;/DocProp&gt;&lt;/DocProps&gt;&#10;"/>
  <p:tag name="OFFICEATWORKPRESENTATIONPROJECTID" val="gallediac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 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 p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Ort, Datum 12 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Wenig Text 36 pt&#10;Viel Text 24 p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Bemerkungen 12 p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chutzzonebei Bemerkunge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palte 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palte 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Mit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chutzzon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box, Headlin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-Untergrenz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Vorstellung Galledi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Mastertitelformat bearbeite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körper normal 24pt&#10;Zwischentitel semibold rot 24p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körper normal 36pt&#10;Zwischentitel semibold rot 36p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ATWORKSLIDETHEMENAME" val="galledia-Standard.thmx"/>
</p:tagLst>
</file>

<file path=ppt/theme/theme1.xml><?xml version="1.0" encoding="utf-8"?>
<a:theme xmlns:a="http://schemas.openxmlformats.org/drawingml/2006/main" name="galledia-Standard">
  <a:themeElements>
    <a:clrScheme name="Galledia2018-1">
      <a:dk1>
        <a:srgbClr val="000000"/>
      </a:dk1>
      <a:lt1>
        <a:srgbClr val="F2F2F5"/>
      </a:lt1>
      <a:dk2>
        <a:srgbClr val="6F7782"/>
      </a:dk2>
      <a:lt2>
        <a:srgbClr val="FFFFFF"/>
      </a:lt2>
      <a:accent1>
        <a:srgbClr val="E61C52"/>
      </a:accent1>
      <a:accent2>
        <a:srgbClr val="000000"/>
      </a:accent2>
      <a:accent3>
        <a:srgbClr val="B27547"/>
      </a:accent3>
      <a:accent4>
        <a:srgbClr val="9E3F6B"/>
      </a:accent4>
      <a:accent5>
        <a:srgbClr val="4A52A5"/>
      </a:accent5>
      <a:accent6>
        <a:srgbClr val="22AA9F"/>
      </a:accent6>
      <a:hlink>
        <a:srgbClr val="0000FF"/>
      </a:hlink>
      <a:folHlink>
        <a:srgbClr val="9933FF"/>
      </a:folHlink>
    </a:clrScheme>
    <a:fontScheme name="Galledia2018-1">
      <a:majorFont>
        <a:latin typeface="Volte Rounded Semibold"/>
        <a:ea typeface=""/>
        <a:cs typeface=""/>
      </a:majorFont>
      <a:minorFont>
        <a:latin typeface="Vol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just">
          <a:lnSpc>
            <a:spcPct val="100000"/>
          </a:lnSpc>
          <a:defRPr sz="2400" dirty="0">
            <a:solidFill>
              <a:schemeClr val="accent1"/>
            </a:solidFill>
            <a:latin typeface="Volte Semibold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i Galledia.pptx" id="{93B6C732-41DA-4388-B0D0-1BD6C0798641}" vid="{3FFD4046-2CA9-4BC5-8BFD-C5B13D56A08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esignTheme>galledia-Standard.thmx</DesignTheme>
</file>

<file path=customXml/itemProps1.xml><?xml version="1.0" encoding="utf-8"?>
<ds:datastoreItem xmlns:ds="http://schemas.openxmlformats.org/officeDocument/2006/customXml" ds:itemID="{8D2E8593-15D4-45C0-8051-0BD1737CE2C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Galledia</Template>
  <TotalTime>0</TotalTime>
  <Words>60</Words>
  <Application>Microsoft Office PowerPoint</Application>
  <PresentationFormat>Benutzerdefiniert</PresentationFormat>
  <Paragraphs>46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Volte Semibold</vt:lpstr>
      <vt:lpstr>Arial</vt:lpstr>
      <vt:lpstr>Volte Rounded Semibold</vt:lpstr>
      <vt:lpstr>Calibri</vt:lpstr>
      <vt:lpstr>Volte</vt:lpstr>
      <vt:lpstr>Symbol</vt:lpstr>
      <vt:lpstr>galledia-Standard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Übersicht Pictogramme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Zimmermann Stefan</dc:creator>
  <cp:lastModifiedBy>Zimmermann Stefan</cp:lastModifiedBy>
  <cp:revision>7</cp:revision>
  <dcterms:created xsi:type="dcterms:W3CDTF">2026-05-28T20:09:20Z</dcterms:created>
  <dcterms:modified xsi:type="dcterms:W3CDTF">2026-05-30T19:04:10Z</dcterms:modified>
</cp:coreProperties>
</file>